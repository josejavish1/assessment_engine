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wmf" ContentType="image/x-wmf"/>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theme/theme4.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4.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30.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4" r:id="rId5"/>
    <p:sldMasterId id="2147518566" r:id="rId6"/>
  </p:sldMasterIdLst>
  <p:notesMasterIdLst>
    <p:notesMasterId r:id="rId43"/>
  </p:notesMasterIdLst>
  <p:sldIdLst>
    <p:sldId id="272" r:id="rId7"/>
    <p:sldId id="266" r:id="rId8"/>
    <p:sldId id="269" r:id="rId9"/>
    <p:sldId id="300" r:id="rId10"/>
    <p:sldId id="301" r:id="rId11"/>
    <p:sldId id="284" r:id="rId12"/>
    <p:sldId id="280" r:id="rId13"/>
    <p:sldId id="265" r:id="rId14"/>
    <p:sldId id="2147483643" r:id="rId15"/>
    <p:sldId id="276" r:id="rId16"/>
    <p:sldId id="281" r:id="rId17"/>
    <p:sldId id="2147483644" r:id="rId18"/>
    <p:sldId id="304" r:id="rId19"/>
    <p:sldId id="2147483647" r:id="rId20"/>
    <p:sldId id="268" r:id="rId21"/>
    <p:sldId id="291" r:id="rId22"/>
    <p:sldId id="267" r:id="rId23"/>
    <p:sldId id="2147483626" r:id="rId24"/>
    <p:sldId id="296" r:id="rId25"/>
    <p:sldId id="278" r:id="rId26"/>
    <p:sldId id="257" r:id="rId27"/>
    <p:sldId id="285" r:id="rId28"/>
    <p:sldId id="290" r:id="rId29"/>
    <p:sldId id="256" r:id="rId30"/>
    <p:sldId id="289" r:id="rId31"/>
    <p:sldId id="274" r:id="rId32"/>
    <p:sldId id="292" r:id="rId33"/>
    <p:sldId id="261" r:id="rId34"/>
    <p:sldId id="258" r:id="rId35"/>
    <p:sldId id="259" r:id="rId36"/>
    <p:sldId id="298" r:id="rId37"/>
    <p:sldId id="260" r:id="rId38"/>
    <p:sldId id="270" r:id="rId39"/>
    <p:sldId id="275" r:id="rId40"/>
    <p:sldId id="264" r:id="rId41"/>
    <p:sldId id="2147481998" r:id="rId4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0DBFD24-1586-4B6C-8EF0-BEF575ED5FED}">
          <p14:sldIdLst>
            <p14:sldId id="272"/>
            <p14:sldId id="266"/>
          </p14:sldIdLst>
        </p14:section>
        <p14:section name="Context &amp; Scope" id="{D894F537-6993-4752-A003-1946074C81AF}">
          <p14:sldIdLst>
            <p14:sldId id="269"/>
            <p14:sldId id="300"/>
            <p14:sldId id="301"/>
            <p14:sldId id="284"/>
            <p14:sldId id="280"/>
          </p14:sldIdLst>
        </p14:section>
        <p14:section name="Our Approach" id="{054CD964-3CA1-47EB-B02A-3524F0318309}">
          <p14:sldIdLst>
            <p14:sldId id="265"/>
            <p14:sldId id="2147483643"/>
            <p14:sldId id="276"/>
            <p14:sldId id="281"/>
            <p14:sldId id="2147483644"/>
            <p14:sldId id="304"/>
            <p14:sldId id="2147483647"/>
            <p14:sldId id="268"/>
            <p14:sldId id="291"/>
            <p14:sldId id="267"/>
          </p14:sldIdLst>
        </p14:section>
        <p14:section name="Methodology" id="{C80BBAC8-ECD6-45AB-9105-5D12479FD29D}">
          <p14:sldIdLst>
            <p14:sldId id="2147483626"/>
            <p14:sldId id="296"/>
            <p14:sldId id="278"/>
            <p14:sldId id="257"/>
            <p14:sldId id="285"/>
            <p14:sldId id="290"/>
            <p14:sldId id="256"/>
            <p14:sldId id="289"/>
            <p14:sldId id="274"/>
            <p14:sldId id="292"/>
            <p14:sldId id="261"/>
            <p14:sldId id="258"/>
          </p14:sldIdLst>
        </p14:section>
        <p14:section name="Plan &amp; Team" id="{101438E9-C7B9-4B19-BB58-E70480D77EF4}">
          <p14:sldIdLst>
            <p14:sldId id="259"/>
            <p14:sldId id="298"/>
            <p14:sldId id="260"/>
          </p14:sldIdLst>
        </p14:section>
        <p14:section name="Economic Proposal" id="{F823D801-A5CC-4360-964B-76C904C4917B}">
          <p14:sldIdLst>
            <p14:sldId id="270"/>
            <p14:sldId id="275"/>
            <p14:sldId id="264"/>
            <p14:sldId id="214748199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0E61F19-BB92-033B-17BF-92D960D4A234}" name="Pablo Sarrias Bandres" initials="PS" userId="S::psarrias@emeal.nttdata.com::e83e74c2-54d3-472e-a566-317fac08f41c" providerId="AD"/>
  <p188:author id="{80F6811A-A088-4A19-1DF9-F6D6CCC128F4}" name="Ariadna Garcia-Castany Soler" initials="AG" userId="S::agarciso@emeal.nttdata.com::ec490b39-ca52-4421-b6c2-c54c5b7e2465" providerId="AD"/>
  <p188:author id="{A9C9ED22-41AE-EAD9-CAE0-F6FB8763D213}" name="Tania Alonso Martin" initials="TA" userId="S::talonsom@emeal.nttdata.com::86d8f48a-3e56-422c-8568-ac8139a7a6ea" providerId="AD"/>
  <p188:author id="{56C86327-8499-4544-3D94-10EDC722D0CB}" name="LLuis Quiles Ardila" initials="LQ" userId="S::lquilesa@emeal.nttdata.com::6047ada6-471b-4074-acf7-ffb630588e85" providerId="AD"/>
  <p188:author id="{A3439F2B-D9B3-410A-CBE5-0F28F7117CE0}" name="Marta Martínez Casana" initials="MM" userId="S::mmcasana@emeal.nttdata.com::10f33bda-9bfd-41c1-9ef3-472b39abe832" providerId="AD"/>
  <p188:author id="{41483E2F-CA3A-099A-4ECA-A5AD64DD4DB8}" name="Alejandra Malvar Agrasar" initials="AM" userId="S::amalvara@emeal.nttdata.com::75f01ef0-1a2a-4d62-9c1d-c43b380182ad" providerId="AD"/>
  <p188:author id="{B151017B-CC75-4B94-1390-2C0C7DFBA2E1}" name="Patricia Asensio Osuna" initials="PA" userId="S::pasensos@emeal.nttdata.com::3a5ff43c-b24b-457f-be6f-92f5c8fa7f3e" providerId="AD"/>
  <p188:author id="{FB43C6AC-6F02-9FC5-B4F7-189FA5F1642D}" name="Ignacio Palacios  Ramirez" initials="IP" userId="S::ipalacra@emeal.nttdata.com::8ed589da-af3d-43fa-9060-21c5961fdfa5" providerId="AD"/>
  <p188:author id="{3663ABB4-60BD-680C-62DB-9B36170F9D62}" name="Alberto Alvarez Gonzalez" initials="AG" userId="S::aalvgonz@emeal.nttdata.com::b2699bf1-2693-49ff-9251-e4726ff325de" providerId="AD"/>
  <p188:author id="{A31102D5-C707-88E4-247C-906A1C242E89}" name="Pedro Escribano Romero" initials="PE" userId="S::pescribr@emeal.nttdata.com::3f30782e-bff8-4b12-ba77-1d7a5cb816da" providerId="AD"/>
  <p188:author id="{F5DA09F6-F199-88E7-8975-88FE8CD21C28}" name="Josep Núñez Riba" initials="JN" userId="S::jnunezri@emeal.nttdata.com::de0a42bf-019d-4b6c-9011-8ed265f06a9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EC0"/>
    <a:srgbClr val="00A3AD"/>
    <a:srgbClr val="035D9E"/>
    <a:srgbClr val="008B92"/>
    <a:srgbClr val="7DE2E7"/>
    <a:srgbClr val="0085B4"/>
    <a:srgbClr val="E3E5EA"/>
    <a:srgbClr val="FFFFFF"/>
    <a:srgbClr val="003B5C"/>
    <a:srgbClr val="0077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F4D8A6-7F94-4A10-AF6D-0B35AF4EAF3F}" v="42" dt="2026-06-24T09:09:18.465"/>
    <p1510:client id="{6EA43D94-9F9D-415A-9D4A-AB6C7654411E}" v="10" dt="2026-06-25T08:04:40.292"/>
  </p1510:revLst>
</p1510:revInfo>
</file>

<file path=ppt/tableStyles.xml><?xml version="1.0" encoding="utf-8"?>
<a:tblStyleLst xmlns:a="http://schemas.openxmlformats.org/drawingml/2006/main" def="{5C22544A-7EE6-4342-B048-85BDC9FD1C3A}">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tableStyles" Target="tableStyles.xml"/><Relationship Id="rId50"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p Núñez Riba" userId="S::jnunezri@emeal.nttdata.com::de0a42bf-019d-4b6c-9011-8ed265f06a93" providerId="AD" clId="Web-{0380BEDF-5461-02FA-E185-2900FBE83E72}"/>
    <pc:docChg chg="modSld">
      <pc:chgData name="Josep Núñez Riba" userId="S::jnunezri@emeal.nttdata.com::de0a42bf-019d-4b6c-9011-8ed265f06a93" providerId="AD" clId="Web-{0380BEDF-5461-02FA-E185-2900FBE83E72}" dt="2026-06-18T23:22:48.154" v="1" actId="1076"/>
      <pc:docMkLst>
        <pc:docMk/>
      </pc:docMkLst>
      <pc:sldChg chg="modSp">
        <pc:chgData name="Josep Núñez Riba" userId="S::jnunezri@emeal.nttdata.com::de0a42bf-019d-4b6c-9011-8ed265f06a93" providerId="AD" clId="Web-{0380BEDF-5461-02FA-E185-2900FBE83E72}" dt="2026-06-18T23:22:48.154" v="1" actId="1076"/>
        <pc:sldMkLst>
          <pc:docMk/>
          <pc:sldMk cId="4039140781" sldId="260"/>
        </pc:sldMkLst>
      </pc:sldChg>
    </pc:docChg>
  </pc:docChgLst>
  <pc:docChgLst>
    <pc:chgData name="Ariadna Garcia-Castany Soler" userId="ec490b39-ca52-4421-b6c2-c54c5b7e2465" providerId="ADAL" clId="{671D54B5-6207-4CC7-84CC-F1C4A7F51377}"/>
    <pc:docChg chg="undo custSel addSld delSld modSld modMainMaster modSection">
      <pc:chgData name="Ariadna Garcia-Castany Soler" userId="ec490b39-ca52-4421-b6c2-c54c5b7e2465" providerId="ADAL" clId="{671D54B5-6207-4CC7-84CC-F1C4A7F51377}" dt="2026-06-19T12:48:10.201" v="767" actId="465"/>
      <pc:docMkLst>
        <pc:docMk/>
      </pc:docMkLst>
      <pc:sldMasterChg chg="addSp modSp mod">
        <pc:chgData name="Ariadna Garcia-Castany Soler" userId="ec490b39-ca52-4421-b6c2-c54c5b7e2465" providerId="ADAL" clId="{671D54B5-6207-4CC7-84CC-F1C4A7F51377}" dt="2026-06-19T09:41:13.471" v="49"/>
        <pc:sldMasterMkLst>
          <pc:docMk/>
          <pc:sldMasterMk cId="0" sldId="2147483648"/>
        </pc:sldMasterMkLst>
        <pc:graphicFrameChg chg="add mod modVis">
          <ac:chgData name="Ariadna Garcia-Castany Soler" userId="ec490b39-ca52-4421-b6c2-c54c5b7e2465" providerId="ADAL" clId="{671D54B5-6207-4CC7-84CC-F1C4A7F51377}" dt="2026-06-19T09:41:13.471" v="49"/>
          <ac:graphicFrameMkLst>
            <pc:docMk/>
            <pc:sldMasterMk cId="0" sldId="2147483648"/>
            <ac:graphicFrameMk id="2" creationId="{5F9AF98A-AAA6-A1BD-1440-D08BF8E57C48}"/>
          </ac:graphicFrameMkLst>
        </pc:graphicFrameChg>
      </pc:sldMasterChg>
      <pc:sldMasterChg chg="addSp modSp mod">
        <pc:chgData name="Ariadna Garcia-Castany Soler" userId="ec490b39-ca52-4421-b6c2-c54c5b7e2465" providerId="ADAL" clId="{671D54B5-6207-4CC7-84CC-F1C4A7F51377}" dt="2026-06-19T09:41:13.578" v="63"/>
        <pc:sldMasterMkLst>
          <pc:docMk/>
          <pc:sldMasterMk cId="1776113518" sldId="2147518566"/>
        </pc:sldMasterMkLst>
        <pc:graphicFrameChg chg="add mod ord modVis">
          <ac:chgData name="Ariadna Garcia-Castany Soler" userId="ec490b39-ca52-4421-b6c2-c54c5b7e2465" providerId="ADAL" clId="{671D54B5-6207-4CC7-84CC-F1C4A7F51377}" dt="2026-06-19T09:41:13.578" v="63"/>
          <ac:graphicFrameMkLst>
            <pc:docMk/>
            <pc:sldMasterMk cId="1776113518" sldId="2147518566"/>
            <ac:graphicFrameMk id="5" creationId="{9F2409A8-05D6-9D33-CB03-5D1DB44F5A64}"/>
          </ac:graphicFrameMkLst>
        </pc:graphicFrameChg>
      </pc:sldMasterChg>
    </pc:docChg>
  </pc:docChgLst>
  <pc:docChgLst>
    <pc:chgData name="Ignacio Palacios  Ramirez" userId="8ed589da-af3d-43fa-9060-21c5961fdfa5" providerId="ADAL" clId="{A8430DEB-477F-4D70-9788-6DB294A02EB8}"/>
    <pc:docChg chg="undo custSel addSld delSld modSld sldOrd modSection">
      <pc:chgData name="Ignacio Palacios  Ramirez" userId="8ed589da-af3d-43fa-9060-21c5961fdfa5" providerId="ADAL" clId="{A8430DEB-477F-4D70-9788-6DB294A02EB8}" dt="2026-06-19T13:05:05.349" v="2652" actId="1036"/>
      <pc:docMkLst>
        <pc:docMk/>
      </pc:docMkLst>
      <pc:sldChg chg="modSp ord">
        <pc:chgData name="Ignacio Palacios  Ramirez" userId="8ed589da-af3d-43fa-9060-21c5961fdfa5" providerId="ADAL" clId="{A8430DEB-477F-4D70-9788-6DB294A02EB8}" dt="2026-06-19T08:17:48.092" v="91"/>
        <pc:sldMkLst>
          <pc:docMk/>
          <pc:sldMk cId="3770357096" sldId="275"/>
        </pc:sldMkLst>
        <pc:spChg chg="mod">
          <ac:chgData name="Ignacio Palacios  Ramirez" userId="8ed589da-af3d-43fa-9060-21c5961fdfa5" providerId="ADAL" clId="{A8430DEB-477F-4D70-9788-6DB294A02EB8}" dt="2026-06-19T08:16:54.647" v="73"/>
          <ac:spMkLst>
            <pc:docMk/>
            <pc:sldMk cId="3770357096" sldId="275"/>
            <ac:spMk id="2" creationId="{B2E5B3F9-8532-1718-172C-1925B1E8552C}"/>
          </ac:spMkLst>
        </pc:spChg>
      </pc:sldChg>
      <pc:sldChg chg="addSp delSp modSp mod">
        <pc:chgData name="Ignacio Palacios  Ramirez" userId="8ed589da-af3d-43fa-9060-21c5961fdfa5" providerId="ADAL" clId="{A8430DEB-477F-4D70-9788-6DB294A02EB8}" dt="2026-06-19T12:22:58.087" v="2210" actId="1076"/>
        <pc:sldMkLst>
          <pc:docMk/>
          <pc:sldMk cId="131106191" sldId="278"/>
        </pc:sldMkLst>
      </pc:sldChg>
      <pc:sldChg chg="addSp delSp modSp mod">
        <pc:chgData name="Ignacio Palacios  Ramirez" userId="8ed589da-af3d-43fa-9060-21c5961fdfa5" providerId="ADAL" clId="{A8430DEB-477F-4D70-9788-6DB294A02EB8}" dt="2026-06-19T13:05:05.349" v="2652" actId="1036"/>
        <pc:sldMkLst>
          <pc:docMk/>
          <pc:sldMk cId="1369669545" sldId="280"/>
        </pc:sldMkLst>
        <pc:spChg chg="add mod">
          <ac:chgData name="Ignacio Palacios  Ramirez" userId="8ed589da-af3d-43fa-9060-21c5961fdfa5" providerId="ADAL" clId="{A8430DEB-477F-4D70-9788-6DB294A02EB8}" dt="2026-06-19T12:52:19.763" v="2487" actId="1076"/>
          <ac:spMkLst>
            <pc:docMk/>
            <pc:sldMk cId="1369669545" sldId="280"/>
            <ac:spMk id="3" creationId="{2C0EEA6E-C992-80A6-B3AF-1259C4778C42}"/>
          </ac:spMkLst>
        </pc:spChg>
        <pc:spChg chg="add mod">
          <ac:chgData name="Ignacio Palacios  Ramirez" userId="8ed589da-af3d-43fa-9060-21c5961fdfa5" providerId="ADAL" clId="{A8430DEB-477F-4D70-9788-6DB294A02EB8}" dt="2026-06-19T12:52:25.596" v="2488" actId="1076"/>
          <ac:spMkLst>
            <pc:docMk/>
            <pc:sldMk cId="1369669545" sldId="280"/>
            <ac:spMk id="4" creationId="{FCD53D6F-AF32-4D80-E48F-5A8D0312E2C9}"/>
          </ac:spMkLst>
        </pc:spChg>
        <pc:spChg chg="add mod">
          <ac:chgData name="Ignacio Palacios  Ramirez" userId="8ed589da-af3d-43fa-9060-21c5961fdfa5" providerId="ADAL" clId="{A8430DEB-477F-4D70-9788-6DB294A02EB8}" dt="2026-06-19T12:53:40.496" v="2539" actId="1076"/>
          <ac:spMkLst>
            <pc:docMk/>
            <pc:sldMk cId="1369669545" sldId="280"/>
            <ac:spMk id="16" creationId="{D9CE66E7-4A49-A3FA-FFDF-CF4940D23087}"/>
          </ac:spMkLst>
        </pc:spChg>
        <pc:spChg chg="add mod">
          <ac:chgData name="Ignacio Palacios  Ramirez" userId="8ed589da-af3d-43fa-9060-21c5961fdfa5" providerId="ADAL" clId="{A8430DEB-477F-4D70-9788-6DB294A02EB8}" dt="2026-06-19T12:54:30.987" v="2574" actId="1076"/>
          <ac:spMkLst>
            <pc:docMk/>
            <pc:sldMk cId="1369669545" sldId="280"/>
            <ac:spMk id="18" creationId="{D1B2B305-A99C-A4D1-6156-22CE56E371AA}"/>
          </ac:spMkLst>
        </pc:spChg>
        <pc:spChg chg="add mod">
          <ac:chgData name="Ignacio Palacios  Ramirez" userId="8ed589da-af3d-43fa-9060-21c5961fdfa5" providerId="ADAL" clId="{A8430DEB-477F-4D70-9788-6DB294A02EB8}" dt="2026-06-19T12:53:37.170" v="2538" actId="1076"/>
          <ac:spMkLst>
            <pc:docMk/>
            <pc:sldMk cId="1369669545" sldId="280"/>
            <ac:spMk id="19" creationId="{B362F889-3DEF-B573-F7C6-DB72652AD19A}"/>
          </ac:spMkLst>
        </pc:spChg>
        <pc:spChg chg="add mod">
          <ac:chgData name="Ignacio Palacios  Ramirez" userId="8ed589da-af3d-43fa-9060-21c5961fdfa5" providerId="ADAL" clId="{A8430DEB-477F-4D70-9788-6DB294A02EB8}" dt="2026-06-19T12:54:13.488" v="2571" actId="2711"/>
          <ac:spMkLst>
            <pc:docMk/>
            <pc:sldMk cId="1369669545" sldId="280"/>
            <ac:spMk id="22" creationId="{83463FE7-A179-53AE-4130-731FA4219AC5}"/>
          </ac:spMkLst>
        </pc:spChg>
        <pc:spChg chg="mod">
          <ac:chgData name="Ignacio Palacios  Ramirez" userId="8ed589da-af3d-43fa-9060-21c5961fdfa5" providerId="ADAL" clId="{A8430DEB-477F-4D70-9788-6DB294A02EB8}" dt="2026-06-19T12:53:46.924" v="2541" actId="1076"/>
          <ac:spMkLst>
            <pc:docMk/>
            <pc:sldMk cId="1369669545" sldId="280"/>
            <ac:spMk id="23" creationId="{00119DEA-E14C-D3C7-B705-FFE6B1769220}"/>
          </ac:spMkLst>
        </pc:spChg>
        <pc:spChg chg="add mod">
          <ac:chgData name="Ignacio Palacios  Ramirez" userId="8ed589da-af3d-43fa-9060-21c5961fdfa5" providerId="ADAL" clId="{A8430DEB-477F-4D70-9788-6DB294A02EB8}" dt="2026-06-19T12:55:51.855" v="2595" actId="1076"/>
          <ac:spMkLst>
            <pc:docMk/>
            <pc:sldMk cId="1369669545" sldId="280"/>
            <ac:spMk id="29" creationId="{C59B162D-1F62-4147-CEE9-5F326F135F9B}"/>
          </ac:spMkLst>
        </pc:spChg>
        <pc:spChg chg="add mod">
          <ac:chgData name="Ignacio Palacios  Ramirez" userId="8ed589da-af3d-43fa-9060-21c5961fdfa5" providerId="ADAL" clId="{A8430DEB-477F-4D70-9788-6DB294A02EB8}" dt="2026-06-19T12:55:01.695" v="2583" actId="1076"/>
          <ac:spMkLst>
            <pc:docMk/>
            <pc:sldMk cId="1369669545" sldId="280"/>
            <ac:spMk id="32" creationId="{2A8B5ADA-9B11-5CDC-BDD5-305B0718AB5E}"/>
          </ac:spMkLst>
        </pc:spChg>
        <pc:spChg chg="add mod">
          <ac:chgData name="Ignacio Palacios  Ramirez" userId="8ed589da-af3d-43fa-9060-21c5961fdfa5" providerId="ADAL" clId="{A8430DEB-477F-4D70-9788-6DB294A02EB8}" dt="2026-06-19T12:55:13.305" v="2587" actId="20577"/>
          <ac:spMkLst>
            <pc:docMk/>
            <pc:sldMk cId="1369669545" sldId="280"/>
            <ac:spMk id="38" creationId="{95575519-5B40-3A0F-1AD8-55CC2BFDF3BE}"/>
          </ac:spMkLst>
        </pc:spChg>
        <pc:graphicFrameChg chg="mod">
          <ac:chgData name="Ignacio Palacios  Ramirez" userId="8ed589da-af3d-43fa-9060-21c5961fdfa5" providerId="ADAL" clId="{A8430DEB-477F-4D70-9788-6DB294A02EB8}" dt="2026-06-19T13:00:50.143" v="2603" actId="1076"/>
          <ac:graphicFrameMkLst>
            <pc:docMk/>
            <pc:sldMk cId="1369669545" sldId="280"/>
            <ac:graphicFrameMk id="35" creationId="{9D4823BE-0452-A93A-F331-71E7DF10A1B9}"/>
          </ac:graphicFrameMkLst>
        </pc:graphicFrameChg>
        <pc:picChg chg="mod">
          <ac:chgData name="Ignacio Palacios  Ramirez" userId="8ed589da-af3d-43fa-9060-21c5961fdfa5" providerId="ADAL" clId="{A8430DEB-477F-4D70-9788-6DB294A02EB8}" dt="2026-06-19T13:04:46.218" v="2643" actId="1076"/>
          <ac:picMkLst>
            <pc:docMk/>
            <pc:sldMk cId="1369669545" sldId="280"/>
            <ac:picMk id="10" creationId="{3E083245-4ADB-3288-B5E8-9F1202B40C88}"/>
          </ac:picMkLst>
        </pc:picChg>
        <pc:picChg chg="mod">
          <ac:chgData name="Ignacio Palacios  Ramirez" userId="8ed589da-af3d-43fa-9060-21c5961fdfa5" providerId="ADAL" clId="{A8430DEB-477F-4D70-9788-6DB294A02EB8}" dt="2026-06-19T13:04:58.206" v="2650" actId="1036"/>
          <ac:picMkLst>
            <pc:docMk/>
            <pc:sldMk cId="1369669545" sldId="280"/>
            <ac:picMk id="14" creationId="{CBED592F-1772-711B-65ED-8C659DD36627}"/>
          </ac:picMkLst>
        </pc:picChg>
        <pc:picChg chg="mod">
          <ac:chgData name="Ignacio Palacios  Ramirez" userId="8ed589da-af3d-43fa-9060-21c5961fdfa5" providerId="ADAL" clId="{A8430DEB-477F-4D70-9788-6DB294A02EB8}" dt="2026-06-19T13:05:05.349" v="2652" actId="1036"/>
          <ac:picMkLst>
            <pc:docMk/>
            <pc:sldMk cId="1369669545" sldId="280"/>
            <ac:picMk id="20" creationId="{818A184D-F04B-7221-7BD9-9B6693E8D626}"/>
          </ac:picMkLst>
        </pc:picChg>
        <pc:picChg chg="mod">
          <ac:chgData name="Ignacio Palacios  Ramirez" userId="8ed589da-af3d-43fa-9060-21c5961fdfa5" providerId="ADAL" clId="{A8430DEB-477F-4D70-9788-6DB294A02EB8}" dt="2026-06-19T13:05:05.349" v="2652" actId="1036"/>
          <ac:picMkLst>
            <pc:docMk/>
            <pc:sldMk cId="1369669545" sldId="280"/>
            <ac:picMk id="21" creationId="{EBA6F3B8-CBD2-0022-BDC5-D83247264986}"/>
          </ac:picMkLst>
        </pc:picChg>
        <pc:picChg chg="add mod">
          <ac:chgData name="Ignacio Palacios  Ramirez" userId="8ed589da-af3d-43fa-9060-21c5961fdfa5" providerId="ADAL" clId="{A8430DEB-477F-4D70-9788-6DB294A02EB8}" dt="2026-06-19T13:04:58.206" v="2650" actId="1036"/>
          <ac:picMkLst>
            <pc:docMk/>
            <pc:sldMk cId="1369669545" sldId="280"/>
            <ac:picMk id="42" creationId="{AB6C2CD0-ED4B-F994-5A85-05BD6F72D04B}"/>
          </ac:picMkLst>
        </pc:picChg>
        <pc:picChg chg="add mod">
          <ac:chgData name="Ignacio Palacios  Ramirez" userId="8ed589da-af3d-43fa-9060-21c5961fdfa5" providerId="ADAL" clId="{A8430DEB-477F-4D70-9788-6DB294A02EB8}" dt="2026-06-19T13:04:58.206" v="2650" actId="1036"/>
          <ac:picMkLst>
            <pc:docMk/>
            <pc:sldMk cId="1369669545" sldId="280"/>
            <ac:picMk id="1028" creationId="{768D1001-A557-73D5-F43C-D3A0F1D30482}"/>
          </ac:picMkLst>
        </pc:picChg>
        <pc:picChg chg="add mod">
          <ac:chgData name="Ignacio Palacios  Ramirez" userId="8ed589da-af3d-43fa-9060-21c5961fdfa5" providerId="ADAL" clId="{A8430DEB-477F-4D70-9788-6DB294A02EB8}" dt="2026-06-19T13:04:58.206" v="2650" actId="1036"/>
          <ac:picMkLst>
            <pc:docMk/>
            <pc:sldMk cId="1369669545" sldId="280"/>
            <ac:picMk id="1030" creationId="{5698CB2B-B94D-9C47-F256-85D98DAD39A9}"/>
          </ac:picMkLst>
        </pc:picChg>
        <pc:picChg chg="mod">
          <ac:chgData name="Ignacio Palacios  Ramirez" userId="8ed589da-af3d-43fa-9060-21c5961fdfa5" providerId="ADAL" clId="{A8430DEB-477F-4D70-9788-6DB294A02EB8}" dt="2026-06-19T13:04:39.991" v="2641" actId="1076"/>
          <ac:picMkLst>
            <pc:docMk/>
            <pc:sldMk cId="1369669545" sldId="280"/>
            <ac:picMk id="2054" creationId="{1F8C1B81-5B39-F615-3780-2C26D75327E5}"/>
          </ac:picMkLst>
        </pc:picChg>
        <pc:picChg chg="mod">
          <ac:chgData name="Ignacio Palacios  Ramirez" userId="8ed589da-af3d-43fa-9060-21c5961fdfa5" providerId="ADAL" clId="{A8430DEB-477F-4D70-9788-6DB294A02EB8}" dt="2026-06-19T13:04:42.578" v="2642" actId="1076"/>
          <ac:picMkLst>
            <pc:docMk/>
            <pc:sldMk cId="1369669545" sldId="280"/>
            <ac:picMk id="2056" creationId="{859C2476-21B8-D995-480C-0A0B36F67380}"/>
          </ac:picMkLst>
        </pc:picChg>
        <pc:picChg chg="mod">
          <ac:chgData name="Ignacio Palacios  Ramirez" userId="8ed589da-af3d-43fa-9060-21c5961fdfa5" providerId="ADAL" clId="{A8430DEB-477F-4D70-9788-6DB294A02EB8}" dt="2026-06-19T13:05:05.349" v="2652" actId="1036"/>
          <ac:picMkLst>
            <pc:docMk/>
            <pc:sldMk cId="1369669545" sldId="280"/>
            <ac:picMk id="2062" creationId="{5742115B-CF58-D5C8-96C5-7B96C6AF065E}"/>
          </ac:picMkLst>
        </pc:picChg>
      </pc:sldChg>
    </pc:docChg>
  </pc:docChgLst>
  <pc:docChgLst>
    <pc:chgData name="Marc Echarri Marin" userId="62d2ee6d-da1c-48fc-8d2a-65791672a791" providerId="ADAL" clId="{15745ABE-F69E-4F1C-BF84-6A5373F26D38}"/>
    <pc:docChg chg="undo custSel addSld delSld modSld sldOrd delMainMaster modSection">
      <pc:chgData name="Marc Echarri Marin" userId="62d2ee6d-da1c-48fc-8d2a-65791672a791" providerId="ADAL" clId="{15745ABE-F69E-4F1C-BF84-6A5373F26D38}" dt="2026-06-19T12:50:08.477" v="2135" actId="47"/>
      <pc:docMkLst>
        <pc:docMk/>
      </pc:docMkLst>
      <pc:sldChg chg="addSp delSp modSp add mod ord">
        <pc:chgData name="Marc Echarri Marin" userId="62d2ee6d-da1c-48fc-8d2a-65791672a791" providerId="ADAL" clId="{15745ABE-F69E-4F1C-BF84-6A5373F26D38}" dt="2026-06-19T12:37:31.241" v="2122" actId="1076"/>
        <pc:sldMkLst>
          <pc:docMk/>
          <pc:sldMk cId="131106191" sldId="278"/>
        </pc:sldMkLst>
        <pc:spChg chg="add mod">
          <ac:chgData name="Marc Echarri Marin" userId="62d2ee6d-da1c-48fc-8d2a-65791672a791" providerId="ADAL" clId="{15745ABE-F69E-4F1C-BF84-6A5373F26D38}" dt="2026-06-19T11:32:35.911" v="1001" actId="20577"/>
          <ac:spMkLst>
            <pc:docMk/>
            <pc:sldMk cId="131106191" sldId="278"/>
            <ac:spMk id="28" creationId="{EF6360A5-E992-28A1-2A45-C2660B8B5EAD}"/>
          </ac:spMkLst>
        </pc:spChg>
        <pc:spChg chg="add mod">
          <ac:chgData name="Marc Echarri Marin" userId="62d2ee6d-da1c-48fc-8d2a-65791672a791" providerId="ADAL" clId="{15745ABE-F69E-4F1C-BF84-6A5373F26D38}" dt="2026-06-19T11:32:37.584" v="1002" actId="20577"/>
          <ac:spMkLst>
            <pc:docMk/>
            <pc:sldMk cId="131106191" sldId="278"/>
            <ac:spMk id="29" creationId="{AACB0DC9-57C1-A4EF-D9C4-E5D2C8E347D7}"/>
          </ac:spMkLst>
        </pc:spChg>
        <pc:spChg chg="add mod">
          <ac:chgData name="Marc Echarri Marin" userId="62d2ee6d-da1c-48fc-8d2a-65791672a791" providerId="ADAL" clId="{15745ABE-F69E-4F1C-BF84-6A5373F26D38}" dt="2026-06-19T11:32:38.858" v="1003" actId="20577"/>
          <ac:spMkLst>
            <pc:docMk/>
            <pc:sldMk cId="131106191" sldId="278"/>
            <ac:spMk id="30" creationId="{A80B0A14-0A1A-429A-7681-261A44D89E13}"/>
          </ac:spMkLst>
        </pc:spChg>
        <pc:spChg chg="mod">
          <ac:chgData name="Marc Echarri Marin" userId="62d2ee6d-da1c-48fc-8d2a-65791672a791" providerId="ADAL" clId="{15745ABE-F69E-4F1C-BF84-6A5373F26D38}" dt="2026-06-19T08:08:08.825" v="651" actId="1076"/>
          <ac:spMkLst>
            <pc:docMk/>
            <pc:sldMk cId="131106191" sldId="278"/>
            <ac:spMk id="366" creationId="{12C62DC5-931F-FA58-63D4-42B933839DB5}"/>
          </ac:spMkLst>
        </pc:spChg>
        <pc:spChg chg="mod">
          <ac:chgData name="Marc Echarri Marin" userId="62d2ee6d-da1c-48fc-8d2a-65791672a791" providerId="ADAL" clId="{15745ABE-F69E-4F1C-BF84-6A5373F26D38}" dt="2026-06-19T08:09:32.592" v="654" actId="1076"/>
          <ac:spMkLst>
            <pc:docMk/>
            <pc:sldMk cId="131106191" sldId="278"/>
            <ac:spMk id="369" creationId="{20BC45C4-68F8-B2CE-D9DC-564F9464B0CA}"/>
          </ac:spMkLst>
        </pc:spChg>
        <pc:grpChg chg="add mod">
          <ac:chgData name="Marc Echarri Marin" userId="62d2ee6d-da1c-48fc-8d2a-65791672a791" providerId="ADAL" clId="{15745ABE-F69E-4F1C-BF84-6A5373F26D38}" dt="2026-06-19T11:29:28.991" v="1000" actId="164"/>
          <ac:grpSpMkLst>
            <pc:docMk/>
            <pc:sldMk cId="131106191" sldId="278"/>
            <ac:grpSpMk id="31" creationId="{C1A3179B-8B6B-BE0C-3E0F-CE6B99574A99}"/>
          </ac:grpSpMkLst>
        </pc:grpChg>
        <pc:grpChg chg="add mod">
          <ac:chgData name="Marc Echarri Marin" userId="62d2ee6d-da1c-48fc-8d2a-65791672a791" providerId="ADAL" clId="{15745ABE-F69E-4F1C-BF84-6A5373F26D38}" dt="2026-06-19T11:29:28.991" v="1000" actId="164"/>
          <ac:grpSpMkLst>
            <pc:docMk/>
            <pc:sldMk cId="131106191" sldId="278"/>
            <ac:grpSpMk id="32" creationId="{B339857D-54F1-62BD-5C3E-1E64ECE14181}"/>
          </ac:grpSpMkLst>
        </pc:grpChg>
        <pc:grpChg chg="mod">
          <ac:chgData name="Marc Echarri Marin" userId="62d2ee6d-da1c-48fc-8d2a-65791672a791" providerId="ADAL" clId="{15745ABE-F69E-4F1C-BF84-6A5373F26D38}" dt="2026-06-19T11:29:28.991" v="1000" actId="164"/>
          <ac:grpSpMkLst>
            <pc:docMk/>
            <pc:sldMk cId="131106191" sldId="278"/>
            <ac:grpSpMk id="422" creationId="{99978888-3C3D-76EA-1F68-F29B80DE859E}"/>
          </ac:grpSpMkLst>
        </pc:grpChg>
        <pc:cxnChg chg="mod">
          <ac:chgData name="Marc Echarri Marin" userId="62d2ee6d-da1c-48fc-8d2a-65791672a791" providerId="ADAL" clId="{15745ABE-F69E-4F1C-BF84-6A5373F26D38}" dt="2026-06-19T08:07:39.627" v="648" actId="1076"/>
          <ac:cxnSpMkLst>
            <pc:docMk/>
            <pc:sldMk cId="131106191" sldId="278"/>
            <ac:cxnSpMk id="362" creationId="{23DF205C-DFF3-9398-65CB-FFE486C9E614}"/>
          </ac:cxnSpMkLst>
        </pc:cxnChg>
        <pc:cxnChg chg="mod">
          <ac:chgData name="Marc Echarri Marin" userId="62d2ee6d-da1c-48fc-8d2a-65791672a791" providerId="ADAL" clId="{15745ABE-F69E-4F1C-BF84-6A5373F26D38}" dt="2026-06-19T08:07:56.561" v="650" actId="1076"/>
          <ac:cxnSpMkLst>
            <pc:docMk/>
            <pc:sldMk cId="131106191" sldId="278"/>
            <ac:cxnSpMk id="365" creationId="{DC12F77F-B170-7FAF-58B6-76F328A988FB}"/>
          </ac:cxnSpMkLst>
        </pc:cxnChg>
        <pc:cxnChg chg="mod">
          <ac:chgData name="Marc Echarri Marin" userId="62d2ee6d-da1c-48fc-8d2a-65791672a791" providerId="ADAL" clId="{15745ABE-F69E-4F1C-BF84-6A5373F26D38}" dt="2026-06-19T08:09:26.090" v="653" actId="1076"/>
          <ac:cxnSpMkLst>
            <pc:docMk/>
            <pc:sldMk cId="131106191" sldId="278"/>
            <ac:cxnSpMk id="368" creationId="{E09BA502-5705-3CDE-B8F0-E8DD22FB0F80}"/>
          </ac:cxnSpMkLst>
        </pc:cxnChg>
      </pc:sldChg>
    </pc:docChg>
  </pc:docChgLst>
  <pc:docChgLst>
    <pc:chgData name="Tania Alonso Martin" userId="86d8f48a-3e56-422c-8568-ac8139a7a6ea" providerId="ADAL" clId="{DDE3B61C-09F3-4CA7-A26C-A98E774879C7}"/>
    <pc:docChg chg="undo custSel addSld delSld modSld sldOrd modMainMaster modSection">
      <pc:chgData name="Tania Alonso Martin" userId="86d8f48a-3e56-422c-8568-ac8139a7a6ea" providerId="ADAL" clId="{DDE3B61C-09F3-4CA7-A26C-A98E774879C7}" dt="2026-06-23T18:29:48.757" v="1853" actId="47"/>
      <pc:docMkLst>
        <pc:docMk/>
      </pc:docMkLst>
      <pc:sldChg chg="addSp modSp">
        <pc:chgData name="Tania Alonso Martin" userId="86d8f48a-3e56-422c-8568-ac8139a7a6ea" providerId="ADAL" clId="{DDE3B61C-09F3-4CA7-A26C-A98E774879C7}" dt="2026-06-23T18:26:45.985" v="1839"/>
        <pc:sldMkLst>
          <pc:docMk/>
          <pc:sldMk cId="370529992" sldId="271"/>
        </pc:sldMkLst>
        <pc:spChg chg="add mod">
          <ac:chgData name="Tania Alonso Martin" userId="86d8f48a-3e56-422c-8568-ac8139a7a6ea" providerId="ADAL" clId="{DDE3B61C-09F3-4CA7-A26C-A98E774879C7}" dt="2026-06-23T18:26:45.985" v="1839"/>
          <ac:spMkLst>
            <pc:docMk/>
            <pc:sldMk cId="370529992" sldId="271"/>
            <ac:spMk id="4" creationId="{D40AC642-DAD6-4ABC-D203-7B7BBE8F295C}"/>
          </ac:spMkLst>
        </pc:spChg>
      </pc:sldChg>
      <pc:sldChg chg="addSp delSp modSp add del mod modShow">
        <pc:chgData name="Tania Alonso Martin" userId="86d8f48a-3e56-422c-8568-ac8139a7a6ea" providerId="ADAL" clId="{DDE3B61C-09F3-4CA7-A26C-A98E774879C7}" dt="2026-06-23T14:02:27.756" v="1830" actId="2696"/>
        <pc:sldMkLst>
          <pc:docMk/>
          <pc:sldMk cId="1982939803" sldId="287"/>
        </pc:sldMkLst>
        <pc:spChg chg="mod">
          <ac:chgData name="Tania Alonso Martin" userId="86d8f48a-3e56-422c-8568-ac8139a7a6ea" providerId="ADAL" clId="{DDE3B61C-09F3-4CA7-A26C-A98E774879C7}" dt="2026-06-23T08:47:24.711" v="62"/>
          <ac:spMkLst>
            <pc:docMk/>
            <pc:sldMk cId="1982939803" sldId="287"/>
            <ac:spMk id="2" creationId="{8B5E4CBD-6A7D-E36C-929A-26ED0823203E}"/>
          </ac:spMkLst>
        </pc:spChg>
        <pc:spChg chg="mod">
          <ac:chgData name="Tania Alonso Martin" userId="86d8f48a-3e56-422c-8568-ac8139a7a6ea" providerId="ADAL" clId="{DDE3B61C-09F3-4CA7-A26C-A98E774879C7}" dt="2026-06-23T08:47:40.812" v="63"/>
          <ac:spMkLst>
            <pc:docMk/>
            <pc:sldMk cId="1982939803" sldId="287"/>
            <ac:spMk id="3" creationId="{56F8A19A-667F-025E-0828-C6D84C9B9B55}"/>
          </ac:spMkLst>
        </pc:spChg>
        <pc:spChg chg="del mod">
          <ac:chgData name="Tania Alonso Martin" userId="86d8f48a-3e56-422c-8568-ac8139a7a6ea" providerId="ADAL" clId="{DDE3B61C-09F3-4CA7-A26C-A98E774879C7}" dt="2026-06-23T09:05:52.427" v="199" actId="478"/>
          <ac:spMkLst>
            <pc:docMk/>
            <pc:sldMk cId="1982939803" sldId="287"/>
            <ac:spMk id="4" creationId="{C4735DB9-2970-DBC8-417D-E613EB7BCBC0}"/>
          </ac:spMkLst>
        </pc:spChg>
        <pc:spChg chg="mod">
          <ac:chgData name="Tania Alonso Martin" userId="86d8f48a-3e56-422c-8568-ac8139a7a6ea" providerId="ADAL" clId="{DDE3B61C-09F3-4CA7-A26C-A98E774879C7}" dt="2026-06-23T09:28:26.772" v="562" actId="3064"/>
          <ac:spMkLst>
            <pc:docMk/>
            <pc:sldMk cId="1982939803" sldId="287"/>
            <ac:spMk id="5" creationId="{18D1F476-E257-6197-C15B-9D431091CBB2}"/>
          </ac:spMkLst>
        </pc:spChg>
        <pc:spChg chg="del">
          <ac:chgData name="Tania Alonso Martin" userId="86d8f48a-3e56-422c-8568-ac8139a7a6ea" providerId="ADAL" clId="{DDE3B61C-09F3-4CA7-A26C-A98E774879C7}" dt="2026-06-23T09:15:09.334" v="385" actId="478"/>
          <ac:spMkLst>
            <pc:docMk/>
            <pc:sldMk cId="1982939803" sldId="287"/>
            <ac:spMk id="6" creationId="{79970EC2-8F87-7099-1783-F8CA2DF21B7A}"/>
          </ac:spMkLst>
        </pc:spChg>
        <pc:spChg chg="del mod">
          <ac:chgData name="Tania Alonso Martin" userId="86d8f48a-3e56-422c-8568-ac8139a7a6ea" providerId="ADAL" clId="{DDE3B61C-09F3-4CA7-A26C-A98E774879C7}" dt="2026-06-23T09:14:36.869" v="374" actId="478"/>
          <ac:spMkLst>
            <pc:docMk/>
            <pc:sldMk cId="1982939803" sldId="287"/>
            <ac:spMk id="8" creationId="{49959EB0-C671-B2AE-6274-366BAACBAE73}"/>
          </ac:spMkLst>
        </pc:spChg>
        <pc:spChg chg="del mod">
          <ac:chgData name="Tania Alonso Martin" userId="86d8f48a-3e56-422c-8568-ac8139a7a6ea" providerId="ADAL" clId="{DDE3B61C-09F3-4CA7-A26C-A98E774879C7}" dt="2026-06-23T09:15:18.250" v="387" actId="478"/>
          <ac:spMkLst>
            <pc:docMk/>
            <pc:sldMk cId="1982939803" sldId="287"/>
            <ac:spMk id="9" creationId="{DA0D5085-FBA2-92B5-9C20-32B61F344860}"/>
          </ac:spMkLst>
        </pc:spChg>
        <pc:spChg chg="del mod">
          <ac:chgData name="Tania Alonso Martin" userId="86d8f48a-3e56-422c-8568-ac8139a7a6ea" providerId="ADAL" clId="{DDE3B61C-09F3-4CA7-A26C-A98E774879C7}" dt="2026-06-23T09:14:32.852" v="373" actId="478"/>
          <ac:spMkLst>
            <pc:docMk/>
            <pc:sldMk cId="1982939803" sldId="287"/>
            <ac:spMk id="10" creationId="{A4F6902E-4F84-633A-14E8-1F8E166413E9}"/>
          </ac:spMkLst>
        </pc:spChg>
        <pc:spChg chg="del mod">
          <ac:chgData name="Tania Alonso Martin" userId="86d8f48a-3e56-422c-8568-ac8139a7a6ea" providerId="ADAL" clId="{DDE3B61C-09F3-4CA7-A26C-A98E774879C7}" dt="2026-06-23T09:04:12.746" v="172" actId="478"/>
          <ac:spMkLst>
            <pc:docMk/>
            <pc:sldMk cId="1982939803" sldId="287"/>
            <ac:spMk id="11" creationId="{ADFF1810-7839-FDDD-2B86-5064B8E737F3}"/>
          </ac:spMkLst>
        </pc:spChg>
        <pc:spChg chg="mod">
          <ac:chgData name="Tania Alonso Martin" userId="86d8f48a-3e56-422c-8568-ac8139a7a6ea" providerId="ADAL" clId="{DDE3B61C-09F3-4CA7-A26C-A98E774879C7}" dt="2026-06-23T08:53:56.822" v="96"/>
          <ac:spMkLst>
            <pc:docMk/>
            <pc:sldMk cId="1982939803" sldId="287"/>
            <ac:spMk id="12" creationId="{49C95305-8877-F844-CE90-5391E920E472}"/>
          </ac:spMkLst>
        </pc:spChg>
        <pc:spChg chg="del">
          <ac:chgData name="Tania Alonso Martin" userId="86d8f48a-3e56-422c-8568-ac8139a7a6ea" providerId="ADAL" clId="{DDE3B61C-09F3-4CA7-A26C-A98E774879C7}" dt="2026-06-23T09:05:42.160" v="196" actId="478"/>
          <ac:spMkLst>
            <pc:docMk/>
            <pc:sldMk cId="1982939803" sldId="287"/>
            <ac:spMk id="14" creationId="{C956CFC9-D931-0FDC-0C9B-DA01E2CDCB6E}"/>
          </ac:spMkLst>
        </pc:spChg>
        <pc:spChg chg="add mod">
          <ac:chgData name="Tania Alonso Martin" userId="86d8f48a-3e56-422c-8568-ac8139a7a6ea" providerId="ADAL" clId="{DDE3B61C-09F3-4CA7-A26C-A98E774879C7}" dt="2026-06-23T09:27:22.770" v="558" actId="113"/>
          <ac:spMkLst>
            <pc:docMk/>
            <pc:sldMk cId="1982939803" sldId="287"/>
            <ac:spMk id="15" creationId="{C5182F8A-8661-7B25-44E0-703FAF3B7CB9}"/>
          </ac:spMkLst>
        </pc:spChg>
        <pc:spChg chg="del">
          <ac:chgData name="Tania Alonso Martin" userId="86d8f48a-3e56-422c-8568-ac8139a7a6ea" providerId="ADAL" clId="{DDE3B61C-09F3-4CA7-A26C-A98E774879C7}" dt="2026-06-23T09:05:45.910" v="197" actId="478"/>
          <ac:spMkLst>
            <pc:docMk/>
            <pc:sldMk cId="1982939803" sldId="287"/>
            <ac:spMk id="17" creationId="{D78DDF9D-4259-3B09-B579-E1F2B0962D5A}"/>
          </ac:spMkLst>
        </pc:spChg>
        <pc:spChg chg="add mod">
          <ac:chgData name="Tania Alonso Martin" userId="86d8f48a-3e56-422c-8568-ac8139a7a6ea" providerId="ADAL" clId="{DDE3B61C-09F3-4CA7-A26C-A98E774879C7}" dt="2026-06-23T09:29:29.956" v="618" actId="1038"/>
          <ac:spMkLst>
            <pc:docMk/>
            <pc:sldMk cId="1982939803" sldId="287"/>
            <ac:spMk id="19" creationId="{7F6A5198-6AED-ECF6-D351-5EA2B13D1121}"/>
          </ac:spMkLst>
        </pc:spChg>
        <pc:spChg chg="add mod">
          <ac:chgData name="Tania Alonso Martin" userId="86d8f48a-3e56-422c-8568-ac8139a7a6ea" providerId="ADAL" clId="{DDE3B61C-09F3-4CA7-A26C-A98E774879C7}" dt="2026-06-23T09:29:14.618" v="595" actId="1038"/>
          <ac:spMkLst>
            <pc:docMk/>
            <pc:sldMk cId="1982939803" sldId="287"/>
            <ac:spMk id="21" creationId="{96B371A5-10ED-91E7-86CC-98BA683948FF}"/>
          </ac:spMkLst>
        </pc:spChg>
        <pc:spChg chg="add del mod">
          <ac:chgData name="Tania Alonso Martin" userId="86d8f48a-3e56-422c-8568-ac8139a7a6ea" providerId="ADAL" clId="{DDE3B61C-09F3-4CA7-A26C-A98E774879C7}" dt="2026-06-23T08:50:15.107" v="81" actId="478"/>
          <ac:spMkLst>
            <pc:docMk/>
            <pc:sldMk cId="1982939803" sldId="287"/>
            <ac:spMk id="22" creationId="{DBE522CF-5E16-A028-B21A-F31580443436}"/>
          </ac:spMkLst>
        </pc:spChg>
        <pc:spChg chg="add mod ord">
          <ac:chgData name="Tania Alonso Martin" userId="86d8f48a-3e56-422c-8568-ac8139a7a6ea" providerId="ADAL" clId="{DDE3B61C-09F3-4CA7-A26C-A98E774879C7}" dt="2026-06-23T09:26:29.276" v="513" actId="403"/>
          <ac:spMkLst>
            <pc:docMk/>
            <pc:sldMk cId="1982939803" sldId="287"/>
            <ac:spMk id="29" creationId="{E53A8D6E-11E5-3C26-5A45-F113B2E24F4A}"/>
          </ac:spMkLst>
        </pc:spChg>
        <pc:spChg chg="add mod ord">
          <ac:chgData name="Tania Alonso Martin" userId="86d8f48a-3e56-422c-8568-ac8139a7a6ea" providerId="ADAL" clId="{DDE3B61C-09F3-4CA7-A26C-A98E774879C7}" dt="2026-06-23T10:16:49.788" v="1594" actId="1076"/>
          <ac:spMkLst>
            <pc:docMk/>
            <pc:sldMk cId="1982939803" sldId="287"/>
            <ac:spMk id="30" creationId="{E871A84F-5294-52A4-58B7-78610B386D63}"/>
          </ac:spMkLst>
        </pc:spChg>
        <pc:spChg chg="add mod ord">
          <ac:chgData name="Tania Alonso Martin" userId="86d8f48a-3e56-422c-8568-ac8139a7a6ea" providerId="ADAL" clId="{DDE3B61C-09F3-4CA7-A26C-A98E774879C7}" dt="2026-06-23T09:28:26.772" v="562" actId="3064"/>
          <ac:spMkLst>
            <pc:docMk/>
            <pc:sldMk cId="1982939803" sldId="287"/>
            <ac:spMk id="31" creationId="{CE05BAB6-38CE-6E04-845C-338A7C1F9676}"/>
          </ac:spMkLst>
        </pc:spChg>
        <pc:spChg chg="add mod ord">
          <ac:chgData name="Tania Alonso Martin" userId="86d8f48a-3e56-422c-8568-ac8139a7a6ea" providerId="ADAL" clId="{DDE3B61C-09F3-4CA7-A26C-A98E774879C7}" dt="2026-06-23T09:29:29.956" v="618" actId="1038"/>
          <ac:spMkLst>
            <pc:docMk/>
            <pc:sldMk cId="1982939803" sldId="287"/>
            <ac:spMk id="32" creationId="{227933D9-4EBC-437F-7119-557ED886B12E}"/>
          </ac:spMkLst>
        </pc:spChg>
        <pc:spChg chg="add mod ord">
          <ac:chgData name="Tania Alonso Martin" userId="86d8f48a-3e56-422c-8568-ac8139a7a6ea" providerId="ADAL" clId="{DDE3B61C-09F3-4CA7-A26C-A98E774879C7}" dt="2026-06-23T09:29:18.592" v="606" actId="1038"/>
          <ac:spMkLst>
            <pc:docMk/>
            <pc:sldMk cId="1982939803" sldId="287"/>
            <ac:spMk id="33" creationId="{7391167C-0DE5-7574-D6E2-82F4C3681E2F}"/>
          </ac:spMkLst>
        </pc:spChg>
        <pc:spChg chg="add mod">
          <ac:chgData name="Tania Alonso Martin" userId="86d8f48a-3e56-422c-8568-ac8139a7a6ea" providerId="ADAL" clId="{DDE3B61C-09F3-4CA7-A26C-A98E774879C7}" dt="2026-06-23T10:17:01.090" v="1596" actId="408"/>
          <ac:spMkLst>
            <pc:docMk/>
            <pc:sldMk cId="1982939803" sldId="287"/>
            <ac:spMk id="34" creationId="{6FAB49CB-52C9-946E-D6D8-A8F3123849C2}"/>
          </ac:spMkLst>
        </pc:spChg>
        <pc:spChg chg="add mod">
          <ac:chgData name="Tania Alonso Martin" userId="86d8f48a-3e56-422c-8568-ac8139a7a6ea" providerId="ADAL" clId="{DDE3B61C-09F3-4CA7-A26C-A98E774879C7}" dt="2026-06-23T10:17:01.090" v="1596" actId="408"/>
          <ac:spMkLst>
            <pc:docMk/>
            <pc:sldMk cId="1982939803" sldId="287"/>
            <ac:spMk id="35" creationId="{483DB9EA-227B-7682-D98C-8764012734C5}"/>
          </ac:spMkLst>
        </pc:spChg>
        <pc:spChg chg="add mod">
          <ac:chgData name="Tania Alonso Martin" userId="86d8f48a-3e56-422c-8568-ac8139a7a6ea" providerId="ADAL" clId="{DDE3B61C-09F3-4CA7-A26C-A98E774879C7}" dt="2026-06-23T10:17:01.090" v="1596" actId="408"/>
          <ac:spMkLst>
            <pc:docMk/>
            <pc:sldMk cId="1982939803" sldId="287"/>
            <ac:spMk id="37" creationId="{A819E890-4C1E-0272-0BB1-E9C98CE4A048}"/>
          </ac:spMkLst>
        </pc:spChg>
        <pc:picChg chg="del">
          <ac:chgData name="Tania Alonso Martin" userId="86d8f48a-3e56-422c-8568-ac8139a7a6ea" providerId="ADAL" clId="{DDE3B61C-09F3-4CA7-A26C-A98E774879C7}" dt="2026-06-23T09:05:42.160" v="196" actId="478"/>
          <ac:picMkLst>
            <pc:docMk/>
            <pc:sldMk cId="1982939803" sldId="287"/>
            <ac:picMk id="16" creationId="{4DF1BB4F-626C-A092-6B23-564DF0D11E84}"/>
          </ac:picMkLst>
        </pc:picChg>
        <pc:picChg chg="add mod modCrop">
          <ac:chgData name="Tania Alonso Martin" userId="86d8f48a-3e56-422c-8568-ac8139a7a6ea" providerId="ADAL" clId="{DDE3B61C-09F3-4CA7-A26C-A98E774879C7}" dt="2026-06-23T09:19:07.757" v="419" actId="14100"/>
          <ac:picMkLst>
            <pc:docMk/>
            <pc:sldMk cId="1982939803" sldId="287"/>
            <ac:picMk id="24" creationId="{68571779-A9F0-A312-E824-36D2E25D0ACB}"/>
          </ac:picMkLst>
        </pc:picChg>
        <pc:picChg chg="add mod">
          <ac:chgData name="Tania Alonso Martin" userId="86d8f48a-3e56-422c-8568-ac8139a7a6ea" providerId="ADAL" clId="{DDE3B61C-09F3-4CA7-A26C-A98E774879C7}" dt="2026-06-23T09:28:47.041" v="580" actId="1036"/>
          <ac:picMkLst>
            <pc:docMk/>
            <pc:sldMk cId="1982939803" sldId="287"/>
            <ac:picMk id="26" creationId="{1BC9B790-0A30-D5A4-2881-696520F4204C}"/>
          </ac:picMkLst>
        </pc:picChg>
        <pc:picChg chg="add mod">
          <ac:chgData name="Tania Alonso Martin" userId="86d8f48a-3e56-422c-8568-ac8139a7a6ea" providerId="ADAL" clId="{DDE3B61C-09F3-4CA7-A26C-A98E774879C7}" dt="2026-06-23T09:15:38.417" v="394" actId="1076"/>
          <ac:picMkLst>
            <pc:docMk/>
            <pc:sldMk cId="1982939803" sldId="287"/>
            <ac:picMk id="28" creationId="{2E7214BE-27E9-EF72-B8E9-259C3B1EAA17}"/>
          </ac:picMkLst>
        </pc:picChg>
      </pc:sldChg>
      <pc:sldChg chg="add">
        <pc:chgData name="Tania Alonso Martin" userId="86d8f48a-3e56-422c-8568-ac8139a7a6ea" providerId="ADAL" clId="{DDE3B61C-09F3-4CA7-A26C-A98E774879C7}" dt="2026-06-23T14:03:37.672" v="1831"/>
        <pc:sldMkLst>
          <pc:docMk/>
          <pc:sldMk cId="3554471461" sldId="287"/>
        </pc:sldMkLst>
      </pc:sldChg>
      <pc:sldChg chg="addSp delSp modSp add del mod">
        <pc:chgData name="Tania Alonso Martin" userId="86d8f48a-3e56-422c-8568-ac8139a7a6ea" providerId="ADAL" clId="{DDE3B61C-09F3-4CA7-A26C-A98E774879C7}" dt="2026-06-23T14:03:43.212" v="1832" actId="47"/>
        <pc:sldMkLst>
          <pc:docMk/>
          <pc:sldMk cId="1058201228" sldId="293"/>
        </pc:sldMkLst>
        <pc:spChg chg="add mod">
          <ac:chgData name="Tania Alonso Martin" userId="86d8f48a-3e56-422c-8568-ac8139a7a6ea" providerId="ADAL" clId="{DDE3B61C-09F3-4CA7-A26C-A98E774879C7}" dt="2026-06-23T10:08:15.083" v="1504" actId="1582"/>
          <ac:spMkLst>
            <pc:docMk/>
            <pc:sldMk cId="1058201228" sldId="293"/>
            <ac:spMk id="4" creationId="{4FCA1DA4-E56C-DD65-A1CB-30A7E951B60D}"/>
          </ac:spMkLst>
        </pc:spChg>
        <pc:spChg chg="mod">
          <ac:chgData name="Tania Alonso Martin" userId="86d8f48a-3e56-422c-8568-ac8139a7a6ea" providerId="ADAL" clId="{DDE3B61C-09F3-4CA7-A26C-A98E774879C7}" dt="2026-06-23T10:30:16.218" v="1713" actId="1076"/>
          <ac:spMkLst>
            <pc:docMk/>
            <pc:sldMk cId="1058201228" sldId="293"/>
            <ac:spMk id="5" creationId="{1D310F1F-B142-B2EB-BC26-70F335B694BE}"/>
          </ac:spMkLst>
        </pc:spChg>
        <pc:spChg chg="add del mod">
          <ac:chgData name="Tania Alonso Martin" userId="86d8f48a-3e56-422c-8568-ac8139a7a6ea" providerId="ADAL" clId="{DDE3B61C-09F3-4CA7-A26C-A98E774879C7}" dt="2026-06-23T09:48:58.292" v="1081" actId="478"/>
          <ac:spMkLst>
            <pc:docMk/>
            <pc:sldMk cId="1058201228" sldId="293"/>
            <ac:spMk id="6" creationId="{48CB36EC-99BB-9294-9FCB-66D3C8AC0658}"/>
          </ac:spMkLst>
        </pc:spChg>
        <pc:spChg chg="add del mod">
          <ac:chgData name="Tania Alonso Martin" userId="86d8f48a-3e56-422c-8568-ac8139a7a6ea" providerId="ADAL" clId="{DDE3B61C-09F3-4CA7-A26C-A98E774879C7}" dt="2026-06-23T09:48:59.801" v="1082" actId="478"/>
          <ac:spMkLst>
            <pc:docMk/>
            <pc:sldMk cId="1058201228" sldId="293"/>
            <ac:spMk id="8" creationId="{F96C212B-F2B1-8064-3B27-8A7C6E33763A}"/>
          </ac:spMkLst>
        </pc:spChg>
        <pc:spChg chg="add mod">
          <ac:chgData name="Tania Alonso Martin" userId="86d8f48a-3e56-422c-8568-ac8139a7a6ea" providerId="ADAL" clId="{DDE3B61C-09F3-4CA7-A26C-A98E774879C7}" dt="2026-06-23T10:26:06.705" v="1682" actId="1038"/>
          <ac:spMkLst>
            <pc:docMk/>
            <pc:sldMk cId="1058201228" sldId="293"/>
            <ac:spMk id="9" creationId="{E42F21AC-DD58-2CAC-A587-082419A0F150}"/>
          </ac:spMkLst>
        </pc:spChg>
        <pc:spChg chg="mod">
          <ac:chgData name="Tania Alonso Martin" userId="86d8f48a-3e56-422c-8568-ac8139a7a6ea" providerId="ADAL" clId="{DDE3B61C-09F3-4CA7-A26C-A98E774879C7}" dt="2026-06-23T10:27:57.605" v="1693" actId="790"/>
          <ac:spMkLst>
            <pc:docMk/>
            <pc:sldMk cId="1058201228" sldId="293"/>
            <ac:spMk id="15" creationId="{E2285121-F9B5-EF53-C2DE-B5BBA051BF66}"/>
          </ac:spMkLst>
        </pc:spChg>
        <pc:spChg chg="add mod">
          <ac:chgData name="Tania Alonso Martin" userId="86d8f48a-3e56-422c-8568-ac8139a7a6ea" providerId="ADAL" clId="{DDE3B61C-09F3-4CA7-A26C-A98E774879C7}" dt="2026-06-23T10:33:17.988" v="1782" actId="1037"/>
          <ac:spMkLst>
            <pc:docMk/>
            <pc:sldMk cId="1058201228" sldId="293"/>
            <ac:spMk id="18" creationId="{F248D58B-FDCD-A9C8-46E2-446B9AAEBAB2}"/>
          </ac:spMkLst>
        </pc:spChg>
        <pc:spChg chg="mod">
          <ac:chgData name="Tania Alonso Martin" userId="86d8f48a-3e56-422c-8568-ac8139a7a6ea" providerId="ADAL" clId="{DDE3B61C-09F3-4CA7-A26C-A98E774879C7}" dt="2026-06-23T10:32:55.711" v="1766" actId="1038"/>
          <ac:spMkLst>
            <pc:docMk/>
            <pc:sldMk cId="1058201228" sldId="293"/>
            <ac:spMk id="19" creationId="{F6DB5F61-B2D7-0E3F-6E62-57D532E3BA2B}"/>
          </ac:spMkLst>
        </pc:spChg>
        <pc:spChg chg="mod">
          <ac:chgData name="Tania Alonso Martin" userId="86d8f48a-3e56-422c-8568-ac8139a7a6ea" providerId="ADAL" clId="{DDE3B61C-09F3-4CA7-A26C-A98E774879C7}" dt="2026-06-23T10:33:22.204" v="1792" actId="1037"/>
          <ac:spMkLst>
            <pc:docMk/>
            <pc:sldMk cId="1058201228" sldId="293"/>
            <ac:spMk id="21" creationId="{FC4A4C27-E836-32EF-E517-9E9C12C2B4B6}"/>
          </ac:spMkLst>
        </pc:spChg>
        <pc:spChg chg="mod">
          <ac:chgData name="Tania Alonso Martin" userId="86d8f48a-3e56-422c-8568-ac8139a7a6ea" providerId="ADAL" clId="{DDE3B61C-09F3-4CA7-A26C-A98E774879C7}" dt="2026-06-23T09:59:15.433" v="1338" actId="1036"/>
          <ac:spMkLst>
            <pc:docMk/>
            <pc:sldMk cId="1058201228" sldId="293"/>
            <ac:spMk id="29" creationId="{8557ECAA-10F8-C1A9-2283-4D06AA5671D8}"/>
          </ac:spMkLst>
        </pc:spChg>
        <pc:spChg chg="mod">
          <ac:chgData name="Tania Alonso Martin" userId="86d8f48a-3e56-422c-8568-ac8139a7a6ea" providerId="ADAL" clId="{DDE3B61C-09F3-4CA7-A26C-A98E774879C7}" dt="2026-06-23T10:21:21.492" v="1626" actId="14100"/>
          <ac:spMkLst>
            <pc:docMk/>
            <pc:sldMk cId="1058201228" sldId="293"/>
            <ac:spMk id="30" creationId="{C5323A28-359C-00E3-4571-67B34CBA1558}"/>
          </ac:spMkLst>
        </pc:spChg>
        <pc:spChg chg="mod">
          <ac:chgData name="Tania Alonso Martin" userId="86d8f48a-3e56-422c-8568-ac8139a7a6ea" providerId="ADAL" clId="{DDE3B61C-09F3-4CA7-A26C-A98E774879C7}" dt="2026-06-23T10:14:38.933" v="1575" actId="3064"/>
          <ac:spMkLst>
            <pc:docMk/>
            <pc:sldMk cId="1058201228" sldId="293"/>
            <ac:spMk id="31" creationId="{90B6EC89-B7E0-2CD7-7E73-C8CB39609526}"/>
          </ac:spMkLst>
        </pc:spChg>
        <pc:spChg chg="mod">
          <ac:chgData name="Tania Alonso Martin" userId="86d8f48a-3e56-422c-8568-ac8139a7a6ea" providerId="ADAL" clId="{DDE3B61C-09F3-4CA7-A26C-A98E774879C7}" dt="2026-06-23T10:26:06.705" v="1682" actId="1038"/>
          <ac:spMkLst>
            <pc:docMk/>
            <pc:sldMk cId="1058201228" sldId="293"/>
            <ac:spMk id="32" creationId="{F0A0C288-5A32-E1EC-8A11-182BB5FE6DC3}"/>
          </ac:spMkLst>
        </pc:spChg>
        <pc:spChg chg="mod">
          <ac:chgData name="Tania Alonso Martin" userId="86d8f48a-3e56-422c-8568-ac8139a7a6ea" providerId="ADAL" clId="{DDE3B61C-09F3-4CA7-A26C-A98E774879C7}" dt="2026-06-23T10:33:17.988" v="1782" actId="1037"/>
          <ac:spMkLst>
            <pc:docMk/>
            <pc:sldMk cId="1058201228" sldId="293"/>
            <ac:spMk id="33" creationId="{F00AA743-86D7-B476-C746-39650911D802}"/>
          </ac:spMkLst>
        </pc:spChg>
        <pc:spChg chg="mod">
          <ac:chgData name="Tania Alonso Martin" userId="86d8f48a-3e56-422c-8568-ac8139a7a6ea" providerId="ADAL" clId="{DDE3B61C-09F3-4CA7-A26C-A98E774879C7}" dt="2026-06-23T10:35:08.019" v="1808" actId="1037"/>
          <ac:spMkLst>
            <pc:docMk/>
            <pc:sldMk cId="1058201228" sldId="293"/>
            <ac:spMk id="34" creationId="{06156CA5-1B60-62E4-CE87-3F16CFA38A97}"/>
          </ac:spMkLst>
        </pc:spChg>
        <pc:spChg chg="mod">
          <ac:chgData name="Tania Alonso Martin" userId="86d8f48a-3e56-422c-8568-ac8139a7a6ea" providerId="ADAL" clId="{DDE3B61C-09F3-4CA7-A26C-A98E774879C7}" dt="2026-06-23T10:35:36.347" v="1822" actId="1035"/>
          <ac:spMkLst>
            <pc:docMk/>
            <pc:sldMk cId="1058201228" sldId="293"/>
            <ac:spMk id="35" creationId="{59B06330-B572-1988-8F11-12B1689F31BC}"/>
          </ac:spMkLst>
        </pc:spChg>
        <pc:spChg chg="mod">
          <ac:chgData name="Tania Alonso Martin" userId="86d8f48a-3e56-422c-8568-ac8139a7a6ea" providerId="ADAL" clId="{DDE3B61C-09F3-4CA7-A26C-A98E774879C7}" dt="2026-06-23T10:35:51.209" v="1825" actId="1036"/>
          <ac:spMkLst>
            <pc:docMk/>
            <pc:sldMk cId="1058201228" sldId="293"/>
            <ac:spMk id="37" creationId="{2C163ECB-DBB1-0D16-55AE-EB48C98B6711}"/>
          </ac:spMkLst>
        </pc:spChg>
        <pc:spChg chg="add mod ord">
          <ac:chgData name="Tania Alonso Martin" userId="86d8f48a-3e56-422c-8568-ac8139a7a6ea" providerId="ADAL" clId="{DDE3B61C-09F3-4CA7-A26C-A98E774879C7}" dt="2026-06-23T10:34:35.525" v="1801" actId="208"/>
          <ac:spMkLst>
            <pc:docMk/>
            <pc:sldMk cId="1058201228" sldId="293"/>
            <ac:spMk id="54" creationId="{D1C966AF-6BC4-182A-112D-3D4B44963441}"/>
          </ac:spMkLst>
        </pc:spChg>
        <pc:spChg chg="add mod ord">
          <ac:chgData name="Tania Alonso Martin" userId="86d8f48a-3e56-422c-8568-ac8139a7a6ea" providerId="ADAL" clId="{DDE3B61C-09F3-4CA7-A26C-A98E774879C7}" dt="2026-06-23T10:34:35.525" v="1801" actId="208"/>
          <ac:spMkLst>
            <pc:docMk/>
            <pc:sldMk cId="1058201228" sldId="293"/>
            <ac:spMk id="55" creationId="{23F1200D-C26C-CD31-3C2E-3947A892A013}"/>
          </ac:spMkLst>
        </pc:spChg>
        <pc:spChg chg="add mod ord">
          <ac:chgData name="Tania Alonso Martin" userId="86d8f48a-3e56-422c-8568-ac8139a7a6ea" providerId="ADAL" clId="{DDE3B61C-09F3-4CA7-A26C-A98E774879C7}" dt="2026-06-23T10:34:35.525" v="1801" actId="208"/>
          <ac:spMkLst>
            <pc:docMk/>
            <pc:sldMk cId="1058201228" sldId="293"/>
            <ac:spMk id="56" creationId="{83083886-15F1-58C6-D291-976B03B06CB4}"/>
          </ac:spMkLst>
        </pc:spChg>
        <pc:spChg chg="add mod ord">
          <ac:chgData name="Tania Alonso Martin" userId="86d8f48a-3e56-422c-8568-ac8139a7a6ea" providerId="ADAL" clId="{DDE3B61C-09F3-4CA7-A26C-A98E774879C7}" dt="2026-06-23T10:35:36.347" v="1822" actId="1035"/>
          <ac:spMkLst>
            <pc:docMk/>
            <pc:sldMk cId="1058201228" sldId="293"/>
            <ac:spMk id="57" creationId="{A8D927AC-C818-927B-6523-D6029916F4F9}"/>
          </ac:spMkLst>
        </pc:spChg>
        <pc:spChg chg="add mod ord">
          <ac:chgData name="Tania Alonso Martin" userId="86d8f48a-3e56-422c-8568-ac8139a7a6ea" providerId="ADAL" clId="{DDE3B61C-09F3-4CA7-A26C-A98E774879C7}" dt="2026-06-23T10:35:36.347" v="1822" actId="1035"/>
          <ac:spMkLst>
            <pc:docMk/>
            <pc:sldMk cId="1058201228" sldId="293"/>
            <ac:spMk id="58" creationId="{587D7094-BABF-2C0A-28A0-1D26055E28EA}"/>
          </ac:spMkLst>
        </pc:spChg>
        <pc:spChg chg="add mod ord">
          <ac:chgData name="Tania Alonso Martin" userId="86d8f48a-3e56-422c-8568-ac8139a7a6ea" providerId="ADAL" clId="{DDE3B61C-09F3-4CA7-A26C-A98E774879C7}" dt="2026-06-23T10:35:36.347" v="1822" actId="1035"/>
          <ac:spMkLst>
            <pc:docMk/>
            <pc:sldMk cId="1058201228" sldId="293"/>
            <ac:spMk id="59" creationId="{FA1F56A8-9A1B-949B-04F5-B767110E372E}"/>
          </ac:spMkLst>
        </pc:spChg>
        <pc:spChg chg="add mod ord">
          <ac:chgData name="Tania Alonso Martin" userId="86d8f48a-3e56-422c-8568-ac8139a7a6ea" providerId="ADAL" clId="{DDE3B61C-09F3-4CA7-A26C-A98E774879C7}" dt="2026-06-23T10:32:26.002" v="1748" actId="164"/>
          <ac:spMkLst>
            <pc:docMk/>
            <pc:sldMk cId="1058201228" sldId="293"/>
            <ac:spMk id="60" creationId="{9405A5D3-5E89-1DB3-B458-EB4AAC27157C}"/>
          </ac:spMkLst>
        </pc:spChg>
        <pc:spChg chg="add mod ord">
          <ac:chgData name="Tania Alonso Martin" userId="86d8f48a-3e56-422c-8568-ac8139a7a6ea" providerId="ADAL" clId="{DDE3B61C-09F3-4CA7-A26C-A98E774879C7}" dt="2026-06-23T10:32:26.002" v="1748" actId="164"/>
          <ac:spMkLst>
            <pc:docMk/>
            <pc:sldMk cId="1058201228" sldId="293"/>
            <ac:spMk id="61" creationId="{3308D5DB-0517-0F62-65F2-6A3CE47C365D}"/>
          </ac:spMkLst>
        </pc:spChg>
        <pc:spChg chg="add mod ord">
          <ac:chgData name="Tania Alonso Martin" userId="86d8f48a-3e56-422c-8568-ac8139a7a6ea" providerId="ADAL" clId="{DDE3B61C-09F3-4CA7-A26C-A98E774879C7}" dt="2026-06-23T10:32:26.002" v="1748" actId="164"/>
          <ac:spMkLst>
            <pc:docMk/>
            <pc:sldMk cId="1058201228" sldId="293"/>
            <ac:spMk id="62" creationId="{04A23F6D-B586-6791-8061-9C0120760027}"/>
          </ac:spMkLst>
        </pc:spChg>
        <pc:grpChg chg="add mod">
          <ac:chgData name="Tania Alonso Martin" userId="86d8f48a-3e56-422c-8568-ac8139a7a6ea" providerId="ADAL" clId="{DDE3B61C-09F3-4CA7-A26C-A98E774879C7}" dt="2026-06-23T10:32:26.002" v="1748" actId="164"/>
          <ac:grpSpMkLst>
            <pc:docMk/>
            <pc:sldMk cId="1058201228" sldId="293"/>
            <ac:grpSpMk id="63" creationId="{756D1FCC-ED7B-3519-FD64-55D9F77B8BE4}"/>
          </ac:grpSpMkLst>
        </pc:grpChg>
        <pc:grpChg chg="add mod">
          <ac:chgData name="Tania Alonso Martin" userId="86d8f48a-3e56-422c-8568-ac8139a7a6ea" providerId="ADAL" clId="{DDE3B61C-09F3-4CA7-A26C-A98E774879C7}" dt="2026-06-23T10:35:36.347" v="1822" actId="1035"/>
          <ac:grpSpMkLst>
            <pc:docMk/>
            <pc:sldMk cId="1058201228" sldId="293"/>
            <ac:grpSpMk id="64" creationId="{F465C14E-83A8-6848-D0DF-C7EA15936CFB}"/>
          </ac:grpSpMkLst>
        </pc:grpChg>
        <pc:grpChg chg="add mod">
          <ac:chgData name="Tania Alonso Martin" userId="86d8f48a-3e56-422c-8568-ac8139a7a6ea" providerId="ADAL" clId="{DDE3B61C-09F3-4CA7-A26C-A98E774879C7}" dt="2026-06-23T10:32:37.216" v="1750" actId="164"/>
          <ac:grpSpMkLst>
            <pc:docMk/>
            <pc:sldMk cId="1058201228" sldId="293"/>
            <ac:grpSpMk id="65" creationId="{2B1A68BF-3D3E-DE5E-0818-BBA22E84B4FF}"/>
          </ac:grpSpMkLst>
        </pc:grpChg>
        <pc:picChg chg="mod">
          <ac:chgData name="Tania Alonso Martin" userId="86d8f48a-3e56-422c-8568-ac8139a7a6ea" providerId="ADAL" clId="{DDE3B61C-09F3-4CA7-A26C-A98E774879C7}" dt="2026-06-23T10:12:33.645" v="1539" actId="1076"/>
          <ac:picMkLst>
            <pc:docMk/>
            <pc:sldMk cId="1058201228" sldId="293"/>
            <ac:picMk id="24" creationId="{21EC0483-E784-AA37-F4B4-C1C57754F43C}"/>
          </ac:picMkLst>
        </pc:picChg>
        <pc:picChg chg="mod">
          <ac:chgData name="Tania Alonso Martin" userId="86d8f48a-3e56-422c-8568-ac8139a7a6ea" providerId="ADAL" clId="{DDE3B61C-09F3-4CA7-A26C-A98E774879C7}" dt="2026-06-23T10:33:17.988" v="1782" actId="1037"/>
          <ac:picMkLst>
            <pc:docMk/>
            <pc:sldMk cId="1058201228" sldId="293"/>
            <ac:picMk id="26" creationId="{9DC75A1A-17D6-55C4-5900-78B087F15C21}"/>
          </ac:picMkLst>
        </pc:picChg>
        <pc:picChg chg="mod">
          <ac:chgData name="Tania Alonso Martin" userId="86d8f48a-3e56-422c-8568-ac8139a7a6ea" providerId="ADAL" clId="{DDE3B61C-09F3-4CA7-A26C-A98E774879C7}" dt="2026-06-23T10:26:42.571" v="1692" actId="1037"/>
          <ac:picMkLst>
            <pc:docMk/>
            <pc:sldMk cId="1058201228" sldId="293"/>
            <ac:picMk id="28" creationId="{FC7FABD3-1DC2-5EC5-8434-458212413F45}"/>
          </ac:picMkLst>
        </pc:picChg>
        <pc:cxnChg chg="add mod">
          <ac:chgData name="Tania Alonso Martin" userId="86d8f48a-3e56-422c-8568-ac8139a7a6ea" providerId="ADAL" clId="{DDE3B61C-09F3-4CA7-A26C-A98E774879C7}" dt="2026-06-23T10:26:13.673" v="1683" actId="14100"/>
          <ac:cxnSpMkLst>
            <pc:docMk/>
            <pc:sldMk cId="1058201228" sldId="293"/>
            <ac:cxnSpMk id="11" creationId="{2C3E3493-73FB-BDF3-ED5C-5B33E6711448}"/>
          </ac:cxnSpMkLst>
        </pc:cxnChg>
        <pc:cxnChg chg="add mod">
          <ac:chgData name="Tania Alonso Martin" userId="86d8f48a-3e56-422c-8568-ac8139a7a6ea" providerId="ADAL" clId="{DDE3B61C-09F3-4CA7-A26C-A98E774879C7}" dt="2026-06-23T10:37:26.802" v="1827" actId="14100"/>
          <ac:cxnSpMkLst>
            <pc:docMk/>
            <pc:sldMk cId="1058201228" sldId="293"/>
            <ac:cxnSpMk id="22" creationId="{88F029F7-2594-F296-2614-14EB31A38ABD}"/>
          </ac:cxnSpMkLst>
        </pc:cxnChg>
        <pc:cxnChg chg="add mod">
          <ac:chgData name="Tania Alonso Martin" userId="86d8f48a-3e56-422c-8568-ac8139a7a6ea" providerId="ADAL" clId="{DDE3B61C-09F3-4CA7-A26C-A98E774879C7}" dt="2026-06-23T10:08:15.083" v="1504" actId="1582"/>
          <ac:cxnSpMkLst>
            <pc:docMk/>
            <pc:sldMk cId="1058201228" sldId="293"/>
            <ac:cxnSpMk id="27" creationId="{1A477D64-7664-0669-6500-2448C08BC036}"/>
          </ac:cxnSpMkLst>
        </pc:cxnChg>
      </pc:sldChg>
      <pc:sldChg chg="add del">
        <pc:chgData name="Tania Alonso Martin" userId="86d8f48a-3e56-422c-8568-ac8139a7a6ea" providerId="ADAL" clId="{DDE3B61C-09F3-4CA7-A26C-A98E774879C7}" dt="2026-06-23T18:29:48.757" v="1853" actId="47"/>
        <pc:sldMkLst>
          <pc:docMk/>
          <pc:sldMk cId="2479143149" sldId="293"/>
        </pc:sldMkLst>
      </pc:sldChg>
      <pc:sldChg chg="modSp add mod">
        <pc:chgData name="Tania Alonso Martin" userId="86d8f48a-3e56-422c-8568-ac8139a7a6ea" providerId="ADAL" clId="{DDE3B61C-09F3-4CA7-A26C-A98E774879C7}" dt="2026-06-23T14:06:36.762" v="1838" actId="14100"/>
        <pc:sldMkLst>
          <pc:docMk/>
          <pc:sldMk cId="2511349106" sldId="297"/>
        </pc:sldMkLst>
        <pc:spChg chg="mod">
          <ac:chgData name="Tania Alonso Martin" userId="86d8f48a-3e56-422c-8568-ac8139a7a6ea" providerId="ADAL" clId="{DDE3B61C-09F3-4CA7-A26C-A98E774879C7}" dt="2026-06-23T14:06:36.762" v="1838" actId="14100"/>
          <ac:spMkLst>
            <pc:docMk/>
            <pc:sldMk cId="2511349106" sldId="297"/>
            <ac:spMk id="4" creationId="{B26706F9-6C13-D0F5-3539-F6D143A13BA5}"/>
          </ac:spMkLst>
        </pc:spChg>
      </pc:sldChg>
      <pc:sldChg chg="addSp delSp modSp add mod setBg">
        <pc:chgData name="Tania Alonso Martin" userId="86d8f48a-3e56-422c-8568-ac8139a7a6ea" providerId="ADAL" clId="{DDE3B61C-09F3-4CA7-A26C-A98E774879C7}" dt="2026-06-23T18:28:40.953" v="1850"/>
        <pc:sldMkLst>
          <pc:docMk/>
          <pc:sldMk cId="876723275" sldId="299"/>
        </pc:sldMkLst>
        <pc:spChg chg="del">
          <ac:chgData name="Tania Alonso Martin" userId="86d8f48a-3e56-422c-8568-ac8139a7a6ea" providerId="ADAL" clId="{DDE3B61C-09F3-4CA7-A26C-A98E774879C7}" dt="2026-06-23T18:27:31.897" v="1841" actId="478"/>
          <ac:spMkLst>
            <pc:docMk/>
            <pc:sldMk cId="876723275" sldId="299"/>
            <ac:spMk id="41" creationId="{F6A696FC-AC43-55C8-53F7-B2299A508DBB}"/>
          </ac:spMkLst>
        </pc:spChg>
        <pc:spChg chg="del">
          <ac:chgData name="Tania Alonso Martin" userId="86d8f48a-3e56-422c-8568-ac8139a7a6ea" providerId="ADAL" clId="{DDE3B61C-09F3-4CA7-A26C-A98E774879C7}" dt="2026-06-23T18:27:31.897" v="1841" actId="478"/>
          <ac:spMkLst>
            <pc:docMk/>
            <pc:sldMk cId="876723275" sldId="299"/>
            <ac:spMk id="47" creationId="{9A0C3E3D-6875-26D4-8DDB-6B54FB1E73A5}"/>
          </ac:spMkLst>
        </pc:spChg>
        <pc:spChg chg="del">
          <ac:chgData name="Tania Alonso Martin" userId="86d8f48a-3e56-422c-8568-ac8139a7a6ea" providerId="ADAL" clId="{DDE3B61C-09F3-4CA7-A26C-A98E774879C7}" dt="2026-06-23T18:27:31.897" v="1841" actId="478"/>
          <ac:spMkLst>
            <pc:docMk/>
            <pc:sldMk cId="876723275" sldId="299"/>
            <ac:spMk id="49" creationId="{29E236B2-81FE-6980-77E5-C1976FE5995C}"/>
          </ac:spMkLst>
        </pc:spChg>
        <pc:spChg chg="del">
          <ac:chgData name="Tania Alonso Martin" userId="86d8f48a-3e56-422c-8568-ac8139a7a6ea" providerId="ADAL" clId="{DDE3B61C-09F3-4CA7-A26C-A98E774879C7}" dt="2026-06-23T18:27:31.897" v="1841" actId="478"/>
          <ac:spMkLst>
            <pc:docMk/>
            <pc:sldMk cId="876723275" sldId="299"/>
            <ac:spMk id="56" creationId="{923691B1-CCDF-9B1F-56E4-1B6BFD8A287F}"/>
          </ac:spMkLst>
        </pc:spChg>
        <pc:spChg chg="del">
          <ac:chgData name="Tania Alonso Martin" userId="86d8f48a-3e56-422c-8568-ac8139a7a6ea" providerId="ADAL" clId="{DDE3B61C-09F3-4CA7-A26C-A98E774879C7}" dt="2026-06-23T18:27:31.897" v="1841" actId="478"/>
          <ac:spMkLst>
            <pc:docMk/>
            <pc:sldMk cId="876723275" sldId="299"/>
            <ac:spMk id="63" creationId="{F463F764-107C-8569-9100-87A10B7765C5}"/>
          </ac:spMkLst>
        </pc:spChg>
        <pc:spChg chg="del">
          <ac:chgData name="Tania Alonso Martin" userId="86d8f48a-3e56-422c-8568-ac8139a7a6ea" providerId="ADAL" clId="{DDE3B61C-09F3-4CA7-A26C-A98E774879C7}" dt="2026-06-23T18:27:31.897" v="1841" actId="478"/>
          <ac:spMkLst>
            <pc:docMk/>
            <pc:sldMk cId="876723275" sldId="299"/>
            <ac:spMk id="68" creationId="{B48D2531-16FC-93C0-F664-F2B63D0CB6B1}"/>
          </ac:spMkLst>
        </pc:spChg>
        <pc:spChg chg="del">
          <ac:chgData name="Tania Alonso Martin" userId="86d8f48a-3e56-422c-8568-ac8139a7a6ea" providerId="ADAL" clId="{DDE3B61C-09F3-4CA7-A26C-A98E774879C7}" dt="2026-06-23T18:27:31.897" v="1841" actId="478"/>
          <ac:spMkLst>
            <pc:docMk/>
            <pc:sldMk cId="876723275" sldId="299"/>
            <ac:spMk id="73" creationId="{A759D23C-E842-CD71-B7C9-46E92AB87DC9}"/>
          </ac:spMkLst>
        </pc:spChg>
        <pc:spChg chg="del">
          <ac:chgData name="Tania Alonso Martin" userId="86d8f48a-3e56-422c-8568-ac8139a7a6ea" providerId="ADAL" clId="{DDE3B61C-09F3-4CA7-A26C-A98E774879C7}" dt="2026-06-23T18:27:34.858" v="1842" actId="478"/>
          <ac:spMkLst>
            <pc:docMk/>
            <pc:sldMk cId="876723275" sldId="299"/>
            <ac:spMk id="91" creationId="{EE13A791-406A-E751-3540-F90A504FA938}"/>
          </ac:spMkLst>
        </pc:spChg>
        <pc:spChg chg="del">
          <ac:chgData name="Tania Alonso Martin" userId="86d8f48a-3e56-422c-8568-ac8139a7a6ea" providerId="ADAL" clId="{DDE3B61C-09F3-4CA7-A26C-A98E774879C7}" dt="2026-06-23T18:27:34.858" v="1842" actId="478"/>
          <ac:spMkLst>
            <pc:docMk/>
            <pc:sldMk cId="876723275" sldId="299"/>
            <ac:spMk id="103" creationId="{F5F4A340-0EF5-9CB8-38B0-E0CAC4AD6A66}"/>
          </ac:spMkLst>
        </pc:spChg>
        <pc:spChg chg="del">
          <ac:chgData name="Tania Alonso Martin" userId="86d8f48a-3e56-422c-8568-ac8139a7a6ea" providerId="ADAL" clId="{DDE3B61C-09F3-4CA7-A26C-A98E774879C7}" dt="2026-06-23T18:27:34.858" v="1842" actId="478"/>
          <ac:spMkLst>
            <pc:docMk/>
            <pc:sldMk cId="876723275" sldId="299"/>
            <ac:spMk id="105" creationId="{93C18917-CE71-FD85-EF2F-5038973CAB77}"/>
          </ac:spMkLst>
        </pc:spChg>
        <pc:spChg chg="del">
          <ac:chgData name="Tania Alonso Martin" userId="86d8f48a-3e56-422c-8568-ac8139a7a6ea" providerId="ADAL" clId="{DDE3B61C-09F3-4CA7-A26C-A98E774879C7}" dt="2026-06-23T18:27:34.858" v="1842" actId="478"/>
          <ac:spMkLst>
            <pc:docMk/>
            <pc:sldMk cId="876723275" sldId="299"/>
            <ac:spMk id="107" creationId="{9F9791CC-1AFD-5130-6351-C52046C9747A}"/>
          </ac:spMkLst>
        </pc:spChg>
        <pc:spChg chg="del">
          <ac:chgData name="Tania Alonso Martin" userId="86d8f48a-3e56-422c-8568-ac8139a7a6ea" providerId="ADAL" clId="{DDE3B61C-09F3-4CA7-A26C-A98E774879C7}" dt="2026-06-23T18:27:34.858" v="1842" actId="478"/>
          <ac:spMkLst>
            <pc:docMk/>
            <pc:sldMk cId="876723275" sldId="299"/>
            <ac:spMk id="161" creationId="{1BC4970A-8AC6-14AE-90C7-E8DA574727E9}"/>
          </ac:spMkLst>
        </pc:spChg>
        <pc:spChg chg="del">
          <ac:chgData name="Tania Alonso Martin" userId="86d8f48a-3e56-422c-8568-ac8139a7a6ea" providerId="ADAL" clId="{DDE3B61C-09F3-4CA7-A26C-A98E774879C7}" dt="2026-06-23T18:27:31.897" v="1841" actId="478"/>
          <ac:spMkLst>
            <pc:docMk/>
            <pc:sldMk cId="876723275" sldId="299"/>
            <ac:spMk id="174" creationId="{485FEA21-2052-DFFE-7BB9-7B97DFB79632}"/>
          </ac:spMkLst>
        </pc:spChg>
        <pc:spChg chg="del">
          <ac:chgData name="Tania Alonso Martin" userId="86d8f48a-3e56-422c-8568-ac8139a7a6ea" providerId="ADAL" clId="{DDE3B61C-09F3-4CA7-A26C-A98E774879C7}" dt="2026-06-23T18:27:31.897" v="1841" actId="478"/>
          <ac:spMkLst>
            <pc:docMk/>
            <pc:sldMk cId="876723275" sldId="299"/>
            <ac:spMk id="189" creationId="{4936A6DD-6553-56FC-D696-362C09A36EB9}"/>
          </ac:spMkLst>
        </pc:spChg>
        <pc:spChg chg="del">
          <ac:chgData name="Tania Alonso Martin" userId="86d8f48a-3e56-422c-8568-ac8139a7a6ea" providerId="ADAL" clId="{DDE3B61C-09F3-4CA7-A26C-A98E774879C7}" dt="2026-06-23T18:27:31.897" v="1841" actId="478"/>
          <ac:spMkLst>
            <pc:docMk/>
            <pc:sldMk cId="876723275" sldId="299"/>
            <ac:spMk id="191" creationId="{BBB0B39C-8B72-0CFC-59B3-DA8E42AAEA1B}"/>
          </ac:spMkLst>
        </pc:spChg>
        <pc:grpChg chg="del">
          <ac:chgData name="Tania Alonso Martin" userId="86d8f48a-3e56-422c-8568-ac8139a7a6ea" providerId="ADAL" clId="{DDE3B61C-09F3-4CA7-A26C-A98E774879C7}" dt="2026-06-23T18:27:45.508" v="1845" actId="478"/>
          <ac:grpSpMkLst>
            <pc:docMk/>
            <pc:sldMk cId="876723275" sldId="299"/>
            <ac:grpSpMk id="119" creationId="{1EFCE291-2023-188A-E51F-F14041E34BAB}"/>
          </ac:grpSpMkLst>
        </pc:grpChg>
        <pc:grpChg chg="del">
          <ac:chgData name="Tania Alonso Martin" userId="86d8f48a-3e56-422c-8568-ac8139a7a6ea" providerId="ADAL" clId="{DDE3B61C-09F3-4CA7-A26C-A98E774879C7}" dt="2026-06-23T18:27:39.858" v="1843" actId="478"/>
          <ac:grpSpMkLst>
            <pc:docMk/>
            <pc:sldMk cId="876723275" sldId="299"/>
            <ac:grpSpMk id="132" creationId="{0D5E7148-9CC5-E90C-CB72-3AFFFF0A9AD6}"/>
          </ac:grpSpMkLst>
        </pc:grpChg>
        <pc:picChg chg="del">
          <ac:chgData name="Tania Alonso Martin" userId="86d8f48a-3e56-422c-8568-ac8139a7a6ea" providerId="ADAL" clId="{DDE3B61C-09F3-4CA7-A26C-A98E774879C7}" dt="2026-06-23T18:27:34.858" v="1842" actId="478"/>
          <ac:picMkLst>
            <pc:docMk/>
            <pc:sldMk cId="876723275" sldId="299"/>
            <ac:picMk id="12" creationId="{C5506398-AF31-D1B5-37A7-C6A584738BC3}"/>
          </ac:picMkLst>
        </pc:picChg>
        <pc:picChg chg="del">
          <ac:chgData name="Tania Alonso Martin" userId="86d8f48a-3e56-422c-8568-ac8139a7a6ea" providerId="ADAL" clId="{DDE3B61C-09F3-4CA7-A26C-A98E774879C7}" dt="2026-06-23T18:27:34.858" v="1842" actId="478"/>
          <ac:picMkLst>
            <pc:docMk/>
            <pc:sldMk cId="876723275" sldId="299"/>
            <ac:picMk id="14" creationId="{78155FF7-9E98-D791-B849-0D83FBB929E3}"/>
          </ac:picMkLst>
        </pc:picChg>
        <pc:picChg chg="add mod">
          <ac:chgData name="Tania Alonso Martin" userId="86d8f48a-3e56-422c-8568-ac8139a7a6ea" providerId="ADAL" clId="{DDE3B61C-09F3-4CA7-A26C-A98E774879C7}" dt="2026-06-23T18:28:17.291" v="1847" actId="931"/>
          <ac:picMkLst>
            <pc:docMk/>
            <pc:sldMk cId="876723275" sldId="299"/>
            <ac:picMk id="16" creationId="{6ECCEB5E-F115-E7B5-92B7-4985AB90CC11}"/>
          </ac:picMkLst>
        </pc:picChg>
        <pc:picChg chg="del">
          <ac:chgData name="Tania Alonso Martin" userId="86d8f48a-3e56-422c-8568-ac8139a7a6ea" providerId="ADAL" clId="{DDE3B61C-09F3-4CA7-A26C-A98E774879C7}" dt="2026-06-23T18:27:48.225" v="1846" actId="478"/>
          <ac:picMkLst>
            <pc:docMk/>
            <pc:sldMk cId="876723275" sldId="299"/>
            <ac:picMk id="48" creationId="{6E683F62-A775-C8D1-0175-9F542083F58B}"/>
          </ac:picMkLst>
        </pc:picChg>
        <pc:picChg chg="del">
          <ac:chgData name="Tania Alonso Martin" userId="86d8f48a-3e56-422c-8568-ac8139a7a6ea" providerId="ADAL" clId="{DDE3B61C-09F3-4CA7-A26C-A98E774879C7}" dt="2026-06-23T18:27:43.477" v="1844" actId="478"/>
          <ac:picMkLst>
            <pc:docMk/>
            <pc:sldMk cId="876723275" sldId="299"/>
            <ac:picMk id="114" creationId="{DCA6A9E2-37F0-C2E3-29C1-574A8498212F}"/>
          </ac:picMkLst>
        </pc:picChg>
      </pc:sldChg>
      <pc:sldChg chg="del">
        <pc:chgData name="Tania Alonso Martin" userId="86d8f48a-3e56-422c-8568-ac8139a7a6ea" providerId="ADAL" clId="{DDE3B61C-09F3-4CA7-A26C-A98E774879C7}" dt="2026-06-23T14:04:47.682" v="1836" actId="47"/>
        <pc:sldMkLst>
          <pc:docMk/>
          <pc:sldMk cId="2886585258" sldId="299"/>
        </pc:sldMkLst>
      </pc:sldChg>
      <pc:sldChg chg="add setBg">
        <pc:chgData name="Tania Alonso Martin" userId="86d8f48a-3e56-422c-8568-ac8139a7a6ea" providerId="ADAL" clId="{DDE3B61C-09F3-4CA7-A26C-A98E774879C7}" dt="2026-06-19T10:09:33.604" v="1"/>
        <pc:sldMkLst>
          <pc:docMk/>
          <pc:sldMk cId="1149830282" sldId="300"/>
        </pc:sldMkLst>
      </pc:sldChg>
      <pc:sldChg chg="delSp modSp add mod">
        <pc:chgData name="Tania Alonso Martin" userId="86d8f48a-3e56-422c-8568-ac8139a7a6ea" providerId="ADAL" clId="{DDE3B61C-09F3-4CA7-A26C-A98E774879C7}" dt="2026-06-19T10:12:45.856" v="31" actId="408"/>
        <pc:sldMkLst>
          <pc:docMk/>
          <pc:sldMk cId="3752042665" sldId="301"/>
        </pc:sldMkLst>
        <pc:spChg chg="mod">
          <ac:chgData name="Tania Alonso Martin" userId="86d8f48a-3e56-422c-8568-ac8139a7a6ea" providerId="ADAL" clId="{DDE3B61C-09F3-4CA7-A26C-A98E774879C7}" dt="2026-06-19T10:10:45.734" v="6" actId="113"/>
          <ac:spMkLst>
            <pc:docMk/>
            <pc:sldMk cId="3752042665" sldId="301"/>
            <ac:spMk id="42" creationId="{995FB63D-FDD0-98B7-A2AB-5A4A78F2029B}"/>
          </ac:spMkLst>
        </pc:spChg>
        <pc:spChg chg="mod">
          <ac:chgData name="Tania Alonso Martin" userId="86d8f48a-3e56-422c-8568-ac8139a7a6ea" providerId="ADAL" clId="{DDE3B61C-09F3-4CA7-A26C-A98E774879C7}" dt="2026-06-19T10:12:04.234" v="24" actId="408"/>
          <ac:spMkLst>
            <pc:docMk/>
            <pc:sldMk cId="3752042665" sldId="301"/>
            <ac:spMk id="973" creationId="{5B660672-F7D2-B9FC-BD8B-0CC9ED00CA44}"/>
          </ac:spMkLst>
        </pc:spChg>
        <pc:spChg chg="mod">
          <ac:chgData name="Tania Alonso Martin" userId="86d8f48a-3e56-422c-8568-ac8139a7a6ea" providerId="ADAL" clId="{DDE3B61C-09F3-4CA7-A26C-A98E774879C7}" dt="2026-06-19T10:11:51.781" v="22" actId="1037"/>
          <ac:spMkLst>
            <pc:docMk/>
            <pc:sldMk cId="3752042665" sldId="301"/>
            <ac:spMk id="985" creationId="{03A3CB68-E199-FD7F-8E57-3464918CD5C7}"/>
          </ac:spMkLst>
        </pc:spChg>
        <pc:spChg chg="mod">
          <ac:chgData name="Tania Alonso Martin" userId="86d8f48a-3e56-422c-8568-ac8139a7a6ea" providerId="ADAL" clId="{DDE3B61C-09F3-4CA7-A26C-A98E774879C7}" dt="2026-06-19T10:11:51.781" v="22" actId="1037"/>
          <ac:spMkLst>
            <pc:docMk/>
            <pc:sldMk cId="3752042665" sldId="301"/>
            <ac:spMk id="991" creationId="{B34E9123-5EF7-C7A0-49E9-FD149DA8BEE8}"/>
          </ac:spMkLst>
        </pc:spChg>
        <pc:spChg chg="mod">
          <ac:chgData name="Tania Alonso Martin" userId="86d8f48a-3e56-422c-8568-ac8139a7a6ea" providerId="ADAL" clId="{DDE3B61C-09F3-4CA7-A26C-A98E774879C7}" dt="2026-06-19T10:11:51.781" v="22" actId="1037"/>
          <ac:spMkLst>
            <pc:docMk/>
            <pc:sldMk cId="3752042665" sldId="301"/>
            <ac:spMk id="995" creationId="{C02B7474-3FF9-3F9D-8A56-01E0B585649E}"/>
          </ac:spMkLst>
        </pc:spChg>
        <pc:spChg chg="mod">
          <ac:chgData name="Tania Alonso Martin" userId="86d8f48a-3e56-422c-8568-ac8139a7a6ea" providerId="ADAL" clId="{DDE3B61C-09F3-4CA7-A26C-A98E774879C7}" dt="2026-06-19T10:11:51.781" v="22" actId="1037"/>
          <ac:spMkLst>
            <pc:docMk/>
            <pc:sldMk cId="3752042665" sldId="301"/>
            <ac:spMk id="997" creationId="{4E72CBC2-73E0-9D6A-790A-73F4D0A64413}"/>
          </ac:spMkLst>
        </pc:spChg>
        <pc:spChg chg="mod">
          <ac:chgData name="Tania Alonso Martin" userId="86d8f48a-3e56-422c-8568-ac8139a7a6ea" providerId="ADAL" clId="{DDE3B61C-09F3-4CA7-A26C-A98E774879C7}" dt="2026-06-19T10:11:51.781" v="22" actId="1037"/>
          <ac:spMkLst>
            <pc:docMk/>
            <pc:sldMk cId="3752042665" sldId="301"/>
            <ac:spMk id="1009" creationId="{1740E50A-8CF7-FEF4-A1BD-354A13FF9971}"/>
          </ac:spMkLst>
        </pc:spChg>
        <pc:spChg chg="mod">
          <ac:chgData name="Tania Alonso Martin" userId="86d8f48a-3e56-422c-8568-ac8139a7a6ea" providerId="ADAL" clId="{DDE3B61C-09F3-4CA7-A26C-A98E774879C7}" dt="2026-06-19T10:11:51.781" v="22" actId="1037"/>
          <ac:spMkLst>
            <pc:docMk/>
            <pc:sldMk cId="3752042665" sldId="301"/>
            <ac:spMk id="1016" creationId="{EFE9911D-C92E-5E55-B492-168BB41B1E53}"/>
          </ac:spMkLst>
        </pc:spChg>
        <pc:spChg chg="mod">
          <ac:chgData name="Tania Alonso Martin" userId="86d8f48a-3e56-422c-8568-ac8139a7a6ea" providerId="ADAL" clId="{DDE3B61C-09F3-4CA7-A26C-A98E774879C7}" dt="2026-06-19T10:12:09.280" v="25" actId="408"/>
          <ac:spMkLst>
            <pc:docMk/>
            <pc:sldMk cId="3752042665" sldId="301"/>
            <ac:spMk id="1021" creationId="{0B9EBBE1-D24C-4F3D-8960-0F4BA4CB434F}"/>
          </ac:spMkLst>
        </pc:spChg>
        <pc:spChg chg="mod">
          <ac:chgData name="Tania Alonso Martin" userId="86d8f48a-3e56-422c-8568-ac8139a7a6ea" providerId="ADAL" clId="{DDE3B61C-09F3-4CA7-A26C-A98E774879C7}" dt="2026-06-19T10:12:09.280" v="25" actId="408"/>
          <ac:spMkLst>
            <pc:docMk/>
            <pc:sldMk cId="3752042665" sldId="301"/>
            <ac:spMk id="1022" creationId="{3EB0453E-FFED-7FAA-94EA-C49392A45C78}"/>
          </ac:spMkLst>
        </pc:spChg>
        <pc:spChg chg="mod">
          <ac:chgData name="Tania Alonso Martin" userId="86d8f48a-3e56-422c-8568-ac8139a7a6ea" providerId="ADAL" clId="{DDE3B61C-09F3-4CA7-A26C-A98E774879C7}" dt="2026-06-19T10:12:09.280" v="25" actId="408"/>
          <ac:spMkLst>
            <pc:docMk/>
            <pc:sldMk cId="3752042665" sldId="301"/>
            <ac:spMk id="1023" creationId="{0503B75E-1A80-BDCD-9CF1-C2D444A49A9C}"/>
          </ac:spMkLst>
        </pc:spChg>
        <pc:spChg chg="mod">
          <ac:chgData name="Tania Alonso Martin" userId="86d8f48a-3e56-422c-8568-ac8139a7a6ea" providerId="ADAL" clId="{DDE3B61C-09F3-4CA7-A26C-A98E774879C7}" dt="2026-06-19T10:12:34.117" v="30" actId="1037"/>
          <ac:spMkLst>
            <pc:docMk/>
            <pc:sldMk cId="3752042665" sldId="301"/>
            <ac:spMk id="1024" creationId="{39545529-EAF9-ED53-6285-3C0B24047E41}"/>
          </ac:spMkLst>
        </pc:spChg>
        <pc:spChg chg="mod">
          <ac:chgData name="Tania Alonso Martin" userId="86d8f48a-3e56-422c-8568-ac8139a7a6ea" providerId="ADAL" clId="{DDE3B61C-09F3-4CA7-A26C-A98E774879C7}" dt="2026-06-19T10:12:09.280" v="25" actId="408"/>
          <ac:spMkLst>
            <pc:docMk/>
            <pc:sldMk cId="3752042665" sldId="301"/>
            <ac:spMk id="1026" creationId="{D85C3503-C61A-D3CC-8549-E2BA0EF9C442}"/>
          </ac:spMkLst>
        </pc:spChg>
        <pc:spChg chg="mod">
          <ac:chgData name="Tania Alonso Martin" userId="86d8f48a-3e56-422c-8568-ac8139a7a6ea" providerId="ADAL" clId="{DDE3B61C-09F3-4CA7-A26C-A98E774879C7}" dt="2026-06-19T10:12:09.280" v="25" actId="408"/>
          <ac:spMkLst>
            <pc:docMk/>
            <pc:sldMk cId="3752042665" sldId="301"/>
            <ac:spMk id="1027" creationId="{9522AECC-130B-E7CA-D43C-213625F5198C}"/>
          </ac:spMkLst>
        </pc:spChg>
        <pc:spChg chg="mod">
          <ac:chgData name="Tania Alonso Martin" userId="86d8f48a-3e56-422c-8568-ac8139a7a6ea" providerId="ADAL" clId="{DDE3B61C-09F3-4CA7-A26C-A98E774879C7}" dt="2026-06-19T10:12:34.117" v="30" actId="1037"/>
          <ac:spMkLst>
            <pc:docMk/>
            <pc:sldMk cId="3752042665" sldId="301"/>
            <ac:spMk id="1029" creationId="{7B62F7A6-CE68-BD11-FBE8-CCA87A300393}"/>
          </ac:spMkLst>
        </pc:spChg>
        <pc:spChg chg="mod">
          <ac:chgData name="Tania Alonso Martin" userId="86d8f48a-3e56-422c-8568-ac8139a7a6ea" providerId="ADAL" clId="{DDE3B61C-09F3-4CA7-A26C-A98E774879C7}" dt="2026-06-19T10:12:09.280" v="25" actId="408"/>
          <ac:spMkLst>
            <pc:docMk/>
            <pc:sldMk cId="3752042665" sldId="301"/>
            <ac:spMk id="1030" creationId="{B8B0C687-6A06-4F9B-8FC4-674A59C03253}"/>
          </ac:spMkLst>
        </pc:spChg>
        <pc:spChg chg="mod">
          <ac:chgData name="Tania Alonso Martin" userId="86d8f48a-3e56-422c-8568-ac8139a7a6ea" providerId="ADAL" clId="{DDE3B61C-09F3-4CA7-A26C-A98E774879C7}" dt="2026-06-19T10:12:45.856" v="31" actId="408"/>
          <ac:spMkLst>
            <pc:docMk/>
            <pc:sldMk cId="3752042665" sldId="301"/>
            <ac:spMk id="1034" creationId="{DC54E768-A971-270B-7D4F-0038C2BA643F}"/>
          </ac:spMkLst>
        </pc:spChg>
        <pc:spChg chg="mod">
          <ac:chgData name="Tania Alonso Martin" userId="86d8f48a-3e56-422c-8568-ac8139a7a6ea" providerId="ADAL" clId="{DDE3B61C-09F3-4CA7-A26C-A98E774879C7}" dt="2026-06-19T10:11:51.781" v="22" actId="1037"/>
          <ac:spMkLst>
            <pc:docMk/>
            <pc:sldMk cId="3752042665" sldId="301"/>
            <ac:spMk id="1035" creationId="{045673E7-F2A8-3067-43C3-9E79802126D4}"/>
          </ac:spMkLst>
        </pc:spChg>
        <pc:spChg chg="mod">
          <ac:chgData name="Tania Alonso Martin" userId="86d8f48a-3e56-422c-8568-ac8139a7a6ea" providerId="ADAL" clId="{DDE3B61C-09F3-4CA7-A26C-A98E774879C7}" dt="2026-06-19T10:12:45.856" v="31" actId="408"/>
          <ac:spMkLst>
            <pc:docMk/>
            <pc:sldMk cId="3752042665" sldId="301"/>
            <ac:spMk id="1037" creationId="{61B86329-AD8F-1E13-BDC0-805E3D6A6DC4}"/>
          </ac:spMkLst>
        </pc:spChg>
        <pc:spChg chg="mod">
          <ac:chgData name="Tania Alonso Martin" userId="86d8f48a-3e56-422c-8568-ac8139a7a6ea" providerId="ADAL" clId="{DDE3B61C-09F3-4CA7-A26C-A98E774879C7}" dt="2026-06-19T10:11:51.781" v="22" actId="1037"/>
          <ac:spMkLst>
            <pc:docMk/>
            <pc:sldMk cId="3752042665" sldId="301"/>
            <ac:spMk id="1038" creationId="{33D713D1-4A2E-7206-AF78-96CC36E68BAD}"/>
          </ac:spMkLst>
        </pc:spChg>
        <pc:grpChg chg="mod">
          <ac:chgData name="Tania Alonso Martin" userId="86d8f48a-3e56-422c-8568-ac8139a7a6ea" providerId="ADAL" clId="{DDE3B61C-09F3-4CA7-A26C-A98E774879C7}" dt="2026-06-19T10:11:42.872" v="10" actId="14100"/>
          <ac:grpSpMkLst>
            <pc:docMk/>
            <pc:sldMk cId="3752042665" sldId="301"/>
            <ac:grpSpMk id="1005" creationId="{7422B09B-9483-35BA-64C0-F6AA15DA6639}"/>
          </ac:grpSpMkLst>
        </pc:grpChg>
        <pc:grpChg chg="mod">
          <ac:chgData name="Tania Alonso Martin" userId="86d8f48a-3e56-422c-8568-ac8139a7a6ea" providerId="ADAL" clId="{DDE3B61C-09F3-4CA7-A26C-A98E774879C7}" dt="2026-06-19T10:12:09.280" v="25" actId="408"/>
          <ac:grpSpMkLst>
            <pc:docMk/>
            <pc:sldMk cId="3752042665" sldId="301"/>
            <ac:grpSpMk id="1031" creationId="{7D7CCD6D-71F2-F77B-B30E-BA3F1890FA29}"/>
          </ac:grpSpMkLst>
        </pc:grpChg>
        <pc:grpChg chg="mod">
          <ac:chgData name="Tania Alonso Martin" userId="86d8f48a-3e56-422c-8568-ac8139a7a6ea" providerId="ADAL" clId="{DDE3B61C-09F3-4CA7-A26C-A98E774879C7}" dt="2026-06-19T10:12:09.280" v="25" actId="408"/>
          <ac:grpSpMkLst>
            <pc:docMk/>
            <pc:sldMk cId="3752042665" sldId="301"/>
            <ac:grpSpMk id="1032" creationId="{2872A511-88FF-17C5-D65E-9362BBDBB589}"/>
          </ac:grpSpMkLst>
        </pc:grpChg>
        <pc:grpChg chg="mod">
          <ac:chgData name="Tania Alonso Martin" userId="86d8f48a-3e56-422c-8568-ac8139a7a6ea" providerId="ADAL" clId="{DDE3B61C-09F3-4CA7-A26C-A98E774879C7}" dt="2026-06-19T10:12:09.280" v="25" actId="408"/>
          <ac:grpSpMkLst>
            <pc:docMk/>
            <pc:sldMk cId="3752042665" sldId="301"/>
            <ac:grpSpMk id="1033" creationId="{1080FD5C-903E-6086-813D-0F9A1D1D7C45}"/>
          </ac:grpSpMkLst>
        </pc:grpChg>
        <pc:grpChg chg="mod">
          <ac:chgData name="Tania Alonso Martin" userId="86d8f48a-3e56-422c-8568-ac8139a7a6ea" providerId="ADAL" clId="{DDE3B61C-09F3-4CA7-A26C-A98E774879C7}" dt="2026-06-19T10:12:09.280" v="25" actId="408"/>
          <ac:grpSpMkLst>
            <pc:docMk/>
            <pc:sldMk cId="3752042665" sldId="301"/>
            <ac:grpSpMk id="1039" creationId="{FD0EE779-BB29-AEDA-BE6B-5ADF0C88475A}"/>
          </ac:grpSpMkLst>
        </pc:grpChg>
        <pc:grpChg chg="mod">
          <ac:chgData name="Tania Alonso Martin" userId="86d8f48a-3e56-422c-8568-ac8139a7a6ea" providerId="ADAL" clId="{DDE3B61C-09F3-4CA7-A26C-A98E774879C7}" dt="2026-06-19T10:12:34.117" v="30" actId="1037"/>
          <ac:grpSpMkLst>
            <pc:docMk/>
            <pc:sldMk cId="3752042665" sldId="301"/>
            <ac:grpSpMk id="1040" creationId="{893BE0F5-14C0-41F4-CC37-2C94414D2B53}"/>
          </ac:grpSpMkLst>
        </pc:grpChg>
        <pc:grpChg chg="mod">
          <ac:chgData name="Tania Alonso Martin" userId="86d8f48a-3e56-422c-8568-ac8139a7a6ea" providerId="ADAL" clId="{DDE3B61C-09F3-4CA7-A26C-A98E774879C7}" dt="2026-06-19T10:12:45.856" v="31" actId="408"/>
          <ac:grpSpMkLst>
            <pc:docMk/>
            <pc:sldMk cId="3752042665" sldId="301"/>
            <ac:grpSpMk id="1043" creationId="{84B9A3AD-8CE0-00E8-99D6-C9BDCDD3497E}"/>
          </ac:grpSpMkLst>
        </pc:grpChg>
        <pc:grpChg chg="mod">
          <ac:chgData name="Tania Alonso Martin" userId="86d8f48a-3e56-422c-8568-ac8139a7a6ea" providerId="ADAL" clId="{DDE3B61C-09F3-4CA7-A26C-A98E774879C7}" dt="2026-06-19T10:12:45.856" v="31" actId="408"/>
          <ac:grpSpMkLst>
            <pc:docMk/>
            <pc:sldMk cId="3752042665" sldId="301"/>
            <ac:grpSpMk id="1044" creationId="{1275A2F1-483C-9C2C-8EB2-3AC4A857083A}"/>
          </ac:grpSpMkLst>
        </pc:grpChg>
        <pc:grpChg chg="mod">
          <ac:chgData name="Tania Alonso Martin" userId="86d8f48a-3e56-422c-8568-ac8139a7a6ea" providerId="ADAL" clId="{DDE3B61C-09F3-4CA7-A26C-A98E774879C7}" dt="2026-06-19T10:12:45.856" v="31" actId="408"/>
          <ac:grpSpMkLst>
            <pc:docMk/>
            <pc:sldMk cId="3752042665" sldId="301"/>
            <ac:grpSpMk id="1045" creationId="{519BC696-5E8D-10CC-AA57-A4E7F88C6082}"/>
          </ac:grpSpMkLst>
        </pc:grpChg>
      </pc:sldChg>
      <pc:sldChg chg="modSp mod">
        <pc:chgData name="Tania Alonso Martin" userId="86d8f48a-3e56-422c-8568-ac8139a7a6ea" providerId="ADAL" clId="{DDE3B61C-09F3-4CA7-A26C-A98E774879C7}" dt="2026-06-23T08:06:35.443" v="58" actId="1035"/>
        <pc:sldMkLst>
          <pc:docMk/>
          <pc:sldMk cId="1560107631" sldId="2147482007"/>
        </pc:sldMkLst>
        <pc:spChg chg="mod">
          <ac:chgData name="Tania Alonso Martin" userId="86d8f48a-3e56-422c-8568-ac8139a7a6ea" providerId="ADAL" clId="{DDE3B61C-09F3-4CA7-A26C-A98E774879C7}" dt="2026-06-23T08:05:42.340" v="34"/>
          <ac:spMkLst>
            <pc:docMk/>
            <pc:sldMk cId="1560107631" sldId="2147482007"/>
            <ac:spMk id="192" creationId="{10241531-ABB5-7496-A85D-26436F6866DA}"/>
          </ac:spMkLst>
        </pc:spChg>
        <pc:picChg chg="mod">
          <ac:chgData name="Tania Alonso Martin" userId="86d8f48a-3e56-422c-8568-ac8139a7a6ea" providerId="ADAL" clId="{DDE3B61C-09F3-4CA7-A26C-A98E774879C7}" dt="2026-06-23T08:06:35.443" v="58" actId="1035"/>
          <ac:picMkLst>
            <pc:docMk/>
            <pc:sldMk cId="1560107631" sldId="2147482007"/>
            <ac:picMk id="208" creationId="{97512CBC-8694-0FCC-BCA6-B57EE058AC26}"/>
          </ac:picMkLst>
        </pc:picChg>
      </pc:sldChg>
      <pc:sldChg chg="del ord">
        <pc:chgData name="Tania Alonso Martin" userId="86d8f48a-3e56-422c-8568-ac8139a7a6ea" providerId="ADAL" clId="{DDE3B61C-09F3-4CA7-A26C-A98E774879C7}" dt="2026-06-23T14:04:34.011" v="1834" actId="47"/>
        <pc:sldMkLst>
          <pc:docMk/>
          <pc:sldMk cId="2273577638" sldId="2147483611"/>
        </pc:sldMkLst>
      </pc:sldChg>
      <pc:sldMasterChg chg="modSldLayout">
        <pc:chgData name="Tania Alonso Martin" userId="86d8f48a-3e56-422c-8568-ac8139a7a6ea" providerId="ADAL" clId="{DDE3B61C-09F3-4CA7-A26C-A98E774879C7}" dt="2026-06-23T18:29:33.296" v="1852"/>
        <pc:sldMasterMkLst>
          <pc:docMk/>
          <pc:sldMasterMk cId="0" sldId="2147483648"/>
        </pc:sldMasterMkLst>
        <pc:sldLayoutChg chg="addSp delSp modSp mod">
          <pc:chgData name="Tania Alonso Martin" userId="86d8f48a-3e56-422c-8568-ac8139a7a6ea" providerId="ADAL" clId="{DDE3B61C-09F3-4CA7-A26C-A98E774879C7}" dt="2026-06-23T18:29:33.296" v="1852"/>
          <pc:sldLayoutMkLst>
            <pc:docMk/>
            <pc:sldMasterMk cId="0" sldId="2147483648"/>
            <pc:sldLayoutMk cId="684880790" sldId="2147483650"/>
          </pc:sldLayoutMkLst>
          <pc:picChg chg="del">
            <ac:chgData name="Tania Alonso Martin" userId="86d8f48a-3e56-422c-8568-ac8139a7a6ea" providerId="ADAL" clId="{DDE3B61C-09F3-4CA7-A26C-A98E774879C7}" dt="2026-06-23T18:29:27.708" v="1851" actId="478"/>
            <ac:picMkLst>
              <pc:docMk/>
              <pc:sldMasterMk cId="0" sldId="2147483648"/>
              <pc:sldLayoutMk cId="684880790" sldId="2147483650"/>
              <ac:picMk id="6" creationId="{8AC012D0-B9A8-02BC-FAED-EBF48B5DC097}"/>
            </ac:picMkLst>
          </pc:picChg>
          <pc:picChg chg="add mod">
            <ac:chgData name="Tania Alonso Martin" userId="86d8f48a-3e56-422c-8568-ac8139a7a6ea" providerId="ADAL" clId="{DDE3B61C-09F3-4CA7-A26C-A98E774879C7}" dt="2026-06-23T18:29:33.296" v="1852"/>
            <ac:picMkLst>
              <pc:docMk/>
              <pc:sldMasterMk cId="0" sldId="2147483648"/>
              <pc:sldLayoutMk cId="684880790" sldId="2147483650"/>
              <ac:picMk id="7" creationId="{7D3A07C9-6A81-B1E9-6013-0421078B8F29}"/>
            </ac:picMkLst>
          </pc:picChg>
        </pc:sldLayoutChg>
      </pc:sldMasterChg>
    </pc:docChg>
  </pc:docChgLst>
  <pc:docChgLst>
    <pc:chgData name="Patricia Asensio Osuna" userId="3a5ff43c-b24b-457f-be6f-92f5c8fa7f3e" providerId="ADAL" clId="{F8C2B564-4747-4BDA-A34A-D15BBDEBA5D7}"/>
    <pc:docChg chg="undo custSel addSld delSld modSld sldOrd modSection">
      <pc:chgData name="Patricia Asensio Osuna" userId="3a5ff43c-b24b-457f-be6f-92f5c8fa7f3e" providerId="ADAL" clId="{F8C2B564-4747-4BDA-A34A-D15BBDEBA5D7}" dt="2026-06-19T12:58:04.807" v="698" actId="20577"/>
      <pc:docMkLst>
        <pc:docMk/>
      </pc:docMkLst>
      <pc:sldChg chg="addSp delSp modSp add mod ord">
        <pc:chgData name="Patricia Asensio Osuna" userId="3a5ff43c-b24b-457f-be6f-92f5c8fa7f3e" providerId="ADAL" clId="{F8C2B564-4747-4BDA-A34A-D15BBDEBA5D7}" dt="2026-06-19T12:58:04.807" v="698" actId="20577"/>
        <pc:sldMkLst>
          <pc:docMk/>
          <pc:sldMk cId="3770357096" sldId="275"/>
        </pc:sldMkLst>
        <pc:spChg chg="mod">
          <ac:chgData name="Patricia Asensio Osuna" userId="3a5ff43c-b24b-457f-be6f-92f5c8fa7f3e" providerId="ADAL" clId="{F8C2B564-4747-4BDA-A34A-D15BBDEBA5D7}" dt="2026-06-19T12:34:36.129" v="504"/>
          <ac:spMkLst>
            <pc:docMk/>
            <pc:sldMk cId="3770357096" sldId="275"/>
            <ac:spMk id="2" creationId="{B2E5B3F9-8532-1718-172C-1925B1E8552C}"/>
          </ac:spMkLst>
        </pc:spChg>
        <pc:spChg chg="mod">
          <ac:chgData name="Patricia Asensio Osuna" userId="3a5ff43c-b24b-457f-be6f-92f5c8fa7f3e" providerId="ADAL" clId="{F8C2B564-4747-4BDA-A34A-D15BBDEBA5D7}" dt="2026-06-19T12:57:43.166" v="689" actId="20577"/>
          <ac:spMkLst>
            <pc:docMk/>
            <pc:sldMk cId="3770357096" sldId="275"/>
            <ac:spMk id="3" creationId="{1D518CFD-EE64-CE08-5C12-D1C92ED7456F}"/>
          </ac:spMkLst>
        </pc:spChg>
        <pc:spChg chg="add mod">
          <ac:chgData name="Patricia Asensio Osuna" userId="3a5ff43c-b24b-457f-be6f-92f5c8fa7f3e" providerId="ADAL" clId="{F8C2B564-4747-4BDA-A34A-D15BBDEBA5D7}" dt="2026-06-19T12:55:42.585" v="685" actId="14100"/>
          <ac:spMkLst>
            <pc:docMk/>
            <pc:sldMk cId="3770357096" sldId="275"/>
            <ac:spMk id="19" creationId="{3EEE230C-5F16-5191-6D1F-FB48C4CEA419}"/>
          </ac:spMkLst>
        </pc:spChg>
        <pc:graphicFrameChg chg="add mod modGraphic">
          <ac:chgData name="Patricia Asensio Osuna" userId="3a5ff43c-b24b-457f-be6f-92f5c8fa7f3e" providerId="ADAL" clId="{F8C2B564-4747-4BDA-A34A-D15BBDEBA5D7}" dt="2026-06-19T12:58:04.807" v="698" actId="20577"/>
          <ac:graphicFrameMkLst>
            <pc:docMk/>
            <pc:sldMk cId="3770357096" sldId="275"/>
            <ac:graphicFrameMk id="18" creationId="{E53344ED-0994-3208-7324-5DDDB5284711}"/>
          </ac:graphicFrameMkLst>
        </pc:graphicFrameChg>
      </pc:sldChg>
      <pc:sldChg chg="modSp mod">
        <pc:chgData name="Patricia Asensio Osuna" userId="3a5ff43c-b24b-457f-be6f-92f5c8fa7f3e" providerId="ADAL" clId="{F8C2B564-4747-4BDA-A34A-D15BBDEBA5D7}" dt="2026-06-19T11:57:06.198" v="488" actId="20577"/>
        <pc:sldMkLst>
          <pc:docMk/>
          <pc:sldMk cId="785730118" sldId="298"/>
        </pc:sldMkLst>
        <pc:graphicFrameChg chg="mod modGraphic">
          <ac:chgData name="Patricia Asensio Osuna" userId="3a5ff43c-b24b-457f-be6f-92f5c8fa7f3e" providerId="ADAL" clId="{F8C2B564-4747-4BDA-A34A-D15BBDEBA5D7}" dt="2026-06-19T11:57:06.198" v="488" actId="20577"/>
          <ac:graphicFrameMkLst>
            <pc:docMk/>
            <pc:sldMk cId="785730118" sldId="298"/>
            <ac:graphicFrameMk id="10" creationId="{1D619EB5-3E1A-BC64-BE35-4AEB6B209F1F}"/>
          </ac:graphicFrameMkLst>
        </pc:graphicFrameChg>
      </pc:sldChg>
      <pc:sldMasterChg chg="delSldLayout">
        <pc:chgData name="Patricia Asensio Osuna" userId="3a5ff43c-b24b-457f-be6f-92f5c8fa7f3e" providerId="ADAL" clId="{F8C2B564-4747-4BDA-A34A-D15BBDEBA5D7}" dt="2026-06-19T06:32:32.524" v="88" actId="47"/>
        <pc:sldMasterMkLst>
          <pc:docMk/>
          <pc:sldMasterMk cId="1776113518" sldId="2147518566"/>
        </pc:sldMasterMkLst>
      </pc:sldMasterChg>
    </pc:docChg>
  </pc:docChgLst>
  <pc:docChgLst>
    <pc:chgData name="LLuis Quiles Ardila" userId="6047ada6-471b-4074-acf7-ffb630588e85" providerId="ADAL" clId="{6D9EFC66-947D-53E8-A224-85464D96A9B5}"/>
    <pc:docChg chg="addSld delSld modSld modSection">
      <pc:chgData name="LLuis Quiles Ardila" userId="6047ada6-471b-4074-acf7-ffb630588e85" providerId="ADAL" clId="{6D9EFC66-947D-53E8-A224-85464D96A9B5}" dt="2026-06-19T11:29:44.037" v="10" actId="2696"/>
      <pc:docMkLst>
        <pc:docMk/>
      </pc:docMkLst>
      <pc:sldChg chg="add del">
        <pc:chgData name="LLuis Quiles Ardila" userId="6047ada6-471b-4074-acf7-ffb630588e85" providerId="ADAL" clId="{6D9EFC66-947D-53E8-A224-85464D96A9B5}" dt="2026-06-19T11:29:37.477" v="8"/>
        <pc:sldMkLst>
          <pc:docMk/>
          <pc:sldMk cId="298922505" sldId="304"/>
        </pc:sldMkLst>
      </pc:sldChg>
    </pc:docChg>
  </pc:docChgLst>
  <pc:docChgLst>
    <pc:chgData name="Josep Núñez Riba" userId="S::jnunezri@emeal.nttdata.com::de0a42bf-019d-4b6c-9011-8ed265f06a93" providerId="AD" clId="Web-{3D133E0D-7628-59A3-C3C4-68C74219F0BF}"/>
    <pc:docChg chg="modSld">
      <pc:chgData name="Josep Núñez Riba" userId="S::jnunezri@emeal.nttdata.com::de0a42bf-019d-4b6c-9011-8ed265f06a93" providerId="AD" clId="Web-{3D133E0D-7628-59A3-C3C4-68C74219F0BF}" dt="2026-06-18T23:41:41.128" v="3" actId="20577"/>
      <pc:docMkLst>
        <pc:docMk/>
      </pc:docMkLst>
      <pc:sldChg chg="modSp">
        <pc:chgData name="Josep Núñez Riba" userId="S::jnunezri@emeal.nttdata.com::de0a42bf-019d-4b6c-9011-8ed265f06a93" providerId="AD" clId="Web-{3D133E0D-7628-59A3-C3C4-68C74219F0BF}" dt="2026-06-18T23:41:41.128" v="3" actId="20577"/>
        <pc:sldMkLst>
          <pc:docMk/>
          <pc:sldMk cId="3836068081" sldId="284"/>
        </pc:sldMkLst>
        <pc:spChg chg="mod">
          <ac:chgData name="Josep Núñez Riba" userId="S::jnunezri@emeal.nttdata.com::de0a42bf-019d-4b6c-9011-8ed265f06a93" providerId="AD" clId="Web-{3D133E0D-7628-59A3-C3C4-68C74219F0BF}" dt="2026-06-18T23:41:41.128" v="3" actId="20577"/>
          <ac:spMkLst>
            <pc:docMk/>
            <pc:sldMk cId="3836068081" sldId="284"/>
            <ac:spMk id="9" creationId="{F12BD1A0-EDA4-7D4B-EBED-68795912E83F}"/>
          </ac:spMkLst>
        </pc:spChg>
      </pc:sldChg>
    </pc:docChg>
  </pc:docChgLst>
  <pc:docChgLst>
    <pc:chgData name="Alejandra Malvar Agrasar" userId="75f01ef0-1a2a-4d62-9c1d-c43b380182ad" providerId="ADAL" clId="{275151A5-5E8D-4E59-8AAA-4FEE6EDABDAF}"/>
    <pc:docChg chg="undo custSel addSld delSld modSld modSection">
      <pc:chgData name="Alejandra Malvar Agrasar" userId="75f01ef0-1a2a-4d62-9c1d-c43b380182ad" providerId="ADAL" clId="{275151A5-5E8D-4E59-8AAA-4FEE6EDABDAF}" dt="2026-06-19T07:59:47.710" v="105" actId="47"/>
      <pc:docMkLst>
        <pc:docMk/>
      </pc:docMkLst>
      <pc:sldChg chg="modSp mod">
        <pc:chgData name="Alejandra Malvar Agrasar" userId="75f01ef0-1a2a-4d62-9c1d-c43b380182ad" providerId="ADAL" clId="{275151A5-5E8D-4E59-8AAA-4FEE6EDABDAF}" dt="2026-06-19T07:21:04.985" v="45" actId="113"/>
        <pc:sldMkLst>
          <pc:docMk/>
          <pc:sldMk cId="3770357096" sldId="275"/>
        </pc:sldMkLst>
      </pc:sldChg>
    </pc:docChg>
  </pc:docChgLst>
  <pc:docChgLst>
    <pc:chgData name="Josep Núñez Riba" userId="S::jnunezri@emeal.nttdata.com::de0a42bf-019d-4b6c-9011-8ed265f06a93" providerId="AD" clId="Web-{47D74612-5727-AC32-E055-042F464AB6A3}"/>
    <pc:docChg chg="modSld">
      <pc:chgData name="Josep Núñez Riba" userId="S::jnunezri@emeal.nttdata.com::de0a42bf-019d-4b6c-9011-8ed265f06a93" providerId="AD" clId="Web-{47D74612-5727-AC32-E055-042F464AB6A3}" dt="2026-06-23T14:00:28.854" v="28"/>
      <pc:docMkLst>
        <pc:docMk/>
      </pc:docMkLst>
      <pc:sldChg chg="modSp">
        <pc:chgData name="Josep Núñez Riba" userId="S::jnunezri@emeal.nttdata.com::de0a42bf-019d-4b6c-9011-8ed265f06a93" providerId="AD" clId="Web-{47D74612-5727-AC32-E055-042F464AB6A3}" dt="2026-06-23T14:00:28.854" v="28"/>
        <pc:sldMkLst>
          <pc:docMk/>
          <pc:sldMk cId="1058201228" sldId="293"/>
        </pc:sldMkLst>
        <pc:spChg chg="mod">
          <ac:chgData name="Josep Núñez Riba" userId="S::jnunezri@emeal.nttdata.com::de0a42bf-019d-4b6c-9011-8ed265f06a93" providerId="AD" clId="Web-{47D74612-5727-AC32-E055-042F464AB6A3}" dt="2026-06-23T14:00:28.542" v="15"/>
          <ac:spMkLst>
            <pc:docMk/>
            <pc:sldMk cId="1058201228" sldId="293"/>
            <ac:spMk id="3" creationId="{32598B1F-1842-0029-FFF2-0ECE0B4980C4}"/>
          </ac:spMkLst>
        </pc:spChg>
        <pc:spChg chg="mod">
          <ac:chgData name="Josep Núñez Riba" userId="S::jnunezri@emeal.nttdata.com::de0a42bf-019d-4b6c-9011-8ed265f06a93" providerId="AD" clId="Web-{47D74612-5727-AC32-E055-042F464AB6A3}" dt="2026-06-23T14:00:28.557" v="26"/>
          <ac:spMkLst>
            <pc:docMk/>
            <pc:sldMk cId="1058201228" sldId="293"/>
            <ac:spMk id="4" creationId="{4FCA1DA4-E56C-DD65-A1CB-30A7E951B60D}"/>
          </ac:spMkLst>
        </pc:spChg>
        <pc:spChg chg="mod">
          <ac:chgData name="Josep Núñez Riba" userId="S::jnunezri@emeal.nttdata.com::de0a42bf-019d-4b6c-9011-8ed265f06a93" providerId="AD" clId="Web-{47D74612-5727-AC32-E055-042F464AB6A3}" dt="2026-06-23T14:00:28.557" v="27"/>
          <ac:spMkLst>
            <pc:docMk/>
            <pc:sldMk cId="1058201228" sldId="293"/>
            <ac:spMk id="9" creationId="{E42F21AC-DD58-2CAC-A587-082419A0F150}"/>
          </ac:spMkLst>
        </pc:spChg>
        <pc:spChg chg="mod">
          <ac:chgData name="Josep Núñez Riba" userId="S::jnunezri@emeal.nttdata.com::de0a42bf-019d-4b6c-9011-8ed265f06a93" providerId="AD" clId="Web-{47D74612-5727-AC32-E055-042F464AB6A3}" dt="2026-06-23T13:59:53.993" v="12" actId="20577"/>
          <ac:spMkLst>
            <pc:docMk/>
            <pc:sldMk cId="1058201228" sldId="293"/>
            <ac:spMk id="12" creationId="{5C84F201-274F-F02D-35F1-1CF95A0CC985}"/>
          </ac:spMkLst>
        </pc:spChg>
        <pc:spChg chg="mod">
          <ac:chgData name="Josep Núñez Riba" userId="S::jnunezri@emeal.nttdata.com::de0a42bf-019d-4b6c-9011-8ed265f06a93" providerId="AD" clId="Web-{47D74612-5727-AC32-E055-042F464AB6A3}" dt="2026-06-23T14:00:28.854" v="28"/>
          <ac:spMkLst>
            <pc:docMk/>
            <pc:sldMk cId="1058201228" sldId="293"/>
            <ac:spMk id="18" creationId="{F248D58B-FDCD-A9C8-46E2-446B9AAEBAB2}"/>
          </ac:spMkLst>
        </pc:spChg>
        <pc:spChg chg="mod">
          <ac:chgData name="Josep Núñez Riba" userId="S::jnunezri@emeal.nttdata.com::de0a42bf-019d-4b6c-9011-8ed265f06a93" providerId="AD" clId="Web-{47D74612-5727-AC32-E055-042F464AB6A3}" dt="2026-06-23T14:00:28.557" v="25"/>
          <ac:spMkLst>
            <pc:docMk/>
            <pc:sldMk cId="1058201228" sldId="293"/>
            <ac:spMk id="37" creationId="{2C163ECB-DBB1-0D16-55AE-EB48C98B6711}"/>
          </ac:spMkLst>
        </pc:spChg>
        <pc:spChg chg="mod">
          <ac:chgData name="Josep Núñez Riba" userId="S::jnunezri@emeal.nttdata.com::de0a42bf-019d-4b6c-9011-8ed265f06a93" providerId="AD" clId="Web-{47D74612-5727-AC32-E055-042F464AB6A3}" dt="2026-06-23T14:00:28.557" v="18"/>
          <ac:spMkLst>
            <pc:docMk/>
            <pc:sldMk cId="1058201228" sldId="293"/>
            <ac:spMk id="54" creationId="{D1C966AF-6BC4-182A-112D-3D4B44963441}"/>
          </ac:spMkLst>
        </pc:spChg>
        <pc:spChg chg="mod">
          <ac:chgData name="Josep Núñez Riba" userId="S::jnunezri@emeal.nttdata.com::de0a42bf-019d-4b6c-9011-8ed265f06a93" providerId="AD" clId="Web-{47D74612-5727-AC32-E055-042F464AB6A3}" dt="2026-06-23T14:00:28.557" v="17"/>
          <ac:spMkLst>
            <pc:docMk/>
            <pc:sldMk cId="1058201228" sldId="293"/>
            <ac:spMk id="55" creationId="{23F1200D-C26C-CD31-3C2E-3947A892A013}"/>
          </ac:spMkLst>
        </pc:spChg>
        <pc:spChg chg="mod">
          <ac:chgData name="Josep Núñez Riba" userId="S::jnunezri@emeal.nttdata.com::de0a42bf-019d-4b6c-9011-8ed265f06a93" providerId="AD" clId="Web-{47D74612-5727-AC32-E055-042F464AB6A3}" dt="2026-06-23T14:00:28.557" v="16"/>
          <ac:spMkLst>
            <pc:docMk/>
            <pc:sldMk cId="1058201228" sldId="293"/>
            <ac:spMk id="56" creationId="{83083886-15F1-58C6-D291-976B03B06CB4}"/>
          </ac:spMkLst>
        </pc:spChg>
        <pc:spChg chg="mod">
          <ac:chgData name="Josep Núñez Riba" userId="S::jnunezri@emeal.nttdata.com::de0a42bf-019d-4b6c-9011-8ed265f06a93" providerId="AD" clId="Web-{47D74612-5727-AC32-E055-042F464AB6A3}" dt="2026-06-23T14:00:28.557" v="19"/>
          <ac:spMkLst>
            <pc:docMk/>
            <pc:sldMk cId="1058201228" sldId="293"/>
            <ac:spMk id="57" creationId="{A8D927AC-C818-927B-6523-D6029916F4F9}"/>
          </ac:spMkLst>
        </pc:spChg>
        <pc:spChg chg="mod">
          <ac:chgData name="Josep Núñez Riba" userId="S::jnunezri@emeal.nttdata.com::de0a42bf-019d-4b6c-9011-8ed265f06a93" providerId="AD" clId="Web-{47D74612-5727-AC32-E055-042F464AB6A3}" dt="2026-06-23T14:00:28.557" v="20"/>
          <ac:spMkLst>
            <pc:docMk/>
            <pc:sldMk cId="1058201228" sldId="293"/>
            <ac:spMk id="58" creationId="{587D7094-BABF-2C0A-28A0-1D26055E28EA}"/>
          </ac:spMkLst>
        </pc:spChg>
        <pc:spChg chg="mod">
          <ac:chgData name="Josep Núñez Riba" userId="S::jnunezri@emeal.nttdata.com::de0a42bf-019d-4b6c-9011-8ed265f06a93" providerId="AD" clId="Web-{47D74612-5727-AC32-E055-042F464AB6A3}" dt="2026-06-23T14:00:28.557" v="21"/>
          <ac:spMkLst>
            <pc:docMk/>
            <pc:sldMk cId="1058201228" sldId="293"/>
            <ac:spMk id="59" creationId="{FA1F56A8-9A1B-949B-04F5-B767110E372E}"/>
          </ac:spMkLst>
        </pc:spChg>
        <pc:spChg chg="mod">
          <ac:chgData name="Josep Núñez Riba" userId="S::jnunezri@emeal.nttdata.com::de0a42bf-019d-4b6c-9011-8ed265f06a93" providerId="AD" clId="Web-{47D74612-5727-AC32-E055-042F464AB6A3}" dt="2026-06-23T14:00:28.557" v="22"/>
          <ac:spMkLst>
            <pc:docMk/>
            <pc:sldMk cId="1058201228" sldId="293"/>
            <ac:spMk id="60" creationId="{9405A5D3-5E89-1DB3-B458-EB4AAC27157C}"/>
          </ac:spMkLst>
        </pc:spChg>
        <pc:spChg chg="mod">
          <ac:chgData name="Josep Núñez Riba" userId="S::jnunezri@emeal.nttdata.com::de0a42bf-019d-4b6c-9011-8ed265f06a93" providerId="AD" clId="Web-{47D74612-5727-AC32-E055-042F464AB6A3}" dt="2026-06-23T14:00:28.557" v="23"/>
          <ac:spMkLst>
            <pc:docMk/>
            <pc:sldMk cId="1058201228" sldId="293"/>
            <ac:spMk id="61" creationId="{3308D5DB-0517-0F62-65F2-6A3CE47C365D}"/>
          </ac:spMkLst>
        </pc:spChg>
        <pc:spChg chg="mod">
          <ac:chgData name="Josep Núñez Riba" userId="S::jnunezri@emeal.nttdata.com::de0a42bf-019d-4b6c-9011-8ed265f06a93" providerId="AD" clId="Web-{47D74612-5727-AC32-E055-042F464AB6A3}" dt="2026-06-23T14:00:28.557" v="24"/>
          <ac:spMkLst>
            <pc:docMk/>
            <pc:sldMk cId="1058201228" sldId="293"/>
            <ac:spMk id="62" creationId="{04A23F6D-B586-6791-8061-9C0120760027}"/>
          </ac:spMkLst>
        </pc:spChg>
        <pc:cxnChg chg="mod">
          <ac:chgData name="Josep Núñez Riba" userId="S::jnunezri@emeal.nttdata.com::de0a42bf-019d-4b6c-9011-8ed265f06a93" providerId="AD" clId="Web-{47D74612-5727-AC32-E055-042F464AB6A3}" dt="2026-06-23T14:00:08.447" v="14" actId="14100"/>
          <ac:cxnSpMkLst>
            <pc:docMk/>
            <pc:sldMk cId="1058201228" sldId="293"/>
            <ac:cxnSpMk id="27" creationId="{1A477D64-7664-0669-6500-2448C08BC036}"/>
          </ac:cxnSpMkLst>
        </pc:cxnChg>
      </pc:sldChg>
      <pc:sldChg chg="modSp">
        <pc:chgData name="Josep Núñez Riba" userId="S::jnunezri@emeal.nttdata.com::de0a42bf-019d-4b6c-9011-8ed265f06a93" providerId="AD" clId="Web-{47D74612-5727-AC32-E055-042F464AB6A3}" dt="2026-06-23T13:59:12.490" v="7" actId="1076"/>
        <pc:sldMkLst>
          <pc:docMk/>
          <pc:sldMk cId="298922505" sldId="304"/>
        </pc:sldMkLst>
        <pc:spChg chg="mod">
          <ac:chgData name="Josep Núñez Riba" userId="S::jnunezri@emeal.nttdata.com::de0a42bf-019d-4b6c-9011-8ed265f06a93" providerId="AD" clId="Web-{47D74612-5727-AC32-E055-042F464AB6A3}" dt="2026-06-23T13:56:43.683" v="0" actId="1076"/>
          <ac:spMkLst>
            <pc:docMk/>
            <pc:sldMk cId="298922505" sldId="304"/>
            <ac:spMk id="8" creationId="{485526A6-1DF9-E101-7F42-9E94631541A1}"/>
          </ac:spMkLst>
        </pc:spChg>
        <pc:spChg chg="mod">
          <ac:chgData name="Josep Núñez Riba" userId="S::jnunezri@emeal.nttdata.com::de0a42bf-019d-4b6c-9011-8ed265f06a93" providerId="AD" clId="Web-{47D74612-5727-AC32-E055-042F464AB6A3}" dt="2026-06-23T13:56:43.715" v="1" actId="1076"/>
          <ac:spMkLst>
            <pc:docMk/>
            <pc:sldMk cId="298922505" sldId="304"/>
            <ac:spMk id="9" creationId="{EAC0F7C4-5B38-2E7E-A8A5-4F36627847AC}"/>
          </ac:spMkLst>
        </pc:spChg>
        <pc:spChg chg="mod">
          <ac:chgData name="Josep Núñez Riba" userId="S::jnunezri@emeal.nttdata.com::de0a42bf-019d-4b6c-9011-8ed265f06a93" providerId="AD" clId="Web-{47D74612-5727-AC32-E055-042F464AB6A3}" dt="2026-06-23T13:56:43.746" v="2" actId="1076"/>
          <ac:spMkLst>
            <pc:docMk/>
            <pc:sldMk cId="298922505" sldId="304"/>
            <ac:spMk id="10" creationId="{F353D934-7076-3BE0-B40D-1961B2A6E927}"/>
          </ac:spMkLst>
        </pc:spChg>
        <pc:spChg chg="mod">
          <ac:chgData name="Josep Núñez Riba" userId="S::jnunezri@emeal.nttdata.com::de0a42bf-019d-4b6c-9011-8ed265f06a93" providerId="AD" clId="Web-{47D74612-5727-AC32-E055-042F464AB6A3}" dt="2026-06-23T13:59:12.490" v="7" actId="1076"/>
          <ac:spMkLst>
            <pc:docMk/>
            <pc:sldMk cId="298922505" sldId="304"/>
            <ac:spMk id="11" creationId="{0D6B0EF1-9E2B-00E4-4466-B41A8130C33D}"/>
          </ac:spMkLst>
        </pc:spChg>
        <pc:spChg chg="mod">
          <ac:chgData name="Josep Núñez Riba" userId="S::jnunezri@emeal.nttdata.com::de0a42bf-019d-4b6c-9011-8ed265f06a93" providerId="AD" clId="Web-{47D74612-5727-AC32-E055-042F464AB6A3}" dt="2026-06-23T13:56:43.777" v="3" actId="1076"/>
          <ac:spMkLst>
            <pc:docMk/>
            <pc:sldMk cId="298922505" sldId="304"/>
            <ac:spMk id="14" creationId="{32DC93F3-998D-27FA-DB1A-0E58255F7255}"/>
          </ac:spMkLst>
        </pc:spChg>
        <pc:spChg chg="mod">
          <ac:chgData name="Josep Núñez Riba" userId="S::jnunezri@emeal.nttdata.com::de0a42bf-019d-4b6c-9011-8ed265f06a93" providerId="AD" clId="Web-{47D74612-5727-AC32-E055-042F464AB6A3}" dt="2026-06-23T13:56:43.808" v="4" actId="1076"/>
          <ac:spMkLst>
            <pc:docMk/>
            <pc:sldMk cId="298922505" sldId="304"/>
            <ac:spMk id="19" creationId="{B30AE77D-B696-1ACE-E6E4-BEDEA9940AF4}"/>
          </ac:spMkLst>
        </pc:spChg>
      </pc:sldChg>
      <pc:sldChg chg="modSp">
        <pc:chgData name="Josep Núñez Riba" userId="S::jnunezri@emeal.nttdata.com::de0a42bf-019d-4b6c-9011-8ed265f06a93" providerId="AD" clId="Web-{47D74612-5727-AC32-E055-042F464AB6A3}" dt="2026-06-23T13:59:30.085" v="10" actId="1076"/>
        <pc:sldMkLst>
          <pc:docMk/>
          <pc:sldMk cId="1560107631" sldId="2147482007"/>
        </pc:sldMkLst>
        <pc:grpChg chg="mod">
          <ac:chgData name="Josep Núñez Riba" userId="S::jnunezri@emeal.nttdata.com::de0a42bf-019d-4b6c-9011-8ed265f06a93" providerId="AD" clId="Web-{47D74612-5727-AC32-E055-042F464AB6A3}" dt="2026-06-23T13:59:30.085" v="10" actId="1076"/>
          <ac:grpSpMkLst>
            <pc:docMk/>
            <pc:sldMk cId="1560107631" sldId="2147482007"/>
            <ac:grpSpMk id="2" creationId="{11A636E5-FB41-4280-7A47-6C318CF33176}"/>
          </ac:grpSpMkLst>
        </pc:grpChg>
        <pc:picChg chg="mod">
          <ac:chgData name="Josep Núñez Riba" userId="S::jnunezri@emeal.nttdata.com::de0a42bf-019d-4b6c-9011-8ed265f06a93" providerId="AD" clId="Web-{47D74612-5727-AC32-E055-042F464AB6A3}" dt="2026-06-23T13:59:29.085" v="9" actId="1076"/>
          <ac:picMkLst>
            <pc:docMk/>
            <pc:sldMk cId="1560107631" sldId="2147482007"/>
            <ac:picMk id="208" creationId="{97512CBC-8694-0FCC-BCA6-B57EE058AC26}"/>
          </ac:picMkLst>
        </pc:picChg>
      </pc:sldChg>
    </pc:docChg>
  </pc:docChgLst>
  <pc:docChgLst>
    <pc:chgData name="Pablo Sarrias Bandres" userId="e83e74c2-54d3-472e-a566-317fac08f41c" providerId="ADAL" clId="{655B88DD-0EA9-5C69-B699-1F82891A14ED}"/>
    <pc:docChg chg="modSld">
      <pc:chgData name="Pablo Sarrias Bandres" userId="e83e74c2-54d3-472e-a566-317fac08f41c" providerId="ADAL" clId="{655B88DD-0EA9-5C69-B699-1F82891A14ED}" dt="2026-06-21T08:04:23.390" v="8" actId="207"/>
      <pc:docMkLst>
        <pc:docMk/>
      </pc:docMkLst>
      <pc:sldChg chg="addSp modSp mod">
        <pc:chgData name="Pablo Sarrias Bandres" userId="e83e74c2-54d3-472e-a566-317fac08f41c" providerId="ADAL" clId="{655B88DD-0EA9-5C69-B699-1F82891A14ED}" dt="2026-06-21T08:04:23.390" v="8" actId="207"/>
        <pc:sldMkLst>
          <pc:docMk/>
          <pc:sldMk cId="4039140781" sldId="260"/>
        </pc:sldMkLst>
      </pc:sldChg>
      <pc:sldChg chg="addSp modSp mod">
        <pc:chgData name="Pablo Sarrias Bandres" userId="e83e74c2-54d3-472e-a566-317fac08f41c" providerId="ADAL" clId="{655B88DD-0EA9-5C69-B699-1F82891A14ED}" dt="2026-06-21T08:03:05.648" v="6" actId="1076"/>
        <pc:sldMkLst>
          <pc:docMk/>
          <pc:sldMk cId="785730118" sldId="298"/>
        </pc:sldMkLst>
      </pc:sldChg>
    </pc:docChg>
  </pc:docChgLst>
  <pc:docChgLst>
    <pc:chgData name="Fernando Sacristan Gonzalez" userId="13d35a4d-6e2b-4f55-96f8-1ea92788b6b3" providerId="ADAL" clId="{6449AC51-1AFB-56B6-A701-F9B1BDB37FA2}"/>
    <pc:docChg chg="undo custSel modSld">
      <pc:chgData name="Fernando Sacristan Gonzalez" userId="13d35a4d-6e2b-4f55-96f8-1ea92788b6b3" providerId="ADAL" clId="{6449AC51-1AFB-56B6-A701-F9B1BDB37FA2}" dt="2026-06-19T13:17:56.318" v="25" actId="20577"/>
      <pc:docMkLst>
        <pc:docMk/>
      </pc:docMkLst>
      <pc:sldChg chg="modSp mod">
        <pc:chgData name="Fernando Sacristan Gonzalez" userId="13d35a4d-6e2b-4f55-96f8-1ea92788b6b3" providerId="ADAL" clId="{6449AC51-1AFB-56B6-A701-F9B1BDB37FA2}" dt="2026-06-19T13:17:56.318" v="25" actId="20577"/>
        <pc:sldMkLst>
          <pc:docMk/>
          <pc:sldMk cId="1574565320" sldId="2147483647"/>
        </pc:sldMkLst>
        <pc:spChg chg="mod">
          <ac:chgData name="Fernando Sacristan Gonzalez" userId="13d35a4d-6e2b-4f55-96f8-1ea92788b6b3" providerId="ADAL" clId="{6449AC51-1AFB-56B6-A701-F9B1BDB37FA2}" dt="2026-06-19T13:13:00.790" v="0" actId="20577"/>
          <ac:spMkLst>
            <pc:docMk/>
            <pc:sldMk cId="1574565320" sldId="2147483647"/>
            <ac:spMk id="6" creationId="{5B810F7E-0830-DCAB-E98D-3428AA6AD793}"/>
          </ac:spMkLst>
        </pc:spChg>
        <pc:spChg chg="mod">
          <ac:chgData name="Fernando Sacristan Gonzalez" userId="13d35a4d-6e2b-4f55-96f8-1ea92788b6b3" providerId="ADAL" clId="{6449AC51-1AFB-56B6-A701-F9B1BDB37FA2}" dt="2026-06-19T13:17:56.318" v="25" actId="20577"/>
          <ac:spMkLst>
            <pc:docMk/>
            <pc:sldMk cId="1574565320" sldId="2147483647"/>
            <ac:spMk id="11" creationId="{08F7756C-C818-F549-8E2B-CDAAE188B5B6}"/>
          </ac:spMkLst>
        </pc:spChg>
        <pc:spChg chg="mod">
          <ac:chgData name="Fernando Sacristan Gonzalez" userId="13d35a4d-6e2b-4f55-96f8-1ea92788b6b3" providerId="ADAL" clId="{6449AC51-1AFB-56B6-A701-F9B1BDB37FA2}" dt="2026-06-19T13:17:18.459" v="10" actId="20577"/>
          <ac:spMkLst>
            <pc:docMk/>
            <pc:sldMk cId="1574565320" sldId="2147483647"/>
            <ac:spMk id="60" creationId="{4ACA3E75-0FFF-867E-86EE-B895950D701A}"/>
          </ac:spMkLst>
        </pc:spChg>
      </pc:sldChg>
    </pc:docChg>
  </pc:docChgLst>
  <pc:docChgLst>
    <pc:chgData name="Marta Martínez Casana" userId="10f33bda-9bfd-41c1-9ef3-472b39abe832" providerId="ADAL" clId="{623555C6-71AC-4FC1-84E5-607B29659304}"/>
    <pc:docChg chg="undo custSel addSld delSld modSld sldOrd delMainMaster delSection modSection">
      <pc:chgData name="Marta Martínez Casana" userId="10f33bda-9bfd-41c1-9ef3-472b39abe832" providerId="ADAL" clId="{623555C6-71AC-4FC1-84E5-607B29659304}" dt="2026-06-25T08:04:40.292" v="2121" actId="20577"/>
      <pc:docMkLst>
        <pc:docMk/>
      </pc:docMkLst>
      <pc:sldChg chg="modSp mod">
        <pc:chgData name="Marta Martínez Casana" userId="10f33bda-9bfd-41c1-9ef3-472b39abe832" providerId="ADAL" clId="{623555C6-71AC-4FC1-84E5-607B29659304}" dt="2026-06-19T11:58:30.505" v="1872" actId="20577"/>
        <pc:sldMkLst>
          <pc:docMk/>
          <pc:sldMk cId="3153877309" sldId="256"/>
        </pc:sldMkLst>
        <pc:spChg chg="mod">
          <ac:chgData name="Marta Martínez Casana" userId="10f33bda-9bfd-41c1-9ef3-472b39abe832" providerId="ADAL" clId="{623555C6-71AC-4FC1-84E5-607B29659304}" dt="2026-06-19T11:58:30.505" v="1872" actId="20577"/>
          <ac:spMkLst>
            <pc:docMk/>
            <pc:sldMk cId="3153877309" sldId="256"/>
            <ac:spMk id="46" creationId="{808896E8-9935-CF02-4966-74DBBC2EDAB7}"/>
          </ac:spMkLst>
        </pc:spChg>
      </pc:sldChg>
      <pc:sldChg chg="modSp mod">
        <pc:chgData name="Marta Martínez Casana" userId="10f33bda-9bfd-41c1-9ef3-472b39abe832" providerId="ADAL" clId="{623555C6-71AC-4FC1-84E5-607B29659304}" dt="2026-06-19T11:58:26.274" v="1870" actId="20577"/>
        <pc:sldMkLst>
          <pc:docMk/>
          <pc:sldMk cId="1297198458" sldId="257"/>
        </pc:sldMkLst>
        <pc:spChg chg="mod">
          <ac:chgData name="Marta Martínez Casana" userId="10f33bda-9bfd-41c1-9ef3-472b39abe832" providerId="ADAL" clId="{623555C6-71AC-4FC1-84E5-607B29659304}" dt="2026-06-19T11:58:26.274" v="1870" actId="20577"/>
          <ac:spMkLst>
            <pc:docMk/>
            <pc:sldMk cId="1297198458" sldId="257"/>
            <ac:spMk id="72" creationId="{D98B6BC9-C7AA-6D1E-1470-309D9F83F027}"/>
          </ac:spMkLst>
        </pc:spChg>
      </pc:sldChg>
      <pc:sldChg chg="addSp modSp mod">
        <pc:chgData name="Marta Martínez Casana" userId="10f33bda-9bfd-41c1-9ef3-472b39abe832" providerId="ADAL" clId="{623555C6-71AC-4FC1-84E5-607B29659304}" dt="2026-06-19T12:55:50.988" v="1923" actId="20577"/>
        <pc:sldMkLst>
          <pc:docMk/>
          <pc:sldMk cId="4039140781" sldId="260"/>
        </pc:sldMkLst>
        <pc:spChg chg="add mod">
          <ac:chgData name="Marta Martínez Casana" userId="10f33bda-9bfd-41c1-9ef3-472b39abe832" providerId="ADAL" clId="{623555C6-71AC-4FC1-84E5-607B29659304}" dt="2026-06-19T12:00:35.387" v="1886" actId="20577"/>
          <ac:spMkLst>
            <pc:docMk/>
            <pc:sldMk cId="4039140781" sldId="260"/>
            <ac:spMk id="8" creationId="{4AE3FAFA-8BB7-7966-D529-447759A64728}"/>
          </ac:spMkLst>
        </pc:spChg>
        <pc:spChg chg="mod">
          <ac:chgData name="Marta Martínez Casana" userId="10f33bda-9bfd-41c1-9ef3-472b39abe832" providerId="ADAL" clId="{623555C6-71AC-4FC1-84E5-607B29659304}" dt="2026-06-19T12:55:32.880" v="1917" actId="20577"/>
          <ac:spMkLst>
            <pc:docMk/>
            <pc:sldMk cId="4039140781" sldId="260"/>
            <ac:spMk id="20" creationId="{7D1598DE-7BF8-6928-505E-1F30D1E88821}"/>
          </ac:spMkLst>
        </pc:spChg>
        <pc:spChg chg="mod">
          <ac:chgData name="Marta Martínez Casana" userId="10f33bda-9bfd-41c1-9ef3-472b39abe832" providerId="ADAL" clId="{623555C6-71AC-4FC1-84E5-607B29659304}" dt="2026-06-19T12:55:36.641" v="1918" actId="20577"/>
          <ac:spMkLst>
            <pc:docMk/>
            <pc:sldMk cId="4039140781" sldId="260"/>
            <ac:spMk id="22" creationId="{C52F2789-C5E4-ABCE-51E2-AAE3EFBB8BD2}"/>
          </ac:spMkLst>
        </pc:spChg>
        <pc:spChg chg="mod">
          <ac:chgData name="Marta Martínez Casana" userId="10f33bda-9bfd-41c1-9ef3-472b39abe832" providerId="ADAL" clId="{623555C6-71AC-4FC1-84E5-607B29659304}" dt="2026-06-19T12:55:39.578" v="1919" actId="20577"/>
          <ac:spMkLst>
            <pc:docMk/>
            <pc:sldMk cId="4039140781" sldId="260"/>
            <ac:spMk id="25" creationId="{265319E6-BE2B-B22A-192F-2A0DE540ECFE}"/>
          </ac:spMkLst>
        </pc:spChg>
        <pc:spChg chg="mod">
          <ac:chgData name="Marta Martínez Casana" userId="10f33bda-9bfd-41c1-9ef3-472b39abe832" providerId="ADAL" clId="{623555C6-71AC-4FC1-84E5-607B29659304}" dt="2026-06-19T11:29:24.852" v="1764" actId="14100"/>
          <ac:spMkLst>
            <pc:docMk/>
            <pc:sldMk cId="4039140781" sldId="260"/>
            <ac:spMk id="29" creationId="{ED11AD8D-D430-DF6F-C70E-48A4BA847705}"/>
          </ac:spMkLst>
        </pc:spChg>
        <pc:spChg chg="mod">
          <ac:chgData name="Marta Martínez Casana" userId="10f33bda-9bfd-41c1-9ef3-472b39abe832" providerId="ADAL" clId="{623555C6-71AC-4FC1-84E5-607B29659304}" dt="2026-06-19T12:55:44.587" v="1922" actId="20577"/>
          <ac:spMkLst>
            <pc:docMk/>
            <pc:sldMk cId="4039140781" sldId="260"/>
            <ac:spMk id="49" creationId="{B2703B3C-4615-21CB-61DA-E89A7486731E}"/>
          </ac:spMkLst>
        </pc:spChg>
        <pc:picChg chg="mod">
          <ac:chgData name="Marta Martínez Casana" userId="10f33bda-9bfd-41c1-9ef3-472b39abe832" providerId="ADAL" clId="{623555C6-71AC-4FC1-84E5-607B29659304}" dt="2026-06-19T11:29:16.973" v="1762" actId="1076"/>
          <ac:picMkLst>
            <pc:docMk/>
            <pc:sldMk cId="4039140781" sldId="260"/>
            <ac:picMk id="28" creationId="{6B6B89C2-BBFA-99F1-3359-E4DB82C32A80}"/>
          </ac:picMkLst>
        </pc:picChg>
        <pc:cxnChg chg="mod">
          <ac:chgData name="Marta Martínez Casana" userId="10f33bda-9bfd-41c1-9ef3-472b39abe832" providerId="ADAL" clId="{623555C6-71AC-4FC1-84E5-607B29659304}" dt="2026-06-19T11:29:16.973" v="1762" actId="1076"/>
          <ac:cxnSpMkLst>
            <pc:docMk/>
            <pc:sldMk cId="4039140781" sldId="260"/>
            <ac:cxnSpMk id="31" creationId="{47B3A122-3118-9EB9-D517-AD9FD36ACF12}"/>
          </ac:cxnSpMkLst>
        </pc:cxnChg>
        <pc:cxnChg chg="ord">
          <ac:chgData name="Marta Martínez Casana" userId="10f33bda-9bfd-41c1-9ef3-472b39abe832" providerId="ADAL" clId="{623555C6-71AC-4FC1-84E5-607B29659304}" dt="2026-06-19T06:37:38.303" v="2" actId="167"/>
          <ac:cxnSpMkLst>
            <pc:docMk/>
            <pc:sldMk cId="4039140781" sldId="260"/>
            <ac:cxnSpMk id="125" creationId="{798F5CE1-7B71-592C-2894-4997F41D8828}"/>
          </ac:cxnSpMkLst>
        </pc:cxnChg>
      </pc:sldChg>
      <pc:sldChg chg="del">
        <pc:chgData name="Marta Martínez Casana" userId="10f33bda-9bfd-41c1-9ef3-472b39abe832" providerId="ADAL" clId="{623555C6-71AC-4FC1-84E5-607B29659304}" dt="2026-06-24T09:10:19.496" v="2108" actId="18676"/>
        <pc:sldMkLst>
          <pc:docMk/>
          <pc:sldMk cId="1356668876" sldId="262"/>
        </pc:sldMkLst>
      </pc:sldChg>
      <pc:sldChg chg="addSp delSp modSp del mod ord modShow">
        <pc:chgData name="Marta Martínez Casana" userId="10f33bda-9bfd-41c1-9ef3-472b39abe832" providerId="ADAL" clId="{623555C6-71AC-4FC1-84E5-607B29659304}" dt="2026-06-24T09:10:19.496" v="2108" actId="18676"/>
        <pc:sldMkLst>
          <pc:docMk/>
          <pc:sldMk cId="3467074335" sldId="263"/>
        </pc:sldMkLst>
      </pc:sldChg>
      <pc:sldChg chg="addSp modSp new mod">
        <pc:chgData name="Marta Martínez Casana" userId="10f33bda-9bfd-41c1-9ef3-472b39abe832" providerId="ADAL" clId="{623555C6-71AC-4FC1-84E5-607B29659304}" dt="2026-06-22T07:50:16.622" v="2070" actId="20577"/>
        <pc:sldMkLst>
          <pc:docMk/>
          <pc:sldMk cId="1531374310" sldId="264"/>
        </pc:sldMkLst>
      </pc:sldChg>
      <pc:sldChg chg="delSp mod">
        <pc:chgData name="Marta Martínez Casana" userId="10f33bda-9bfd-41c1-9ef3-472b39abe832" providerId="ADAL" clId="{623555C6-71AC-4FC1-84E5-607B29659304}" dt="2026-06-24T09:10:06.882" v="2106" actId="478"/>
        <pc:sldMkLst>
          <pc:docMk/>
          <pc:sldMk cId="1567200426" sldId="266"/>
        </pc:sldMkLst>
        <pc:grpChg chg="del">
          <ac:chgData name="Marta Martínez Casana" userId="10f33bda-9bfd-41c1-9ef3-472b39abe832" providerId="ADAL" clId="{623555C6-71AC-4FC1-84E5-607B29659304}" dt="2026-06-24T09:10:06.882" v="2106" actId="478"/>
          <ac:grpSpMkLst>
            <pc:docMk/>
            <pc:sldMk cId="1567200426" sldId="266"/>
            <ac:grpSpMk id="58" creationId="{4A041C38-5874-94FC-A123-D93EEF4768C4}"/>
          </ac:grpSpMkLst>
        </pc:grpChg>
      </pc:sldChg>
      <pc:sldChg chg="del">
        <pc:chgData name="Marta Martínez Casana" userId="10f33bda-9bfd-41c1-9ef3-472b39abe832" providerId="ADAL" clId="{623555C6-71AC-4FC1-84E5-607B29659304}" dt="2026-06-24T09:10:15.915" v="2107" actId="18676"/>
        <pc:sldMkLst>
          <pc:docMk/>
          <pc:sldMk cId="370529992" sldId="271"/>
        </pc:sldMkLst>
      </pc:sldChg>
      <pc:sldChg chg="del">
        <pc:chgData name="Marta Martínez Casana" userId="10f33bda-9bfd-41c1-9ef3-472b39abe832" providerId="ADAL" clId="{623555C6-71AC-4FC1-84E5-607B29659304}" dt="2026-06-24T09:10:19.496" v="2108" actId="18676"/>
        <pc:sldMkLst>
          <pc:docMk/>
          <pc:sldMk cId="505903473" sldId="273"/>
        </pc:sldMkLst>
      </pc:sldChg>
      <pc:sldChg chg="modSp mod">
        <pc:chgData name="Marta Martínez Casana" userId="10f33bda-9bfd-41c1-9ef3-472b39abe832" providerId="ADAL" clId="{623555C6-71AC-4FC1-84E5-607B29659304}" dt="2026-06-19T11:58:35.866" v="1874" actId="20577"/>
        <pc:sldMkLst>
          <pc:docMk/>
          <pc:sldMk cId="2337961625" sldId="274"/>
        </pc:sldMkLst>
        <pc:spChg chg="mod">
          <ac:chgData name="Marta Martínez Casana" userId="10f33bda-9bfd-41c1-9ef3-472b39abe832" providerId="ADAL" clId="{623555C6-71AC-4FC1-84E5-607B29659304}" dt="2026-06-19T11:58:35.866" v="1874" actId="20577"/>
          <ac:spMkLst>
            <pc:docMk/>
            <pc:sldMk cId="2337961625" sldId="274"/>
            <ac:spMk id="46" creationId="{C690A171-8750-4C16-81C9-D6631F0CC21B}"/>
          </ac:spMkLst>
        </pc:spChg>
      </pc:sldChg>
      <pc:sldChg chg="modSp mod">
        <pc:chgData name="Marta Martínez Casana" userId="10f33bda-9bfd-41c1-9ef3-472b39abe832" providerId="ADAL" clId="{623555C6-71AC-4FC1-84E5-607B29659304}" dt="2026-06-25T08:04:40.292" v="2121" actId="20577"/>
        <pc:sldMkLst>
          <pc:docMk/>
          <pc:sldMk cId="3770357096" sldId="275"/>
        </pc:sldMkLst>
        <pc:spChg chg="mod">
          <ac:chgData name="Marta Martínez Casana" userId="10f33bda-9bfd-41c1-9ef3-472b39abe832" providerId="ADAL" clId="{623555C6-71AC-4FC1-84E5-607B29659304}" dt="2026-06-25T08:04:40.292" v="2121" actId="20577"/>
          <ac:spMkLst>
            <pc:docMk/>
            <pc:sldMk cId="3770357096" sldId="275"/>
            <ac:spMk id="2" creationId="{B2E5B3F9-8532-1718-172C-1925B1E8552C}"/>
          </ac:spMkLst>
        </pc:spChg>
        <pc:spChg chg="mod">
          <ac:chgData name="Marta Martínez Casana" userId="10f33bda-9bfd-41c1-9ef3-472b39abe832" providerId="ADAL" clId="{623555C6-71AC-4FC1-84E5-607B29659304}" dt="2026-06-24T09:09:18.465" v="2105" actId="13926"/>
          <ac:spMkLst>
            <pc:docMk/>
            <pc:sldMk cId="3770357096" sldId="275"/>
            <ac:spMk id="19" creationId="{3EEE230C-5F16-5191-6D1F-FB48C4CEA419}"/>
          </ac:spMkLst>
        </pc:spChg>
        <pc:graphicFrameChg chg="modGraphic">
          <ac:chgData name="Marta Martínez Casana" userId="10f33bda-9bfd-41c1-9ef3-472b39abe832" providerId="ADAL" clId="{623555C6-71AC-4FC1-84E5-607B29659304}" dt="2026-06-25T07:55:40.469" v="2119" actId="20577"/>
          <ac:graphicFrameMkLst>
            <pc:docMk/>
            <pc:sldMk cId="3770357096" sldId="275"/>
            <ac:graphicFrameMk id="18" creationId="{E53344ED-0994-3208-7324-5DDDB5284711}"/>
          </ac:graphicFrameMkLst>
        </pc:graphicFrameChg>
      </pc:sldChg>
      <pc:sldChg chg="addSp delSp modSp new del mod ord modShow">
        <pc:chgData name="Marta Martínez Casana" userId="10f33bda-9bfd-41c1-9ef3-472b39abe832" providerId="ADAL" clId="{623555C6-71AC-4FC1-84E5-607B29659304}" dt="2026-06-24T09:10:19.496" v="2108" actId="18676"/>
        <pc:sldMkLst>
          <pc:docMk/>
          <pc:sldMk cId="145576395" sldId="277"/>
        </pc:sldMkLst>
      </pc:sldChg>
      <pc:sldChg chg="addSp modSp del mod ord modShow">
        <pc:chgData name="Marta Martínez Casana" userId="10f33bda-9bfd-41c1-9ef3-472b39abe832" providerId="ADAL" clId="{623555C6-71AC-4FC1-84E5-607B29659304}" dt="2026-06-24T09:10:19.496" v="2108" actId="18676"/>
        <pc:sldMkLst>
          <pc:docMk/>
          <pc:sldMk cId="2139255878" sldId="279"/>
        </pc:sldMkLst>
      </pc:sldChg>
      <pc:sldChg chg="addSp delSp modSp add mod modShow">
        <pc:chgData name="Marta Martínez Casana" userId="10f33bda-9bfd-41c1-9ef3-472b39abe832" providerId="ADAL" clId="{623555C6-71AC-4FC1-84E5-607B29659304}" dt="2026-06-19T12:21:14.314" v="1913" actId="478"/>
        <pc:sldMkLst>
          <pc:docMk/>
          <pc:sldMk cId="1369669545" sldId="280"/>
        </pc:sldMkLst>
        <pc:spChg chg="add mod">
          <ac:chgData name="Marta Martínez Casana" userId="10f33bda-9bfd-41c1-9ef3-472b39abe832" providerId="ADAL" clId="{623555C6-71AC-4FC1-84E5-607B29659304}" dt="2026-06-19T11:13:54.484" v="1666" actId="1076"/>
          <ac:spMkLst>
            <pc:docMk/>
            <pc:sldMk cId="1369669545" sldId="280"/>
            <ac:spMk id="2" creationId="{F18F7EC2-D8F0-F9A8-56E1-97DB3C7F2C15}"/>
          </ac:spMkLst>
        </pc:spChg>
        <pc:spChg chg="mod">
          <ac:chgData name="Marta Martínez Casana" userId="10f33bda-9bfd-41c1-9ef3-472b39abe832" providerId="ADAL" clId="{623555C6-71AC-4FC1-84E5-607B29659304}" dt="2026-06-19T11:12:54.317" v="1646" actId="552"/>
          <ac:spMkLst>
            <pc:docMk/>
            <pc:sldMk cId="1369669545" sldId="280"/>
            <ac:spMk id="6" creationId="{4F69033E-1027-7DC0-C8FB-848861A41711}"/>
          </ac:spMkLst>
        </pc:spChg>
        <pc:spChg chg="mod">
          <ac:chgData name="Marta Martínez Casana" userId="10f33bda-9bfd-41c1-9ef3-472b39abe832" providerId="ADAL" clId="{623555C6-71AC-4FC1-84E5-607B29659304}" dt="2026-06-19T11:01:38.366" v="1509" actId="20577"/>
          <ac:spMkLst>
            <pc:docMk/>
            <pc:sldMk cId="1369669545" sldId="280"/>
            <ac:spMk id="11" creationId="{75C20406-0615-698E-4785-DCD442D77D59}"/>
          </ac:spMkLst>
        </pc:spChg>
        <pc:spChg chg="mod">
          <ac:chgData name="Marta Martínez Casana" userId="10f33bda-9bfd-41c1-9ef3-472b39abe832" providerId="ADAL" clId="{623555C6-71AC-4FC1-84E5-607B29659304}" dt="2026-06-19T08:44:44.703" v="579" actId="14100"/>
          <ac:spMkLst>
            <pc:docMk/>
            <pc:sldMk cId="1369669545" sldId="280"/>
            <ac:spMk id="13" creationId="{65F7DF3F-C532-7FFF-B927-9BC2B2C67B1E}"/>
          </ac:spMkLst>
        </pc:spChg>
        <pc:spChg chg="mod">
          <ac:chgData name="Marta Martínez Casana" userId="10f33bda-9bfd-41c1-9ef3-472b39abe832" providerId="ADAL" clId="{623555C6-71AC-4FC1-84E5-607B29659304}" dt="2026-06-19T11:14:00.049" v="1667" actId="207"/>
          <ac:spMkLst>
            <pc:docMk/>
            <pc:sldMk cId="1369669545" sldId="280"/>
            <ac:spMk id="15" creationId="{28571E42-11FE-3F86-8A44-9C04CB969044}"/>
          </ac:spMkLst>
        </pc:spChg>
        <pc:spChg chg="add mod">
          <ac:chgData name="Marta Martínez Casana" userId="10f33bda-9bfd-41c1-9ef3-472b39abe832" providerId="ADAL" clId="{623555C6-71AC-4FC1-84E5-607B29659304}" dt="2026-06-19T11:12:54.317" v="1646" actId="552"/>
          <ac:spMkLst>
            <pc:docMk/>
            <pc:sldMk cId="1369669545" sldId="280"/>
            <ac:spMk id="17" creationId="{00EC7207-9EB6-2B45-56F6-F90A9827897E}"/>
          </ac:spMkLst>
        </pc:spChg>
        <pc:spChg chg="mod">
          <ac:chgData name="Marta Martínez Casana" userId="10f33bda-9bfd-41c1-9ef3-472b39abe832" providerId="ADAL" clId="{623555C6-71AC-4FC1-84E5-607B29659304}" dt="2026-06-19T11:13:38.344" v="1656" actId="14100"/>
          <ac:spMkLst>
            <pc:docMk/>
            <pc:sldMk cId="1369669545" sldId="280"/>
            <ac:spMk id="23" creationId="{00119DEA-E14C-D3C7-B705-FFE6B1769220}"/>
          </ac:spMkLst>
        </pc:spChg>
        <pc:spChg chg="mod">
          <ac:chgData name="Marta Martínez Casana" userId="10f33bda-9bfd-41c1-9ef3-472b39abe832" providerId="ADAL" clId="{623555C6-71AC-4FC1-84E5-607B29659304}" dt="2026-06-19T10:56:58.952" v="1305"/>
          <ac:spMkLst>
            <pc:docMk/>
            <pc:sldMk cId="1369669545" sldId="280"/>
            <ac:spMk id="26" creationId="{7961A325-E22E-19FB-C329-E897A2F4CEA8}"/>
          </ac:spMkLst>
        </pc:spChg>
        <pc:spChg chg="mod">
          <ac:chgData name="Marta Martínez Casana" userId="10f33bda-9bfd-41c1-9ef3-472b39abe832" providerId="ADAL" clId="{623555C6-71AC-4FC1-84E5-607B29659304}" dt="2026-06-19T11:13:48.696" v="1665" actId="1036"/>
          <ac:spMkLst>
            <pc:docMk/>
            <pc:sldMk cId="1369669545" sldId="280"/>
            <ac:spMk id="27" creationId="{6A7AF3FD-99C5-1197-D61C-C492477E0AFC}"/>
          </ac:spMkLst>
        </pc:spChg>
        <pc:spChg chg="mod">
          <ac:chgData name="Marta Martínez Casana" userId="10f33bda-9bfd-41c1-9ef3-472b39abe832" providerId="ADAL" clId="{623555C6-71AC-4FC1-84E5-607B29659304}" dt="2026-06-19T08:45:10.943" v="620" actId="404"/>
          <ac:spMkLst>
            <pc:docMk/>
            <pc:sldMk cId="1369669545" sldId="280"/>
            <ac:spMk id="28" creationId="{62ED41A8-B96B-B7F0-D055-0C824064E40C}"/>
          </ac:spMkLst>
        </pc:spChg>
        <pc:spChg chg="mod">
          <ac:chgData name="Marta Martínez Casana" userId="10f33bda-9bfd-41c1-9ef3-472b39abe832" providerId="ADAL" clId="{623555C6-71AC-4FC1-84E5-607B29659304}" dt="2026-06-19T08:45:10.943" v="620" actId="404"/>
          <ac:spMkLst>
            <pc:docMk/>
            <pc:sldMk cId="1369669545" sldId="280"/>
            <ac:spMk id="30" creationId="{9754AE75-6623-D7E0-11AC-89387B9DBEB1}"/>
          </ac:spMkLst>
        </pc:spChg>
        <pc:spChg chg="mod">
          <ac:chgData name="Marta Martínez Casana" userId="10f33bda-9bfd-41c1-9ef3-472b39abe832" providerId="ADAL" clId="{623555C6-71AC-4FC1-84E5-607B29659304}" dt="2026-06-19T08:45:10.943" v="620" actId="404"/>
          <ac:spMkLst>
            <pc:docMk/>
            <pc:sldMk cId="1369669545" sldId="280"/>
            <ac:spMk id="31" creationId="{B79223B5-113B-B9DB-6ECE-A0B423FEEF43}"/>
          </ac:spMkLst>
        </pc:spChg>
        <pc:spChg chg="mod">
          <ac:chgData name="Marta Martínez Casana" userId="10f33bda-9bfd-41c1-9ef3-472b39abe832" providerId="ADAL" clId="{623555C6-71AC-4FC1-84E5-607B29659304}" dt="2026-06-19T08:45:10.943" v="620" actId="404"/>
          <ac:spMkLst>
            <pc:docMk/>
            <pc:sldMk cId="1369669545" sldId="280"/>
            <ac:spMk id="33" creationId="{ED75AC63-A5ED-0AC4-8C07-B48519715DEF}"/>
          </ac:spMkLst>
        </pc:spChg>
        <pc:spChg chg="mod">
          <ac:chgData name="Marta Martínez Casana" userId="10f33bda-9bfd-41c1-9ef3-472b39abe832" providerId="ADAL" clId="{623555C6-71AC-4FC1-84E5-607B29659304}" dt="2026-06-19T08:45:10.943" v="620" actId="404"/>
          <ac:spMkLst>
            <pc:docMk/>
            <pc:sldMk cId="1369669545" sldId="280"/>
            <ac:spMk id="34" creationId="{66ADF4C5-6C9D-7485-A501-F88C2FA07014}"/>
          </ac:spMkLst>
        </pc:spChg>
        <pc:spChg chg="mod">
          <ac:chgData name="Marta Martínez Casana" userId="10f33bda-9bfd-41c1-9ef3-472b39abe832" providerId="ADAL" clId="{623555C6-71AC-4FC1-84E5-607B29659304}" dt="2026-06-19T08:45:10.943" v="620" actId="404"/>
          <ac:spMkLst>
            <pc:docMk/>
            <pc:sldMk cId="1369669545" sldId="280"/>
            <ac:spMk id="44" creationId="{EC769525-040D-7A1A-0388-2443439CD804}"/>
          </ac:spMkLst>
        </pc:spChg>
        <pc:spChg chg="mod">
          <ac:chgData name="Marta Martínez Casana" userId="10f33bda-9bfd-41c1-9ef3-472b39abe832" providerId="ADAL" clId="{623555C6-71AC-4FC1-84E5-607B29659304}" dt="2026-06-19T08:45:10.943" v="620" actId="404"/>
          <ac:spMkLst>
            <pc:docMk/>
            <pc:sldMk cId="1369669545" sldId="280"/>
            <ac:spMk id="2070" creationId="{6796E579-A327-EF1C-90E2-FDC82BD5663D}"/>
          </ac:spMkLst>
        </pc:spChg>
        <pc:spChg chg="mod">
          <ac:chgData name="Marta Martínez Casana" userId="10f33bda-9bfd-41c1-9ef3-472b39abe832" providerId="ADAL" clId="{623555C6-71AC-4FC1-84E5-607B29659304}" dt="2026-06-19T08:45:10.943" v="620" actId="404"/>
          <ac:spMkLst>
            <pc:docMk/>
            <pc:sldMk cId="1369669545" sldId="280"/>
            <ac:spMk id="2071" creationId="{DED63CF6-A599-F785-FF9D-DA5A46B0931E}"/>
          </ac:spMkLst>
        </pc:spChg>
        <pc:grpChg chg="mod">
          <ac:chgData name="Marta Martínez Casana" userId="10f33bda-9bfd-41c1-9ef3-472b39abe832" providerId="ADAL" clId="{623555C6-71AC-4FC1-84E5-607B29659304}" dt="2026-06-19T08:45:09.061" v="619" actId="14100"/>
          <ac:grpSpMkLst>
            <pc:docMk/>
            <pc:sldMk cId="1369669545" sldId="280"/>
            <ac:grpSpMk id="2104" creationId="{3723F5EF-0E07-8DBD-6C21-CFD8AF12AB5F}"/>
          </ac:grpSpMkLst>
        </pc:grpChg>
        <pc:picChg chg="mod">
          <ac:chgData name="Marta Martínez Casana" userId="10f33bda-9bfd-41c1-9ef3-472b39abe832" providerId="ADAL" clId="{623555C6-71AC-4FC1-84E5-607B29659304}" dt="2026-06-19T08:47:05.061" v="646" actId="1076"/>
          <ac:picMkLst>
            <pc:docMk/>
            <pc:sldMk cId="1369669545" sldId="280"/>
            <ac:picMk id="10" creationId="{3E083245-4ADB-3288-B5E8-9F1202B40C88}"/>
          </ac:picMkLst>
        </pc:picChg>
        <pc:picChg chg="mod">
          <ac:chgData name="Marta Martínez Casana" userId="10f33bda-9bfd-41c1-9ef3-472b39abe832" providerId="ADAL" clId="{623555C6-71AC-4FC1-84E5-607B29659304}" dt="2026-06-19T08:47:05.061" v="646" actId="1076"/>
          <ac:picMkLst>
            <pc:docMk/>
            <pc:sldMk cId="1369669545" sldId="280"/>
            <ac:picMk id="14" creationId="{CBED592F-1772-711B-65ED-8C659DD36627}"/>
          </ac:picMkLst>
        </pc:picChg>
        <pc:picChg chg="mod">
          <ac:chgData name="Marta Martínez Casana" userId="10f33bda-9bfd-41c1-9ef3-472b39abe832" providerId="ADAL" clId="{623555C6-71AC-4FC1-84E5-607B29659304}" dt="2026-06-19T08:47:05.061" v="646" actId="1076"/>
          <ac:picMkLst>
            <pc:docMk/>
            <pc:sldMk cId="1369669545" sldId="280"/>
            <ac:picMk id="20" creationId="{818A184D-F04B-7221-7BD9-9B6693E8D626}"/>
          </ac:picMkLst>
        </pc:picChg>
        <pc:picChg chg="mod">
          <ac:chgData name="Marta Martínez Casana" userId="10f33bda-9bfd-41c1-9ef3-472b39abe832" providerId="ADAL" clId="{623555C6-71AC-4FC1-84E5-607B29659304}" dt="2026-06-19T08:47:05.061" v="646" actId="1076"/>
          <ac:picMkLst>
            <pc:docMk/>
            <pc:sldMk cId="1369669545" sldId="280"/>
            <ac:picMk id="21" creationId="{EBA6F3B8-CBD2-0022-BDC5-D83247264986}"/>
          </ac:picMkLst>
        </pc:picChg>
        <pc:picChg chg="mod">
          <ac:chgData name="Marta Martínez Casana" userId="10f33bda-9bfd-41c1-9ef3-472b39abe832" providerId="ADAL" clId="{623555C6-71AC-4FC1-84E5-607B29659304}" dt="2026-06-19T08:47:05.061" v="646" actId="1076"/>
          <ac:picMkLst>
            <pc:docMk/>
            <pc:sldMk cId="1369669545" sldId="280"/>
            <ac:picMk id="2054" creationId="{1F8C1B81-5B39-F615-3780-2C26D75327E5}"/>
          </ac:picMkLst>
        </pc:picChg>
        <pc:picChg chg="mod">
          <ac:chgData name="Marta Martínez Casana" userId="10f33bda-9bfd-41c1-9ef3-472b39abe832" providerId="ADAL" clId="{623555C6-71AC-4FC1-84E5-607B29659304}" dt="2026-06-19T08:47:05.061" v="646" actId="1076"/>
          <ac:picMkLst>
            <pc:docMk/>
            <pc:sldMk cId="1369669545" sldId="280"/>
            <ac:picMk id="2056" creationId="{859C2476-21B8-D995-480C-0A0B36F67380}"/>
          </ac:picMkLst>
        </pc:picChg>
        <pc:picChg chg="mod">
          <ac:chgData name="Marta Martínez Casana" userId="10f33bda-9bfd-41c1-9ef3-472b39abe832" providerId="ADAL" clId="{623555C6-71AC-4FC1-84E5-607B29659304}" dt="2026-06-19T08:47:05.061" v="646" actId="1076"/>
          <ac:picMkLst>
            <pc:docMk/>
            <pc:sldMk cId="1369669545" sldId="280"/>
            <ac:picMk id="2062" creationId="{5742115B-CF58-D5C8-96C5-7B96C6AF065E}"/>
          </ac:picMkLst>
        </pc:picChg>
      </pc:sldChg>
      <pc:sldChg chg="del">
        <pc:chgData name="Marta Martínez Casana" userId="10f33bda-9bfd-41c1-9ef3-472b39abe832" providerId="ADAL" clId="{623555C6-71AC-4FC1-84E5-607B29659304}" dt="2026-06-24T09:10:19.496" v="2108" actId="18676"/>
        <pc:sldMkLst>
          <pc:docMk/>
          <pc:sldMk cId="2333780435" sldId="282"/>
        </pc:sldMkLst>
      </pc:sldChg>
      <pc:sldChg chg="del mod ord modShow">
        <pc:chgData name="Marta Martínez Casana" userId="10f33bda-9bfd-41c1-9ef3-472b39abe832" providerId="ADAL" clId="{623555C6-71AC-4FC1-84E5-607B29659304}" dt="2026-06-24T09:10:19.496" v="2108" actId="18676"/>
        <pc:sldMkLst>
          <pc:docMk/>
          <pc:sldMk cId="1354759055" sldId="283"/>
        </pc:sldMkLst>
      </pc:sldChg>
      <pc:sldChg chg="modSp mod">
        <pc:chgData name="Marta Martínez Casana" userId="10f33bda-9bfd-41c1-9ef3-472b39abe832" providerId="ADAL" clId="{623555C6-71AC-4FC1-84E5-607B29659304}" dt="2026-06-19T11:17:10.396" v="1701" actId="20577"/>
        <pc:sldMkLst>
          <pc:docMk/>
          <pc:sldMk cId="3836068081" sldId="284"/>
        </pc:sldMkLst>
        <pc:spChg chg="mod">
          <ac:chgData name="Marta Martínez Casana" userId="10f33bda-9bfd-41c1-9ef3-472b39abe832" providerId="ADAL" clId="{623555C6-71AC-4FC1-84E5-607B29659304}" dt="2026-06-19T11:17:10.396" v="1701" actId="20577"/>
          <ac:spMkLst>
            <pc:docMk/>
            <pc:sldMk cId="3836068081" sldId="284"/>
            <ac:spMk id="20" creationId="{55589F47-A59C-7D8B-8154-979080A09A7F}"/>
          </ac:spMkLst>
        </pc:spChg>
      </pc:sldChg>
      <pc:sldChg chg="del">
        <pc:chgData name="Marta Martínez Casana" userId="10f33bda-9bfd-41c1-9ef3-472b39abe832" providerId="ADAL" clId="{623555C6-71AC-4FC1-84E5-607B29659304}" dt="2026-06-24T09:10:19.496" v="2108" actId="18676"/>
        <pc:sldMkLst>
          <pc:docMk/>
          <pc:sldMk cId="996218613" sldId="286"/>
        </pc:sldMkLst>
      </pc:sldChg>
      <pc:sldChg chg="del">
        <pc:chgData name="Marta Martínez Casana" userId="10f33bda-9bfd-41c1-9ef3-472b39abe832" providerId="ADAL" clId="{623555C6-71AC-4FC1-84E5-607B29659304}" dt="2026-06-24T09:10:15.915" v="2107" actId="18676"/>
        <pc:sldMkLst>
          <pc:docMk/>
          <pc:sldMk cId="3554471461" sldId="287"/>
        </pc:sldMkLst>
      </pc:sldChg>
      <pc:sldChg chg="del">
        <pc:chgData name="Marta Martínez Casana" userId="10f33bda-9bfd-41c1-9ef3-472b39abe832" providerId="ADAL" clId="{623555C6-71AC-4FC1-84E5-607B29659304}" dt="2026-06-24T09:10:19.496" v="2108" actId="18676"/>
        <pc:sldMkLst>
          <pc:docMk/>
          <pc:sldMk cId="0" sldId="288"/>
        </pc:sldMkLst>
      </pc:sldChg>
      <pc:sldChg chg="addSp modSp new del mod ord modShow">
        <pc:chgData name="Marta Martínez Casana" userId="10f33bda-9bfd-41c1-9ef3-472b39abe832" providerId="ADAL" clId="{623555C6-71AC-4FC1-84E5-607B29659304}" dt="2026-06-24T09:10:19.496" v="2108" actId="18676"/>
        <pc:sldMkLst>
          <pc:docMk/>
          <pc:sldMk cId="1163947675" sldId="294"/>
        </pc:sldMkLst>
      </pc:sldChg>
      <pc:sldChg chg="addSp modSp new del mod ord modShow">
        <pc:chgData name="Marta Martínez Casana" userId="10f33bda-9bfd-41c1-9ef3-472b39abe832" providerId="ADAL" clId="{623555C6-71AC-4FC1-84E5-607B29659304}" dt="2026-06-24T09:10:19.496" v="2108" actId="18676"/>
        <pc:sldMkLst>
          <pc:docMk/>
          <pc:sldMk cId="1529927948" sldId="295"/>
        </pc:sldMkLst>
      </pc:sldChg>
      <pc:sldChg chg="del">
        <pc:chgData name="Marta Martínez Casana" userId="10f33bda-9bfd-41c1-9ef3-472b39abe832" providerId="ADAL" clId="{623555C6-71AC-4FC1-84E5-607B29659304}" dt="2026-06-24T09:10:15.915" v="2107" actId="18676"/>
        <pc:sldMkLst>
          <pc:docMk/>
          <pc:sldMk cId="2511349106" sldId="297"/>
        </pc:sldMkLst>
      </pc:sldChg>
      <pc:sldChg chg="delSp modSp mod">
        <pc:chgData name="Marta Martínez Casana" userId="10f33bda-9bfd-41c1-9ef3-472b39abe832" providerId="ADAL" clId="{623555C6-71AC-4FC1-84E5-607B29659304}" dt="2026-06-22T07:46:38.485" v="2068" actId="478"/>
        <pc:sldMkLst>
          <pc:docMk/>
          <pc:sldMk cId="785730118" sldId="298"/>
        </pc:sldMkLst>
        <pc:graphicFrameChg chg="modGraphic">
          <ac:chgData name="Marta Martínez Casana" userId="10f33bda-9bfd-41c1-9ef3-472b39abe832" providerId="ADAL" clId="{623555C6-71AC-4FC1-84E5-607B29659304}" dt="2026-06-19T11:42:31.894" v="1832" actId="20577"/>
          <ac:graphicFrameMkLst>
            <pc:docMk/>
            <pc:sldMk cId="785730118" sldId="298"/>
            <ac:graphicFrameMk id="10" creationId="{1D619EB5-3E1A-BC64-BE35-4AEB6B209F1F}"/>
          </ac:graphicFrameMkLst>
        </pc:graphicFrameChg>
      </pc:sldChg>
      <pc:sldChg chg="del">
        <pc:chgData name="Marta Martínez Casana" userId="10f33bda-9bfd-41c1-9ef3-472b39abe832" providerId="ADAL" clId="{623555C6-71AC-4FC1-84E5-607B29659304}" dt="2026-06-24T09:10:15.915" v="2107" actId="18676"/>
        <pc:sldMkLst>
          <pc:docMk/>
          <pc:sldMk cId="876723275" sldId="299"/>
        </pc:sldMkLst>
      </pc:sldChg>
      <pc:sldChg chg="del">
        <pc:chgData name="Marta Martínez Casana" userId="10f33bda-9bfd-41c1-9ef3-472b39abe832" providerId="ADAL" clId="{623555C6-71AC-4FC1-84E5-607B29659304}" dt="2026-06-24T09:10:19.496" v="2108" actId="18676"/>
        <pc:sldMkLst>
          <pc:docMk/>
          <pc:sldMk cId="4289131747" sldId="305"/>
        </pc:sldMkLst>
      </pc:sldChg>
      <pc:sldChg chg="ord">
        <pc:chgData name="Marta Martínez Casana" userId="10f33bda-9bfd-41c1-9ef3-472b39abe832" providerId="ADAL" clId="{623555C6-71AC-4FC1-84E5-607B29659304}" dt="2026-06-24T09:11:45.868" v="2110"/>
        <pc:sldMkLst>
          <pc:docMk/>
          <pc:sldMk cId="1235959339" sldId="2147481998"/>
        </pc:sldMkLst>
      </pc:sldChg>
      <pc:sldChg chg="del">
        <pc:chgData name="Marta Martínez Casana" userId="10f33bda-9bfd-41c1-9ef3-472b39abe832" providerId="ADAL" clId="{623555C6-71AC-4FC1-84E5-607B29659304}" dt="2026-06-24T09:10:15.915" v="2107" actId="18676"/>
        <pc:sldMkLst>
          <pc:docMk/>
          <pc:sldMk cId="1560107631" sldId="2147482007"/>
        </pc:sldMkLst>
      </pc:sldChg>
      <pc:sldMasterChg chg="del delSldLayout">
        <pc:chgData name="Marta Martínez Casana" userId="10f33bda-9bfd-41c1-9ef3-472b39abe832" providerId="ADAL" clId="{623555C6-71AC-4FC1-84E5-607B29659304}" dt="2026-06-24T09:10:19.496" v="2108" actId="18676"/>
        <pc:sldMasterMkLst>
          <pc:docMk/>
          <pc:sldMasterMk cId="3233127212" sldId="2147518539"/>
        </pc:sldMasterMkLst>
        <pc:sldLayoutChg chg="del">
          <pc:chgData name="Marta Martínez Casana" userId="10f33bda-9bfd-41c1-9ef3-472b39abe832" providerId="ADAL" clId="{623555C6-71AC-4FC1-84E5-607B29659304}" dt="2026-06-24T09:10:19.496" v="2108" actId="18676"/>
          <pc:sldLayoutMkLst>
            <pc:docMk/>
            <pc:sldMasterMk cId="3233127212" sldId="2147518539"/>
            <pc:sldLayoutMk cId="1570386597" sldId="2147518540"/>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399109840" sldId="2147518541"/>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1502485179" sldId="2147518542"/>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2814747015" sldId="2147518543"/>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587175495" sldId="2147518544"/>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1243051732" sldId="2147518545"/>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2754282464" sldId="2147518546"/>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263158602" sldId="2147518547"/>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1480977282" sldId="2147518548"/>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1519292637" sldId="2147518549"/>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554552442" sldId="2147518550"/>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2138863017" sldId="2147518551"/>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3826163355" sldId="2147518552"/>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846194933" sldId="2147518553"/>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3437239513" sldId="2147518554"/>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1822375167" sldId="2147518555"/>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2599627366" sldId="2147518556"/>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513373465" sldId="2147518557"/>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3788525535" sldId="2147518558"/>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1169657502" sldId="2147518559"/>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1192976120" sldId="2147518560"/>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2663062716" sldId="2147518561"/>
          </pc:sldLayoutMkLst>
        </pc:sldLayoutChg>
        <pc:sldLayoutChg chg="del">
          <pc:chgData name="Marta Martínez Casana" userId="10f33bda-9bfd-41c1-9ef3-472b39abe832" providerId="ADAL" clId="{623555C6-71AC-4FC1-84E5-607B29659304}" dt="2026-06-24T09:10:19.496" v="2108" actId="18676"/>
          <pc:sldLayoutMkLst>
            <pc:docMk/>
            <pc:sldMasterMk cId="3233127212" sldId="2147518539"/>
            <pc:sldLayoutMk cId="435774629" sldId="2147518562"/>
          </pc:sldLayoutMkLst>
        </pc:sldLayoutChg>
      </pc:sldMasterChg>
    </pc:docChg>
  </pc:docChgLst>
  <pc:docChgLst>
    <pc:chgData name="Josep Núñez Riba" userId="de0a42bf-019d-4b6c-9011-8ed265f06a93" providerId="ADAL" clId="{4C9DB5BA-0887-45C6-925D-A047F4C85098}"/>
    <pc:docChg chg="undo redo custSel addSld delSld modSld sldOrd delMainMaster addSection modSection">
      <pc:chgData name="Josep Núñez Riba" userId="de0a42bf-019d-4b6c-9011-8ed265f06a93" providerId="ADAL" clId="{4C9DB5BA-0887-45C6-925D-A047F4C85098}" dt="2026-06-23T07:12:02.794" v="5938" actId="20577"/>
      <pc:docMkLst>
        <pc:docMk/>
      </pc:docMkLst>
      <pc:sldChg chg="modSp mod">
        <pc:chgData name="Josep Núñez Riba" userId="de0a42bf-019d-4b6c-9011-8ed265f06a93" providerId="ADAL" clId="{4C9DB5BA-0887-45C6-925D-A047F4C85098}" dt="2026-06-23T07:10:21.301" v="5926"/>
        <pc:sldMkLst>
          <pc:docMk/>
          <pc:sldMk cId="3153877309" sldId="256"/>
        </pc:sldMkLst>
        <pc:spChg chg="mod">
          <ac:chgData name="Josep Núñez Riba" userId="de0a42bf-019d-4b6c-9011-8ed265f06a93" providerId="ADAL" clId="{4C9DB5BA-0887-45C6-925D-A047F4C85098}" dt="2026-06-23T07:10:21.301" v="5926"/>
          <ac:spMkLst>
            <pc:docMk/>
            <pc:sldMk cId="3153877309" sldId="256"/>
            <ac:spMk id="2" creationId="{FCF17B56-06B8-09A2-8F76-0B01B706CCCD}"/>
          </ac:spMkLst>
        </pc:spChg>
        <pc:spChg chg="mod">
          <ac:chgData name="Josep Núñez Riba" userId="de0a42bf-019d-4b6c-9011-8ed265f06a93" providerId="ADAL" clId="{4C9DB5BA-0887-45C6-925D-A047F4C85098}" dt="2026-06-22T17:50:47.312" v="5900" actId="790"/>
          <ac:spMkLst>
            <pc:docMk/>
            <pc:sldMk cId="3153877309" sldId="256"/>
            <ac:spMk id="3" creationId="{8B38A2B3-5902-6530-0553-970074767947}"/>
          </ac:spMkLst>
        </pc:spChg>
        <pc:spChg chg="mod">
          <ac:chgData name="Josep Núñez Riba" userId="de0a42bf-019d-4b6c-9011-8ed265f06a93" providerId="ADAL" clId="{4C9DB5BA-0887-45C6-925D-A047F4C85098}" dt="2026-06-22T17:50:47.312" v="5900" actId="790"/>
          <ac:spMkLst>
            <pc:docMk/>
            <pc:sldMk cId="3153877309" sldId="256"/>
            <ac:spMk id="32" creationId="{0042B11A-225D-339A-38E4-7BFDE6D81B66}"/>
          </ac:spMkLst>
        </pc:spChg>
        <pc:spChg chg="mod">
          <ac:chgData name="Josep Núñez Riba" userId="de0a42bf-019d-4b6c-9011-8ed265f06a93" providerId="ADAL" clId="{4C9DB5BA-0887-45C6-925D-A047F4C85098}" dt="2026-06-22T17:50:47.312" v="5900" actId="790"/>
          <ac:spMkLst>
            <pc:docMk/>
            <pc:sldMk cId="3153877309" sldId="256"/>
            <ac:spMk id="42" creationId="{337F0759-8E59-9EC5-E35D-C41C202A9643}"/>
          </ac:spMkLst>
        </pc:spChg>
        <pc:spChg chg="mod">
          <ac:chgData name="Josep Núñez Riba" userId="de0a42bf-019d-4b6c-9011-8ed265f06a93" providerId="ADAL" clId="{4C9DB5BA-0887-45C6-925D-A047F4C85098}" dt="2026-06-18T23:43:40.919" v="5" actId="790"/>
          <ac:spMkLst>
            <pc:docMk/>
            <pc:sldMk cId="3153877309" sldId="256"/>
            <ac:spMk id="43" creationId="{D343B2ED-4882-625D-FC62-F2AA256E9043}"/>
          </ac:spMkLst>
        </pc:spChg>
        <pc:spChg chg="mod">
          <ac:chgData name="Josep Núñez Riba" userId="de0a42bf-019d-4b6c-9011-8ed265f06a93" providerId="ADAL" clId="{4C9DB5BA-0887-45C6-925D-A047F4C85098}" dt="2026-06-22T17:50:47.312" v="5900" actId="790"/>
          <ac:spMkLst>
            <pc:docMk/>
            <pc:sldMk cId="3153877309" sldId="256"/>
            <ac:spMk id="45" creationId="{58C1A5FC-CCBA-A2A3-FEAC-E06D2453C59C}"/>
          </ac:spMkLst>
        </pc:spChg>
        <pc:spChg chg="mod">
          <ac:chgData name="Josep Núñez Riba" userId="de0a42bf-019d-4b6c-9011-8ed265f06a93" providerId="ADAL" clId="{4C9DB5BA-0887-45C6-925D-A047F4C85098}" dt="2026-06-22T17:50:47.312" v="5900" actId="790"/>
          <ac:spMkLst>
            <pc:docMk/>
            <pc:sldMk cId="3153877309" sldId="256"/>
            <ac:spMk id="46" creationId="{808896E8-9935-CF02-4966-74DBBC2EDAB7}"/>
          </ac:spMkLst>
        </pc:spChg>
        <pc:spChg chg="mod">
          <ac:chgData name="Josep Núñez Riba" userId="de0a42bf-019d-4b6c-9011-8ed265f06a93" providerId="ADAL" clId="{4C9DB5BA-0887-45C6-925D-A047F4C85098}" dt="2026-06-22T17:50:47.312" v="5900" actId="790"/>
          <ac:spMkLst>
            <pc:docMk/>
            <pc:sldMk cId="3153877309" sldId="256"/>
            <ac:spMk id="48" creationId="{62B7CD76-A5A9-42EE-842A-2E499A123871}"/>
          </ac:spMkLst>
        </pc:spChg>
        <pc:spChg chg="mod">
          <ac:chgData name="Josep Núñez Riba" userId="de0a42bf-019d-4b6c-9011-8ed265f06a93" providerId="ADAL" clId="{4C9DB5BA-0887-45C6-925D-A047F4C85098}" dt="2026-06-18T23:43:40.919" v="5" actId="790"/>
          <ac:spMkLst>
            <pc:docMk/>
            <pc:sldMk cId="3153877309" sldId="256"/>
            <ac:spMk id="49" creationId="{670BFD09-4855-FF8C-B7DE-BA4A9CA0DAA9}"/>
          </ac:spMkLst>
        </pc:spChg>
        <pc:spChg chg="mod">
          <ac:chgData name="Josep Núñez Riba" userId="de0a42bf-019d-4b6c-9011-8ed265f06a93" providerId="ADAL" clId="{4C9DB5BA-0887-45C6-925D-A047F4C85098}" dt="2026-06-22T17:50:47.312" v="5900" actId="790"/>
          <ac:spMkLst>
            <pc:docMk/>
            <pc:sldMk cId="3153877309" sldId="256"/>
            <ac:spMk id="51" creationId="{7DC4FD97-35C7-28B0-F55D-1073138F3537}"/>
          </ac:spMkLst>
        </pc:spChg>
        <pc:spChg chg="mod">
          <ac:chgData name="Josep Núñez Riba" userId="de0a42bf-019d-4b6c-9011-8ed265f06a93" providerId="ADAL" clId="{4C9DB5BA-0887-45C6-925D-A047F4C85098}" dt="2026-06-22T17:50:47.312" v="5900" actId="790"/>
          <ac:spMkLst>
            <pc:docMk/>
            <pc:sldMk cId="3153877309" sldId="256"/>
            <ac:spMk id="52" creationId="{60D72C8E-AC0B-F99E-8477-A5C56A148402}"/>
          </ac:spMkLst>
        </pc:spChg>
        <pc:spChg chg="mod">
          <ac:chgData name="Josep Núñez Riba" userId="de0a42bf-019d-4b6c-9011-8ed265f06a93" providerId="ADAL" clId="{4C9DB5BA-0887-45C6-925D-A047F4C85098}" dt="2026-06-18T23:43:40.919" v="5" actId="790"/>
          <ac:spMkLst>
            <pc:docMk/>
            <pc:sldMk cId="3153877309" sldId="256"/>
            <ac:spMk id="54" creationId="{28B73970-6DF8-6191-BAE8-9781EAA1D2A8}"/>
          </ac:spMkLst>
        </pc:spChg>
        <pc:spChg chg="mod">
          <ac:chgData name="Josep Núñez Riba" userId="de0a42bf-019d-4b6c-9011-8ed265f06a93" providerId="ADAL" clId="{4C9DB5BA-0887-45C6-925D-A047F4C85098}" dt="2026-06-18T23:43:40.919" v="5" actId="790"/>
          <ac:spMkLst>
            <pc:docMk/>
            <pc:sldMk cId="3153877309" sldId="256"/>
            <ac:spMk id="55" creationId="{BA461781-4677-C7EF-8A20-3D3B9E2CF8EB}"/>
          </ac:spMkLst>
        </pc:spChg>
        <pc:spChg chg="mod">
          <ac:chgData name="Josep Núñez Riba" userId="de0a42bf-019d-4b6c-9011-8ed265f06a93" providerId="ADAL" clId="{4C9DB5BA-0887-45C6-925D-A047F4C85098}" dt="2026-06-22T17:50:47.312" v="5900" actId="790"/>
          <ac:spMkLst>
            <pc:docMk/>
            <pc:sldMk cId="3153877309" sldId="256"/>
            <ac:spMk id="64" creationId="{46DF3288-3C34-F527-CE45-66D7F4AB50EA}"/>
          </ac:spMkLst>
        </pc:spChg>
        <pc:spChg chg="mod">
          <ac:chgData name="Josep Núñez Riba" userId="de0a42bf-019d-4b6c-9011-8ed265f06a93" providerId="ADAL" clId="{4C9DB5BA-0887-45C6-925D-A047F4C85098}" dt="2026-06-22T17:50:47.312" v="5900" actId="790"/>
          <ac:spMkLst>
            <pc:docMk/>
            <pc:sldMk cId="3153877309" sldId="256"/>
            <ac:spMk id="65" creationId="{F46D533F-6074-56C6-53BA-3784886CC11A}"/>
          </ac:spMkLst>
        </pc:spChg>
      </pc:sldChg>
      <pc:sldChg chg="modSp mod">
        <pc:chgData name="Josep Núñez Riba" userId="de0a42bf-019d-4b6c-9011-8ed265f06a93" providerId="ADAL" clId="{4C9DB5BA-0887-45C6-925D-A047F4C85098}" dt="2026-06-23T07:10:30.508" v="5929"/>
        <pc:sldMkLst>
          <pc:docMk/>
          <pc:sldMk cId="1297198458" sldId="257"/>
        </pc:sldMkLst>
        <pc:spChg chg="mod">
          <ac:chgData name="Josep Núñez Riba" userId="de0a42bf-019d-4b6c-9011-8ed265f06a93" providerId="ADAL" clId="{4C9DB5BA-0887-45C6-925D-A047F4C85098}" dt="2026-06-23T07:10:30.508" v="5929"/>
          <ac:spMkLst>
            <pc:docMk/>
            <pc:sldMk cId="1297198458" sldId="257"/>
            <ac:spMk id="2" creationId="{B1976FF2-84D5-78DC-FF56-2E43D738555E}"/>
          </ac:spMkLst>
        </pc:spChg>
        <pc:spChg chg="mod">
          <ac:chgData name="Josep Núñez Riba" userId="de0a42bf-019d-4b6c-9011-8ed265f06a93" providerId="ADAL" clId="{4C9DB5BA-0887-45C6-925D-A047F4C85098}" dt="2026-06-22T17:50:47.312" v="5900" actId="790"/>
          <ac:spMkLst>
            <pc:docMk/>
            <pc:sldMk cId="1297198458" sldId="257"/>
            <ac:spMk id="3" creationId="{CD846AC2-127E-326D-076D-6727BD85FB0C}"/>
          </ac:spMkLst>
        </pc:spChg>
        <pc:spChg chg="mod">
          <ac:chgData name="Josep Núñez Riba" userId="de0a42bf-019d-4b6c-9011-8ed265f06a93" providerId="ADAL" clId="{4C9DB5BA-0887-45C6-925D-A047F4C85098}" dt="2026-06-22T17:50:47.312" v="5900" actId="790"/>
          <ac:spMkLst>
            <pc:docMk/>
            <pc:sldMk cId="1297198458" sldId="257"/>
            <ac:spMk id="63" creationId="{5EF1392C-1C7C-9AD3-45EE-85557AD043C7}"/>
          </ac:spMkLst>
        </pc:spChg>
        <pc:spChg chg="mod">
          <ac:chgData name="Josep Núñez Riba" userId="de0a42bf-019d-4b6c-9011-8ed265f06a93" providerId="ADAL" clId="{4C9DB5BA-0887-45C6-925D-A047F4C85098}" dt="2026-06-22T17:50:47.312" v="5900" actId="790"/>
          <ac:spMkLst>
            <pc:docMk/>
            <pc:sldMk cId="1297198458" sldId="257"/>
            <ac:spMk id="65" creationId="{DE327F4A-4C3A-BBBE-C1B4-FB3BB2AAB066}"/>
          </ac:spMkLst>
        </pc:spChg>
        <pc:spChg chg="mod">
          <ac:chgData name="Josep Núñez Riba" userId="de0a42bf-019d-4b6c-9011-8ed265f06a93" providerId="ADAL" clId="{4C9DB5BA-0887-45C6-925D-A047F4C85098}" dt="2026-06-18T23:43:40.919" v="5" actId="790"/>
          <ac:spMkLst>
            <pc:docMk/>
            <pc:sldMk cId="1297198458" sldId="257"/>
            <ac:spMk id="68" creationId="{727E9AE4-DE45-1011-C430-49FE9B884E8D}"/>
          </ac:spMkLst>
        </pc:spChg>
        <pc:spChg chg="mod">
          <ac:chgData name="Josep Núñez Riba" userId="de0a42bf-019d-4b6c-9011-8ed265f06a93" providerId="ADAL" clId="{4C9DB5BA-0887-45C6-925D-A047F4C85098}" dt="2026-06-18T23:43:40.919" v="5" actId="790"/>
          <ac:spMkLst>
            <pc:docMk/>
            <pc:sldMk cId="1297198458" sldId="257"/>
            <ac:spMk id="69" creationId="{20693F31-DF31-78D5-E8D6-71227DE82BFE}"/>
          </ac:spMkLst>
        </pc:spChg>
        <pc:spChg chg="mod">
          <ac:chgData name="Josep Núñez Riba" userId="de0a42bf-019d-4b6c-9011-8ed265f06a93" providerId="ADAL" clId="{4C9DB5BA-0887-45C6-925D-A047F4C85098}" dt="2026-06-22T17:50:47.312" v="5900" actId="790"/>
          <ac:spMkLst>
            <pc:docMk/>
            <pc:sldMk cId="1297198458" sldId="257"/>
            <ac:spMk id="71" creationId="{7CE09A3A-4CBE-F0BF-1B4F-449D430B8972}"/>
          </ac:spMkLst>
        </pc:spChg>
        <pc:spChg chg="mod">
          <ac:chgData name="Josep Núñez Riba" userId="de0a42bf-019d-4b6c-9011-8ed265f06a93" providerId="ADAL" clId="{4C9DB5BA-0887-45C6-925D-A047F4C85098}" dt="2026-06-18T23:43:40.919" v="5" actId="790"/>
          <ac:spMkLst>
            <pc:docMk/>
            <pc:sldMk cId="1297198458" sldId="257"/>
            <ac:spMk id="72" creationId="{D98B6BC9-C7AA-6D1E-1470-309D9F83F027}"/>
          </ac:spMkLst>
        </pc:spChg>
        <pc:spChg chg="mod">
          <ac:chgData name="Josep Núñez Riba" userId="de0a42bf-019d-4b6c-9011-8ed265f06a93" providerId="ADAL" clId="{4C9DB5BA-0887-45C6-925D-A047F4C85098}" dt="2026-06-22T17:50:47.312" v="5900" actId="790"/>
          <ac:spMkLst>
            <pc:docMk/>
            <pc:sldMk cId="1297198458" sldId="257"/>
            <ac:spMk id="73" creationId="{808BE832-5693-717C-65BD-B53529CC6775}"/>
          </ac:spMkLst>
        </pc:spChg>
        <pc:spChg chg="mod">
          <ac:chgData name="Josep Núñez Riba" userId="de0a42bf-019d-4b6c-9011-8ed265f06a93" providerId="ADAL" clId="{4C9DB5BA-0887-45C6-925D-A047F4C85098}" dt="2026-06-22T17:50:47.312" v="5900" actId="790"/>
          <ac:spMkLst>
            <pc:docMk/>
            <pc:sldMk cId="1297198458" sldId="257"/>
            <ac:spMk id="74" creationId="{96F98986-CFB8-16DF-8A97-6DB9FE689344}"/>
          </ac:spMkLst>
        </pc:spChg>
        <pc:spChg chg="mod">
          <ac:chgData name="Josep Núñez Riba" userId="de0a42bf-019d-4b6c-9011-8ed265f06a93" providerId="ADAL" clId="{4C9DB5BA-0887-45C6-925D-A047F4C85098}" dt="2026-06-22T17:50:47.312" v="5900" actId="790"/>
          <ac:spMkLst>
            <pc:docMk/>
            <pc:sldMk cId="1297198458" sldId="257"/>
            <ac:spMk id="76" creationId="{0D919E86-1D02-DEC2-3AE3-6E9F152A993B}"/>
          </ac:spMkLst>
        </pc:spChg>
        <pc:spChg chg="mod">
          <ac:chgData name="Josep Núñez Riba" userId="de0a42bf-019d-4b6c-9011-8ed265f06a93" providerId="ADAL" clId="{4C9DB5BA-0887-45C6-925D-A047F4C85098}" dt="2026-06-22T17:50:47.312" v="5900" actId="790"/>
          <ac:spMkLst>
            <pc:docMk/>
            <pc:sldMk cId="1297198458" sldId="257"/>
            <ac:spMk id="77" creationId="{3A13A2A7-D4EE-5FE6-A364-CE847A313FF4}"/>
          </ac:spMkLst>
        </pc:spChg>
        <pc:spChg chg="mod">
          <ac:chgData name="Josep Núñez Riba" userId="de0a42bf-019d-4b6c-9011-8ed265f06a93" providerId="ADAL" clId="{4C9DB5BA-0887-45C6-925D-A047F4C85098}" dt="2026-06-22T17:50:47.312" v="5900" actId="790"/>
          <ac:spMkLst>
            <pc:docMk/>
            <pc:sldMk cId="1297198458" sldId="257"/>
            <ac:spMk id="78" creationId="{06684C9A-CA00-4C9B-FA0E-68B6C2BADFD7}"/>
          </ac:spMkLst>
        </pc:spChg>
        <pc:spChg chg="mod">
          <ac:chgData name="Josep Núñez Riba" userId="de0a42bf-019d-4b6c-9011-8ed265f06a93" providerId="ADAL" clId="{4C9DB5BA-0887-45C6-925D-A047F4C85098}" dt="2026-06-22T17:50:47.312" v="5900" actId="790"/>
          <ac:spMkLst>
            <pc:docMk/>
            <pc:sldMk cId="1297198458" sldId="257"/>
            <ac:spMk id="86" creationId="{DFA352B2-4597-4C14-1B77-8CD56E7FCC27}"/>
          </ac:spMkLst>
        </pc:spChg>
      </pc:sldChg>
      <pc:sldChg chg="modSp mod">
        <pc:chgData name="Josep Núñez Riba" userId="de0a42bf-019d-4b6c-9011-8ed265f06a93" providerId="ADAL" clId="{4C9DB5BA-0887-45C6-925D-A047F4C85098}" dt="2026-06-22T17:50:47.312" v="5900" actId="790"/>
        <pc:sldMkLst>
          <pc:docMk/>
          <pc:sldMk cId="3027306451" sldId="258"/>
        </pc:sldMkLst>
        <pc:spChg chg="mod">
          <ac:chgData name="Josep Núñez Riba" userId="de0a42bf-019d-4b6c-9011-8ed265f06a93" providerId="ADAL" clId="{4C9DB5BA-0887-45C6-925D-A047F4C85098}" dt="2026-06-22T17:50:47.312" v="5900" actId="790"/>
          <ac:spMkLst>
            <pc:docMk/>
            <pc:sldMk cId="3027306451" sldId="258"/>
            <ac:spMk id="2" creationId="{1B30A07C-C659-77FC-4315-0AB53C6D91CB}"/>
          </ac:spMkLst>
        </pc:spChg>
        <pc:spChg chg="mod">
          <ac:chgData name="Josep Núñez Riba" userId="de0a42bf-019d-4b6c-9011-8ed265f06a93" providerId="ADAL" clId="{4C9DB5BA-0887-45C6-925D-A047F4C85098}" dt="2026-06-22T17:50:47.312" v="5900" actId="790"/>
          <ac:spMkLst>
            <pc:docMk/>
            <pc:sldMk cId="3027306451" sldId="258"/>
            <ac:spMk id="3" creationId="{96792D4B-E83C-F816-3805-A242098B850C}"/>
          </ac:spMkLst>
        </pc:spChg>
        <pc:spChg chg="mod">
          <ac:chgData name="Josep Núñez Riba" userId="de0a42bf-019d-4b6c-9011-8ed265f06a93" providerId="ADAL" clId="{4C9DB5BA-0887-45C6-925D-A047F4C85098}" dt="2026-06-18T23:43:40.919" v="5" actId="790"/>
          <ac:spMkLst>
            <pc:docMk/>
            <pc:sldMk cId="3027306451" sldId="258"/>
            <ac:spMk id="12" creationId="{272A92A8-CBBA-C4E3-4C5D-BF820A0BD40E}"/>
          </ac:spMkLst>
        </pc:spChg>
        <pc:spChg chg="mod">
          <ac:chgData name="Josep Núñez Riba" userId="de0a42bf-019d-4b6c-9011-8ed265f06a93" providerId="ADAL" clId="{4C9DB5BA-0887-45C6-925D-A047F4C85098}" dt="2026-06-22T17:50:47.312" v="5900" actId="790"/>
          <ac:spMkLst>
            <pc:docMk/>
            <pc:sldMk cId="3027306451" sldId="258"/>
            <ac:spMk id="13" creationId="{7FEFE0A4-5409-C2C3-0296-A8D5DFC78978}"/>
          </ac:spMkLst>
        </pc:spChg>
        <pc:spChg chg="mod">
          <ac:chgData name="Josep Núñez Riba" userId="de0a42bf-019d-4b6c-9011-8ed265f06a93" providerId="ADAL" clId="{4C9DB5BA-0887-45C6-925D-A047F4C85098}" dt="2026-06-22T17:50:47.312" v="5900" actId="790"/>
          <ac:spMkLst>
            <pc:docMk/>
            <pc:sldMk cId="3027306451" sldId="258"/>
            <ac:spMk id="28" creationId="{8637AFBC-E353-5052-5EF5-BBFAC2CF895F}"/>
          </ac:spMkLst>
        </pc:spChg>
        <pc:spChg chg="mod">
          <ac:chgData name="Josep Núñez Riba" userId="de0a42bf-019d-4b6c-9011-8ed265f06a93" providerId="ADAL" clId="{4C9DB5BA-0887-45C6-925D-A047F4C85098}" dt="2026-06-18T23:43:40.919" v="5" actId="790"/>
          <ac:spMkLst>
            <pc:docMk/>
            <pc:sldMk cId="3027306451" sldId="258"/>
            <ac:spMk id="61" creationId="{16D6BC7A-41DB-6EB3-45B4-A4D01396D870}"/>
          </ac:spMkLst>
        </pc:spChg>
        <pc:spChg chg="mod">
          <ac:chgData name="Josep Núñez Riba" userId="de0a42bf-019d-4b6c-9011-8ed265f06a93" providerId="ADAL" clId="{4C9DB5BA-0887-45C6-925D-A047F4C85098}" dt="2026-06-18T23:43:40.919" v="5" actId="790"/>
          <ac:spMkLst>
            <pc:docMk/>
            <pc:sldMk cId="3027306451" sldId="258"/>
            <ac:spMk id="63" creationId="{24CF74E3-CC98-7EEB-F502-B142D0AB1737}"/>
          </ac:spMkLst>
        </pc:spChg>
        <pc:spChg chg="mod">
          <ac:chgData name="Josep Núñez Riba" userId="de0a42bf-019d-4b6c-9011-8ed265f06a93" providerId="ADAL" clId="{4C9DB5BA-0887-45C6-925D-A047F4C85098}" dt="2026-06-22T17:50:47.312" v="5900" actId="790"/>
          <ac:spMkLst>
            <pc:docMk/>
            <pc:sldMk cId="3027306451" sldId="258"/>
            <ac:spMk id="77" creationId="{24DE0529-A436-2EA0-ACB3-4C3B5C4C2D91}"/>
          </ac:spMkLst>
        </pc:spChg>
        <pc:spChg chg="mod">
          <ac:chgData name="Josep Núñez Riba" userId="de0a42bf-019d-4b6c-9011-8ed265f06a93" providerId="ADAL" clId="{4C9DB5BA-0887-45C6-925D-A047F4C85098}" dt="2026-06-22T17:50:47.312" v="5900" actId="790"/>
          <ac:spMkLst>
            <pc:docMk/>
            <pc:sldMk cId="3027306451" sldId="258"/>
            <ac:spMk id="78" creationId="{878DE651-0AA0-3BAE-9EC0-04E8AB9AD176}"/>
          </ac:spMkLst>
        </pc:spChg>
        <pc:spChg chg="mod">
          <ac:chgData name="Josep Núñez Riba" userId="de0a42bf-019d-4b6c-9011-8ed265f06a93" providerId="ADAL" clId="{4C9DB5BA-0887-45C6-925D-A047F4C85098}" dt="2026-06-18T23:43:40.919" v="5" actId="790"/>
          <ac:spMkLst>
            <pc:docMk/>
            <pc:sldMk cId="3027306451" sldId="258"/>
            <ac:spMk id="79" creationId="{7AEFC68A-B339-4B02-FEE7-5EBF30EA7FD9}"/>
          </ac:spMkLst>
        </pc:spChg>
        <pc:spChg chg="mod">
          <ac:chgData name="Josep Núñez Riba" userId="de0a42bf-019d-4b6c-9011-8ed265f06a93" providerId="ADAL" clId="{4C9DB5BA-0887-45C6-925D-A047F4C85098}" dt="2026-06-22T17:50:47.312" v="5900" actId="790"/>
          <ac:spMkLst>
            <pc:docMk/>
            <pc:sldMk cId="3027306451" sldId="258"/>
            <ac:spMk id="81" creationId="{A32A9B79-B950-0641-F92A-7800FB6FD60B}"/>
          </ac:spMkLst>
        </pc:spChg>
        <pc:spChg chg="mod">
          <ac:chgData name="Josep Núñez Riba" userId="de0a42bf-019d-4b6c-9011-8ed265f06a93" providerId="ADAL" clId="{4C9DB5BA-0887-45C6-925D-A047F4C85098}" dt="2026-06-22T17:50:47.312" v="5900" actId="790"/>
          <ac:spMkLst>
            <pc:docMk/>
            <pc:sldMk cId="3027306451" sldId="258"/>
            <ac:spMk id="83" creationId="{0B24F903-7836-B0E0-092F-3A149043186D}"/>
          </ac:spMkLst>
        </pc:spChg>
        <pc:spChg chg="mod">
          <ac:chgData name="Josep Núñez Riba" userId="de0a42bf-019d-4b6c-9011-8ed265f06a93" providerId="ADAL" clId="{4C9DB5BA-0887-45C6-925D-A047F4C85098}" dt="2026-06-22T17:50:47.312" v="5900" actId="790"/>
          <ac:spMkLst>
            <pc:docMk/>
            <pc:sldMk cId="3027306451" sldId="258"/>
            <ac:spMk id="87" creationId="{A4916951-A3BF-D303-F599-DE2B4614A8DB}"/>
          </ac:spMkLst>
        </pc:spChg>
        <pc:spChg chg="mod">
          <ac:chgData name="Josep Núñez Riba" userId="de0a42bf-019d-4b6c-9011-8ed265f06a93" providerId="ADAL" clId="{4C9DB5BA-0887-45C6-925D-A047F4C85098}" dt="2026-06-22T17:50:47.312" v="5900" actId="790"/>
          <ac:spMkLst>
            <pc:docMk/>
            <pc:sldMk cId="3027306451" sldId="258"/>
            <ac:spMk id="89" creationId="{21078B64-E332-6EFF-BB7C-D9B97504EAC6}"/>
          </ac:spMkLst>
        </pc:spChg>
      </pc:sldChg>
      <pc:sldChg chg="modSp mod">
        <pc:chgData name="Josep Núñez Riba" userId="de0a42bf-019d-4b6c-9011-8ed265f06a93" providerId="ADAL" clId="{4C9DB5BA-0887-45C6-925D-A047F4C85098}" dt="2026-06-22T17:50:47.312" v="5900" actId="790"/>
        <pc:sldMkLst>
          <pc:docMk/>
          <pc:sldMk cId="3291867849" sldId="259"/>
        </pc:sldMkLst>
        <pc:spChg chg="mod">
          <ac:chgData name="Josep Núñez Riba" userId="de0a42bf-019d-4b6c-9011-8ed265f06a93" providerId="ADAL" clId="{4C9DB5BA-0887-45C6-925D-A047F4C85098}" dt="2026-06-22T17:50:47.312" v="5900" actId="790"/>
          <ac:spMkLst>
            <pc:docMk/>
            <pc:sldMk cId="3291867849" sldId="259"/>
            <ac:spMk id="2" creationId="{6CA2E1D8-FDAC-AC1E-F8E6-F1A70FB913FB}"/>
          </ac:spMkLst>
        </pc:spChg>
        <pc:spChg chg="mod">
          <ac:chgData name="Josep Núñez Riba" userId="de0a42bf-019d-4b6c-9011-8ed265f06a93" providerId="ADAL" clId="{4C9DB5BA-0887-45C6-925D-A047F4C85098}" dt="2026-06-22T17:50:47.312" v="5900" actId="790"/>
          <ac:spMkLst>
            <pc:docMk/>
            <pc:sldMk cId="3291867849" sldId="259"/>
            <ac:spMk id="3" creationId="{E7149AE6-0F44-AFB5-81C9-AC04434F6CCD}"/>
          </ac:spMkLst>
        </pc:spChg>
        <pc:spChg chg="mod">
          <ac:chgData name="Josep Núñez Riba" userId="de0a42bf-019d-4b6c-9011-8ed265f06a93" providerId="ADAL" clId="{4C9DB5BA-0887-45C6-925D-A047F4C85098}" dt="2026-06-22T17:50:47.312" v="5900" actId="790"/>
          <ac:spMkLst>
            <pc:docMk/>
            <pc:sldMk cId="3291867849" sldId="259"/>
            <ac:spMk id="29" creationId="{41107B5A-D0D8-899C-CF12-DBFF76325A11}"/>
          </ac:spMkLst>
        </pc:spChg>
      </pc:sldChg>
      <pc:sldChg chg="addSp delSp modSp mod">
        <pc:chgData name="Josep Núñez Riba" userId="de0a42bf-019d-4b6c-9011-8ed265f06a93" providerId="ADAL" clId="{4C9DB5BA-0887-45C6-925D-A047F4C85098}" dt="2026-06-22T17:50:47.312" v="5900" actId="790"/>
        <pc:sldMkLst>
          <pc:docMk/>
          <pc:sldMk cId="4039140781" sldId="260"/>
        </pc:sldMkLst>
        <pc:spChg chg="mod">
          <ac:chgData name="Josep Núñez Riba" userId="de0a42bf-019d-4b6c-9011-8ed265f06a93" providerId="ADAL" clId="{4C9DB5BA-0887-45C6-925D-A047F4C85098}" dt="2026-06-22T17:50:47.312" v="5900" actId="790"/>
          <ac:spMkLst>
            <pc:docMk/>
            <pc:sldMk cId="4039140781" sldId="260"/>
            <ac:spMk id="2" creationId="{CFB70322-C1B2-B147-26F4-79263EA45B29}"/>
          </ac:spMkLst>
        </pc:spChg>
        <pc:spChg chg="mod">
          <ac:chgData name="Josep Núñez Riba" userId="de0a42bf-019d-4b6c-9011-8ed265f06a93" providerId="ADAL" clId="{4C9DB5BA-0887-45C6-925D-A047F4C85098}" dt="2026-06-18T23:43:40.919" v="5" actId="790"/>
          <ac:spMkLst>
            <pc:docMk/>
            <pc:sldMk cId="4039140781" sldId="260"/>
            <ac:spMk id="3" creationId="{32984FAE-DC9C-4DFB-BF83-A77960D9AA4A}"/>
          </ac:spMkLst>
        </pc:spChg>
        <pc:spChg chg="add mod topLvl">
          <ac:chgData name="Josep Núñez Riba" userId="de0a42bf-019d-4b6c-9011-8ed265f06a93" providerId="ADAL" clId="{4C9DB5BA-0887-45C6-925D-A047F4C85098}" dt="2026-06-22T17:50:47.312" v="5900" actId="790"/>
          <ac:spMkLst>
            <pc:docMk/>
            <pc:sldMk cId="4039140781" sldId="260"/>
            <ac:spMk id="5" creationId="{BCDE0704-7BD0-05DB-B418-69440C535E61}"/>
          </ac:spMkLst>
        </pc:spChg>
        <pc:spChg chg="add mod ord">
          <ac:chgData name="Josep Núñez Riba" userId="de0a42bf-019d-4b6c-9011-8ed265f06a93" providerId="ADAL" clId="{4C9DB5BA-0887-45C6-925D-A047F4C85098}" dt="2026-06-22T09:03:33.692" v="2790" actId="1076"/>
          <ac:spMkLst>
            <pc:docMk/>
            <pc:sldMk cId="4039140781" sldId="260"/>
            <ac:spMk id="6" creationId="{E54AF589-D16C-0966-9441-D6ED172BD1E6}"/>
          </ac:spMkLst>
        </pc:spChg>
        <pc:spChg chg="mod">
          <ac:chgData name="Josep Núñez Riba" userId="de0a42bf-019d-4b6c-9011-8ed265f06a93" providerId="ADAL" clId="{4C9DB5BA-0887-45C6-925D-A047F4C85098}" dt="2026-06-22T17:50:47.312" v="5900" actId="790"/>
          <ac:spMkLst>
            <pc:docMk/>
            <pc:sldMk cId="4039140781" sldId="260"/>
            <ac:spMk id="8" creationId="{4AE3FAFA-8BB7-7966-D529-447759A64728}"/>
          </ac:spMkLst>
        </pc:spChg>
        <pc:spChg chg="add mod ord">
          <ac:chgData name="Josep Núñez Riba" userId="de0a42bf-019d-4b6c-9011-8ed265f06a93" providerId="ADAL" clId="{4C9DB5BA-0887-45C6-925D-A047F4C85098}" dt="2026-06-22T09:03:33.692" v="2790" actId="1076"/>
          <ac:spMkLst>
            <pc:docMk/>
            <pc:sldMk cId="4039140781" sldId="260"/>
            <ac:spMk id="9" creationId="{3180660E-BF2C-65FB-7B3B-A529A140D8F6}"/>
          </ac:spMkLst>
        </pc:spChg>
        <pc:spChg chg="add mod ord">
          <ac:chgData name="Josep Núñez Riba" userId="de0a42bf-019d-4b6c-9011-8ed265f06a93" providerId="ADAL" clId="{4C9DB5BA-0887-45C6-925D-A047F4C85098}" dt="2026-06-22T09:03:33.692" v="2790" actId="1076"/>
          <ac:spMkLst>
            <pc:docMk/>
            <pc:sldMk cId="4039140781" sldId="260"/>
            <ac:spMk id="11" creationId="{99E6D3C8-9405-8CC5-90CE-7F3CEB9814A6}"/>
          </ac:spMkLst>
        </pc:spChg>
        <pc:spChg chg="add mod ord">
          <ac:chgData name="Josep Núñez Riba" userId="de0a42bf-019d-4b6c-9011-8ed265f06a93" providerId="ADAL" clId="{4C9DB5BA-0887-45C6-925D-A047F4C85098}" dt="2026-06-22T17:50:47.312" v="5900" actId="790"/>
          <ac:spMkLst>
            <pc:docMk/>
            <pc:sldMk cId="4039140781" sldId="260"/>
            <ac:spMk id="12" creationId="{73328109-DBB6-292D-7CD8-38374EE3E60F}"/>
          </ac:spMkLst>
        </pc:spChg>
        <pc:spChg chg="add mod ord topLvl">
          <ac:chgData name="Josep Núñez Riba" userId="de0a42bf-019d-4b6c-9011-8ed265f06a93" providerId="ADAL" clId="{4C9DB5BA-0887-45C6-925D-A047F4C85098}" dt="2026-06-22T17:50:47.312" v="5900" actId="790"/>
          <ac:spMkLst>
            <pc:docMk/>
            <pc:sldMk cId="4039140781" sldId="260"/>
            <ac:spMk id="13" creationId="{707C080E-C45E-9F9F-0E9F-C8EC89D6607D}"/>
          </ac:spMkLst>
        </pc:spChg>
        <pc:spChg chg="mod">
          <ac:chgData name="Josep Núñez Riba" userId="de0a42bf-019d-4b6c-9011-8ed265f06a93" providerId="ADAL" clId="{4C9DB5BA-0887-45C6-925D-A047F4C85098}" dt="2026-06-22T17:50:47.312" v="5900" actId="790"/>
          <ac:spMkLst>
            <pc:docMk/>
            <pc:sldMk cId="4039140781" sldId="260"/>
            <ac:spMk id="20" creationId="{7D1598DE-7BF8-6928-505E-1F30D1E88821}"/>
          </ac:spMkLst>
        </pc:spChg>
        <pc:spChg chg="mod">
          <ac:chgData name="Josep Núñez Riba" userId="de0a42bf-019d-4b6c-9011-8ed265f06a93" providerId="ADAL" clId="{4C9DB5BA-0887-45C6-925D-A047F4C85098}" dt="2026-06-22T17:50:47.312" v="5900" actId="790"/>
          <ac:spMkLst>
            <pc:docMk/>
            <pc:sldMk cId="4039140781" sldId="260"/>
            <ac:spMk id="22" creationId="{C52F2789-C5E4-ABCE-51E2-AAE3EFBB8BD2}"/>
          </ac:spMkLst>
        </pc:spChg>
        <pc:spChg chg="mod">
          <ac:chgData name="Josep Núñez Riba" userId="de0a42bf-019d-4b6c-9011-8ed265f06a93" providerId="ADAL" clId="{4C9DB5BA-0887-45C6-925D-A047F4C85098}" dt="2026-06-22T17:50:47.312" v="5900" actId="790"/>
          <ac:spMkLst>
            <pc:docMk/>
            <pc:sldMk cId="4039140781" sldId="260"/>
            <ac:spMk id="25" creationId="{265319E6-BE2B-B22A-192F-2A0DE540ECFE}"/>
          </ac:spMkLst>
        </pc:spChg>
        <pc:spChg chg="mod">
          <ac:chgData name="Josep Núñez Riba" userId="de0a42bf-019d-4b6c-9011-8ed265f06a93" providerId="ADAL" clId="{4C9DB5BA-0887-45C6-925D-A047F4C85098}" dt="2026-06-22T09:01:48.920" v="2771" actId="554"/>
          <ac:spMkLst>
            <pc:docMk/>
            <pc:sldMk cId="4039140781" sldId="260"/>
            <ac:spMk id="29" creationId="{ED11AD8D-D430-DF6F-C70E-48A4BA847705}"/>
          </ac:spMkLst>
        </pc:spChg>
        <pc:spChg chg="mod topLvl">
          <ac:chgData name="Josep Núñez Riba" userId="de0a42bf-019d-4b6c-9011-8ed265f06a93" providerId="ADAL" clId="{4C9DB5BA-0887-45C6-925D-A047F4C85098}" dt="2026-06-22T17:50:47.312" v="5900" actId="790"/>
          <ac:spMkLst>
            <pc:docMk/>
            <pc:sldMk cId="4039140781" sldId="260"/>
            <ac:spMk id="36" creationId="{522D2BD2-47A7-441D-6E5F-9806F0CCFCEB}"/>
          </ac:spMkLst>
        </pc:spChg>
        <pc:spChg chg="mod">
          <ac:chgData name="Josep Núñez Riba" userId="de0a42bf-019d-4b6c-9011-8ed265f06a93" providerId="ADAL" clId="{4C9DB5BA-0887-45C6-925D-A047F4C85098}" dt="2026-06-22T17:50:47.312" v="5900" actId="790"/>
          <ac:spMkLst>
            <pc:docMk/>
            <pc:sldMk cId="4039140781" sldId="260"/>
            <ac:spMk id="45" creationId="{558C3757-1051-2ADC-EAF9-96A5E671A600}"/>
          </ac:spMkLst>
        </pc:spChg>
        <pc:spChg chg="mod ord">
          <ac:chgData name="Josep Núñez Riba" userId="de0a42bf-019d-4b6c-9011-8ed265f06a93" providerId="ADAL" clId="{4C9DB5BA-0887-45C6-925D-A047F4C85098}" dt="2026-06-22T09:02:33.124" v="2778" actId="1076"/>
          <ac:spMkLst>
            <pc:docMk/>
            <pc:sldMk cId="4039140781" sldId="260"/>
            <ac:spMk id="49" creationId="{B2703B3C-4615-21CB-61DA-E89A7486731E}"/>
          </ac:spMkLst>
        </pc:spChg>
        <pc:spChg chg="mod topLvl">
          <ac:chgData name="Josep Núñez Riba" userId="de0a42bf-019d-4b6c-9011-8ed265f06a93" providerId="ADAL" clId="{4C9DB5BA-0887-45C6-925D-A047F4C85098}" dt="2026-06-22T09:06:11.910" v="2804" actId="1076"/>
          <ac:spMkLst>
            <pc:docMk/>
            <pc:sldMk cId="4039140781" sldId="260"/>
            <ac:spMk id="98" creationId="{6B041FC6-0B9D-FE63-2C01-3BEB5FDE14B8}"/>
          </ac:spMkLst>
        </pc:spChg>
        <pc:grpChg chg="add mod ord">
          <ac:chgData name="Josep Núñez Riba" userId="de0a42bf-019d-4b6c-9011-8ed265f06a93" providerId="ADAL" clId="{4C9DB5BA-0887-45C6-925D-A047F4C85098}" dt="2026-06-22T09:06:18.712" v="2808" actId="1076"/>
          <ac:grpSpMkLst>
            <pc:docMk/>
            <pc:sldMk cId="4039140781" sldId="260"/>
            <ac:grpSpMk id="15" creationId="{15EFF5CB-6A76-FC9A-5C73-6D8B8EFA22EC}"/>
          </ac:grpSpMkLst>
        </pc:grpChg>
        <pc:grpChg chg="add mod">
          <ac:chgData name="Josep Núñez Riba" userId="de0a42bf-019d-4b6c-9011-8ed265f06a93" providerId="ADAL" clId="{4C9DB5BA-0887-45C6-925D-A047F4C85098}" dt="2026-06-22T09:02:47.570" v="2781" actId="1036"/>
          <ac:grpSpMkLst>
            <pc:docMk/>
            <pc:sldMk cId="4039140781" sldId="260"/>
            <ac:grpSpMk id="18" creationId="{C12459FE-E69B-F3F4-BB5E-0CA22259A717}"/>
          </ac:grpSpMkLst>
        </pc:grpChg>
        <pc:grpChg chg="add mod">
          <ac:chgData name="Josep Núñez Riba" userId="de0a42bf-019d-4b6c-9011-8ed265f06a93" providerId="ADAL" clId="{4C9DB5BA-0887-45C6-925D-A047F4C85098}" dt="2026-06-22T09:02:47.570" v="2781" actId="1036"/>
          <ac:grpSpMkLst>
            <pc:docMk/>
            <pc:sldMk cId="4039140781" sldId="260"/>
            <ac:grpSpMk id="21" creationId="{066D27FC-8907-7D2D-AB35-06A8C8A95558}"/>
          </ac:grpSpMkLst>
        </pc:grpChg>
        <pc:grpChg chg="add mod">
          <ac:chgData name="Josep Núñez Riba" userId="de0a42bf-019d-4b6c-9011-8ed265f06a93" providerId="ADAL" clId="{4C9DB5BA-0887-45C6-925D-A047F4C85098}" dt="2026-06-22T09:02:47.570" v="2781" actId="1036"/>
          <ac:grpSpMkLst>
            <pc:docMk/>
            <pc:sldMk cId="4039140781" sldId="260"/>
            <ac:grpSpMk id="40" creationId="{8A67EED4-F981-5693-E7B4-0DDC641469F7}"/>
          </ac:grpSpMkLst>
        </pc:grpChg>
        <pc:grpChg chg="add mod">
          <ac:chgData name="Josep Núñez Riba" userId="de0a42bf-019d-4b6c-9011-8ed265f06a93" providerId="ADAL" clId="{4C9DB5BA-0887-45C6-925D-A047F4C85098}" dt="2026-06-19T13:26:01.257" v="2407" actId="1076"/>
          <ac:grpSpMkLst>
            <pc:docMk/>
            <pc:sldMk cId="4039140781" sldId="260"/>
            <ac:grpSpMk id="58" creationId="{F143A4FF-0F36-B04A-7568-5D668DF0E2E0}"/>
          </ac:grpSpMkLst>
        </pc:grpChg>
        <pc:grpChg chg="add mod">
          <ac:chgData name="Josep Núñez Riba" userId="de0a42bf-019d-4b6c-9011-8ed265f06a93" providerId="ADAL" clId="{4C9DB5BA-0887-45C6-925D-A047F4C85098}" dt="2026-06-22T09:01:48.920" v="2771" actId="554"/>
          <ac:grpSpMkLst>
            <pc:docMk/>
            <pc:sldMk cId="4039140781" sldId="260"/>
            <ac:grpSpMk id="59" creationId="{1207A232-54C5-A680-F7F2-9ECB5330285A}"/>
          </ac:grpSpMkLst>
        </pc:grpChg>
        <pc:graphicFrameChg chg="modGraphic">
          <ac:chgData name="Josep Núñez Riba" userId="de0a42bf-019d-4b6c-9011-8ed265f06a93" providerId="ADAL" clId="{4C9DB5BA-0887-45C6-925D-A047F4C85098}" dt="2026-06-19T10:52:06.504" v="570" actId="2165"/>
          <ac:graphicFrameMkLst>
            <pc:docMk/>
            <pc:sldMk cId="4039140781" sldId="260"/>
            <ac:graphicFrameMk id="10" creationId="{0CA5C648-1415-0CFA-6338-F8D6552A0A83}"/>
          </ac:graphicFrameMkLst>
        </pc:graphicFrameChg>
        <pc:picChg chg="mod">
          <ac:chgData name="Josep Núñez Riba" userId="de0a42bf-019d-4b6c-9011-8ed265f06a93" providerId="ADAL" clId="{4C9DB5BA-0887-45C6-925D-A047F4C85098}" dt="2026-06-19T13:25:45.782" v="2403" actId="12789"/>
          <ac:picMkLst>
            <pc:docMk/>
            <pc:sldMk cId="4039140781" sldId="260"/>
            <ac:picMk id="19" creationId="{FECB08AE-D1A5-D7CC-47D7-7E980722C87A}"/>
          </ac:picMkLst>
        </pc:picChg>
        <pc:picChg chg="mod">
          <ac:chgData name="Josep Núñez Riba" userId="de0a42bf-019d-4b6c-9011-8ed265f06a93" providerId="ADAL" clId="{4C9DB5BA-0887-45C6-925D-A047F4C85098}" dt="2026-06-19T13:25:48.018" v="2404" actId="12789"/>
          <ac:picMkLst>
            <pc:docMk/>
            <pc:sldMk cId="4039140781" sldId="260"/>
            <ac:picMk id="23" creationId="{D3934A41-7227-76E9-068A-2CAC8C637CD4}"/>
          </ac:picMkLst>
        </pc:picChg>
        <pc:picChg chg="mod">
          <ac:chgData name="Josep Núñez Riba" userId="de0a42bf-019d-4b6c-9011-8ed265f06a93" providerId="ADAL" clId="{4C9DB5BA-0887-45C6-925D-A047F4C85098}" dt="2026-06-19T13:26:01.257" v="2407" actId="1076"/>
          <ac:picMkLst>
            <pc:docMk/>
            <pc:sldMk cId="4039140781" sldId="260"/>
            <ac:picMk id="24" creationId="{4BAC89D7-8754-5DAE-EC35-E8603B78BAF4}"/>
          </ac:picMkLst>
        </pc:picChg>
        <pc:picChg chg="mod">
          <ac:chgData name="Josep Núñez Riba" userId="de0a42bf-019d-4b6c-9011-8ed265f06a93" providerId="ADAL" clId="{4C9DB5BA-0887-45C6-925D-A047F4C85098}" dt="2026-06-22T09:01:48.920" v="2771" actId="554"/>
          <ac:picMkLst>
            <pc:docMk/>
            <pc:sldMk cId="4039140781" sldId="260"/>
            <ac:picMk id="28" creationId="{6B6B89C2-BBFA-99F1-3359-E4DB82C32A80}"/>
          </ac:picMkLst>
        </pc:picChg>
        <pc:picChg chg="mod topLvl">
          <ac:chgData name="Josep Núñez Riba" userId="de0a42bf-019d-4b6c-9011-8ed265f06a93" providerId="ADAL" clId="{4C9DB5BA-0887-45C6-925D-A047F4C85098}" dt="2026-06-22T09:03:33.692" v="2790" actId="1076"/>
          <ac:picMkLst>
            <pc:docMk/>
            <pc:sldMk cId="4039140781" sldId="260"/>
            <ac:picMk id="35" creationId="{DCC40114-FA99-DEBB-DAD2-894B0B5EFCFB}"/>
          </ac:picMkLst>
        </pc:picChg>
        <pc:picChg chg="mod topLvl">
          <ac:chgData name="Josep Núñez Riba" userId="de0a42bf-019d-4b6c-9011-8ed265f06a93" providerId="ADAL" clId="{4C9DB5BA-0887-45C6-925D-A047F4C85098}" dt="2026-06-22T09:03:33.692" v="2790" actId="1076"/>
          <ac:picMkLst>
            <pc:docMk/>
            <pc:sldMk cId="4039140781" sldId="260"/>
            <ac:picMk id="97" creationId="{7FB372D4-3484-3E5A-0D70-9245262A1D11}"/>
          </ac:picMkLst>
        </pc:picChg>
        <pc:cxnChg chg="mod">
          <ac:chgData name="Josep Núñez Riba" userId="de0a42bf-019d-4b6c-9011-8ed265f06a93" providerId="ADAL" clId="{4C9DB5BA-0887-45C6-925D-A047F4C85098}" dt="2026-06-22T09:04:57.499" v="2795" actId="14100"/>
          <ac:cxnSpMkLst>
            <pc:docMk/>
            <pc:sldMk cId="4039140781" sldId="260"/>
            <ac:cxnSpMk id="30" creationId="{8AF1DDBE-CBFA-2509-92CF-BEEBD859E126}"/>
          </ac:cxnSpMkLst>
        </pc:cxnChg>
        <pc:cxnChg chg="mod">
          <ac:chgData name="Josep Núñez Riba" userId="de0a42bf-019d-4b6c-9011-8ed265f06a93" providerId="ADAL" clId="{4C9DB5BA-0887-45C6-925D-A047F4C85098}" dt="2026-06-22T09:03:38.469" v="2791" actId="14100"/>
          <ac:cxnSpMkLst>
            <pc:docMk/>
            <pc:sldMk cId="4039140781" sldId="260"/>
            <ac:cxnSpMk id="31" creationId="{47B3A122-3118-9EB9-D517-AD9FD36ACF12}"/>
          </ac:cxnSpMkLst>
        </pc:cxnChg>
        <pc:cxnChg chg="mod">
          <ac:chgData name="Josep Núñez Riba" userId="de0a42bf-019d-4b6c-9011-8ed265f06a93" providerId="ADAL" clId="{4C9DB5BA-0887-45C6-925D-A047F4C85098}" dt="2026-06-19T13:26:01.257" v="2407" actId="1076"/>
          <ac:cxnSpMkLst>
            <pc:docMk/>
            <pc:sldMk cId="4039140781" sldId="260"/>
            <ac:cxnSpMk id="33" creationId="{2745AA0E-4718-036B-E380-12D2BFEA14D5}"/>
          </ac:cxnSpMkLst>
        </pc:cxnChg>
        <pc:cxnChg chg="mod">
          <ac:chgData name="Josep Núñez Riba" userId="de0a42bf-019d-4b6c-9011-8ed265f06a93" providerId="ADAL" clId="{4C9DB5BA-0887-45C6-925D-A047F4C85098}" dt="2026-06-19T13:26:01.257" v="2407" actId="1076"/>
          <ac:cxnSpMkLst>
            <pc:docMk/>
            <pc:sldMk cId="4039140781" sldId="260"/>
            <ac:cxnSpMk id="34" creationId="{EFC18531-3F65-8D7F-2F12-C290C3CC9BAC}"/>
          </ac:cxnSpMkLst>
        </pc:cxnChg>
        <pc:cxnChg chg="mod">
          <ac:chgData name="Josep Núñez Riba" userId="de0a42bf-019d-4b6c-9011-8ed265f06a93" providerId="ADAL" clId="{4C9DB5BA-0887-45C6-925D-A047F4C85098}" dt="2026-06-22T09:01:22.262" v="2766" actId="14100"/>
          <ac:cxnSpMkLst>
            <pc:docMk/>
            <pc:sldMk cId="4039140781" sldId="260"/>
            <ac:cxnSpMk id="116" creationId="{0CB91A31-D746-C0C3-12B8-442026C9D69A}"/>
          </ac:cxnSpMkLst>
        </pc:cxnChg>
        <pc:cxnChg chg="mod">
          <ac:chgData name="Josep Núñez Riba" userId="de0a42bf-019d-4b6c-9011-8ed265f06a93" providerId="ADAL" clId="{4C9DB5BA-0887-45C6-925D-A047F4C85098}" dt="2026-06-22T09:04:42.389" v="2793" actId="14100"/>
          <ac:cxnSpMkLst>
            <pc:docMk/>
            <pc:sldMk cId="4039140781" sldId="260"/>
            <ac:cxnSpMk id="119" creationId="{C8058290-5DC8-C127-86E4-D9E6A0A59EDB}"/>
          </ac:cxnSpMkLst>
        </pc:cxnChg>
        <pc:cxnChg chg="mod">
          <ac:chgData name="Josep Núñez Riba" userId="de0a42bf-019d-4b6c-9011-8ed265f06a93" providerId="ADAL" clId="{4C9DB5BA-0887-45C6-925D-A047F4C85098}" dt="2026-06-22T09:04:39.401" v="2792" actId="14100"/>
          <ac:cxnSpMkLst>
            <pc:docMk/>
            <pc:sldMk cId="4039140781" sldId="260"/>
            <ac:cxnSpMk id="122" creationId="{1E332E3C-BBB2-D8C9-997A-2219406092D0}"/>
          </ac:cxnSpMkLst>
        </pc:cxnChg>
        <pc:cxnChg chg="mod">
          <ac:chgData name="Josep Núñez Riba" userId="de0a42bf-019d-4b6c-9011-8ed265f06a93" providerId="ADAL" clId="{4C9DB5BA-0887-45C6-925D-A047F4C85098}" dt="2026-06-22T09:05:08.979" v="2796" actId="14100"/>
          <ac:cxnSpMkLst>
            <pc:docMk/>
            <pc:sldMk cId="4039140781" sldId="260"/>
            <ac:cxnSpMk id="125" creationId="{798F5CE1-7B71-592C-2894-4997F41D8828}"/>
          </ac:cxnSpMkLst>
        </pc:cxnChg>
      </pc:sldChg>
      <pc:sldChg chg="modSp mod">
        <pc:chgData name="Josep Núñez Riba" userId="de0a42bf-019d-4b6c-9011-8ed265f06a93" providerId="ADAL" clId="{4C9DB5BA-0887-45C6-925D-A047F4C85098}" dt="2026-06-23T07:10:04.511" v="5922" actId="20577"/>
        <pc:sldMkLst>
          <pc:docMk/>
          <pc:sldMk cId="3677420193" sldId="261"/>
        </pc:sldMkLst>
        <pc:spChg chg="mod">
          <ac:chgData name="Josep Núñez Riba" userId="de0a42bf-019d-4b6c-9011-8ed265f06a93" providerId="ADAL" clId="{4C9DB5BA-0887-45C6-925D-A047F4C85098}" dt="2026-06-23T07:10:04.511" v="5922" actId="20577"/>
          <ac:spMkLst>
            <pc:docMk/>
            <pc:sldMk cId="3677420193" sldId="261"/>
            <ac:spMk id="2" creationId="{D02ED1DC-F3F1-D83E-7AB6-90B3D74D3386}"/>
          </ac:spMkLst>
        </pc:spChg>
        <pc:spChg chg="mod">
          <ac:chgData name="Josep Núñez Riba" userId="de0a42bf-019d-4b6c-9011-8ed265f06a93" providerId="ADAL" clId="{4C9DB5BA-0887-45C6-925D-A047F4C85098}" dt="2026-06-18T23:43:40.919" v="5" actId="790"/>
          <ac:spMkLst>
            <pc:docMk/>
            <pc:sldMk cId="3677420193" sldId="261"/>
            <ac:spMk id="3" creationId="{CC779462-0F21-EBB4-BDAE-B4ADD4187064}"/>
          </ac:spMkLst>
        </pc:spChg>
        <pc:spChg chg="mod">
          <ac:chgData name="Josep Núñez Riba" userId="de0a42bf-019d-4b6c-9011-8ed265f06a93" providerId="ADAL" clId="{4C9DB5BA-0887-45C6-925D-A047F4C85098}" dt="2026-06-22T17:50:47.312" v="5900" actId="790"/>
          <ac:spMkLst>
            <pc:docMk/>
            <pc:sldMk cId="3677420193" sldId="261"/>
            <ac:spMk id="64" creationId="{D2BBBEEE-22F7-3654-D816-1717D6D5B707}"/>
          </ac:spMkLst>
        </pc:spChg>
        <pc:spChg chg="mod">
          <ac:chgData name="Josep Núñez Riba" userId="de0a42bf-019d-4b6c-9011-8ed265f06a93" providerId="ADAL" clId="{4C9DB5BA-0887-45C6-925D-A047F4C85098}" dt="2026-06-22T17:50:47.312" v="5900" actId="790"/>
          <ac:spMkLst>
            <pc:docMk/>
            <pc:sldMk cId="3677420193" sldId="261"/>
            <ac:spMk id="78" creationId="{F90A4A00-A123-5C54-4BB6-B6189BCA6881}"/>
          </ac:spMkLst>
        </pc:spChg>
        <pc:spChg chg="mod">
          <ac:chgData name="Josep Núñez Riba" userId="de0a42bf-019d-4b6c-9011-8ed265f06a93" providerId="ADAL" clId="{4C9DB5BA-0887-45C6-925D-A047F4C85098}" dt="2026-06-22T17:50:47.312" v="5900" actId="790"/>
          <ac:spMkLst>
            <pc:docMk/>
            <pc:sldMk cId="3677420193" sldId="261"/>
            <ac:spMk id="87" creationId="{92AFCD0F-2F1D-869E-C11D-0E44E084D691}"/>
          </ac:spMkLst>
        </pc:spChg>
        <pc:spChg chg="mod">
          <ac:chgData name="Josep Núñez Riba" userId="de0a42bf-019d-4b6c-9011-8ed265f06a93" providerId="ADAL" clId="{4C9DB5BA-0887-45C6-925D-A047F4C85098}" dt="2026-06-22T17:50:47.312" v="5900" actId="790"/>
          <ac:spMkLst>
            <pc:docMk/>
            <pc:sldMk cId="3677420193" sldId="261"/>
            <ac:spMk id="94" creationId="{BB56FE6B-EE25-F691-779E-7E5F900506CD}"/>
          </ac:spMkLst>
        </pc:spChg>
        <pc:spChg chg="mod">
          <ac:chgData name="Josep Núñez Riba" userId="de0a42bf-019d-4b6c-9011-8ed265f06a93" providerId="ADAL" clId="{4C9DB5BA-0887-45C6-925D-A047F4C85098}" dt="2026-06-22T17:50:47.312" v="5900" actId="790"/>
          <ac:spMkLst>
            <pc:docMk/>
            <pc:sldMk cId="3677420193" sldId="261"/>
            <ac:spMk id="95" creationId="{D122ACD3-B6A1-FADD-1B96-1806CBC02DFB}"/>
          </ac:spMkLst>
        </pc:spChg>
        <pc:spChg chg="mod">
          <ac:chgData name="Josep Núñez Riba" userId="de0a42bf-019d-4b6c-9011-8ed265f06a93" providerId="ADAL" clId="{4C9DB5BA-0887-45C6-925D-A047F4C85098}" dt="2026-06-22T17:50:47.312" v="5900" actId="790"/>
          <ac:spMkLst>
            <pc:docMk/>
            <pc:sldMk cId="3677420193" sldId="261"/>
            <ac:spMk id="97" creationId="{0FDB265A-C8DE-95E9-A4B3-FC56124C8CEE}"/>
          </ac:spMkLst>
        </pc:spChg>
        <pc:spChg chg="mod">
          <ac:chgData name="Josep Núñez Riba" userId="de0a42bf-019d-4b6c-9011-8ed265f06a93" providerId="ADAL" clId="{4C9DB5BA-0887-45C6-925D-A047F4C85098}" dt="2026-06-22T17:50:47.312" v="5900" actId="790"/>
          <ac:spMkLst>
            <pc:docMk/>
            <pc:sldMk cId="3677420193" sldId="261"/>
            <ac:spMk id="98" creationId="{5B94E0F5-392E-9094-686B-6FAD6D5F5A35}"/>
          </ac:spMkLst>
        </pc:spChg>
        <pc:spChg chg="mod">
          <ac:chgData name="Josep Núñez Riba" userId="de0a42bf-019d-4b6c-9011-8ed265f06a93" providerId="ADAL" clId="{4C9DB5BA-0887-45C6-925D-A047F4C85098}" dt="2026-06-18T23:43:40.919" v="5" actId="790"/>
          <ac:spMkLst>
            <pc:docMk/>
            <pc:sldMk cId="3677420193" sldId="261"/>
            <ac:spMk id="99" creationId="{AE8A85DF-8212-56A9-89ED-1601C0B61E18}"/>
          </ac:spMkLst>
        </pc:spChg>
        <pc:spChg chg="mod">
          <ac:chgData name="Josep Núñez Riba" userId="de0a42bf-019d-4b6c-9011-8ed265f06a93" providerId="ADAL" clId="{4C9DB5BA-0887-45C6-925D-A047F4C85098}" dt="2026-06-22T17:50:47.312" v="5900" actId="790"/>
          <ac:spMkLst>
            <pc:docMk/>
            <pc:sldMk cId="3677420193" sldId="261"/>
            <ac:spMk id="100" creationId="{D8A31DCA-377E-E36D-6B49-17A439E64842}"/>
          </ac:spMkLst>
        </pc:spChg>
        <pc:spChg chg="mod">
          <ac:chgData name="Josep Núñez Riba" userId="de0a42bf-019d-4b6c-9011-8ed265f06a93" providerId="ADAL" clId="{4C9DB5BA-0887-45C6-925D-A047F4C85098}" dt="2026-06-18T23:43:40.919" v="5" actId="790"/>
          <ac:spMkLst>
            <pc:docMk/>
            <pc:sldMk cId="3677420193" sldId="261"/>
            <ac:spMk id="101" creationId="{8B1A04E4-3FA8-4099-ABB1-5EEF2AE37295}"/>
          </ac:spMkLst>
        </pc:spChg>
        <pc:spChg chg="mod">
          <ac:chgData name="Josep Núñez Riba" userId="de0a42bf-019d-4b6c-9011-8ed265f06a93" providerId="ADAL" clId="{4C9DB5BA-0887-45C6-925D-A047F4C85098}" dt="2026-06-22T17:50:47.312" v="5900" actId="790"/>
          <ac:spMkLst>
            <pc:docMk/>
            <pc:sldMk cId="3677420193" sldId="261"/>
            <ac:spMk id="102" creationId="{C738E607-5ABB-2949-9872-B877B1E2976E}"/>
          </ac:spMkLst>
        </pc:spChg>
        <pc:spChg chg="mod">
          <ac:chgData name="Josep Núñez Riba" userId="de0a42bf-019d-4b6c-9011-8ed265f06a93" providerId="ADAL" clId="{4C9DB5BA-0887-45C6-925D-A047F4C85098}" dt="2026-06-22T17:50:47.312" v="5900" actId="790"/>
          <ac:spMkLst>
            <pc:docMk/>
            <pc:sldMk cId="3677420193" sldId="261"/>
            <ac:spMk id="103" creationId="{A4D4D94A-09DA-F7FF-A4FE-6BCDAFE81AF0}"/>
          </ac:spMkLst>
        </pc:spChg>
        <pc:spChg chg="mod">
          <ac:chgData name="Josep Núñez Riba" userId="de0a42bf-019d-4b6c-9011-8ed265f06a93" providerId="ADAL" clId="{4C9DB5BA-0887-45C6-925D-A047F4C85098}" dt="2026-06-18T23:43:40.919" v="5" actId="790"/>
          <ac:spMkLst>
            <pc:docMk/>
            <pc:sldMk cId="3677420193" sldId="261"/>
            <ac:spMk id="104" creationId="{8C82AF60-BEB8-AA9C-53F2-DDDBCFC9FF29}"/>
          </ac:spMkLst>
        </pc:spChg>
        <pc:spChg chg="mod">
          <ac:chgData name="Josep Núñez Riba" userId="de0a42bf-019d-4b6c-9011-8ed265f06a93" providerId="ADAL" clId="{4C9DB5BA-0887-45C6-925D-A047F4C85098}" dt="2026-06-18T23:43:40.919" v="5" actId="790"/>
          <ac:spMkLst>
            <pc:docMk/>
            <pc:sldMk cId="3677420193" sldId="261"/>
            <ac:spMk id="105" creationId="{43EAD7D1-027B-599B-B78E-5BA37E5A8C9A}"/>
          </ac:spMkLst>
        </pc:spChg>
        <pc:spChg chg="mod">
          <ac:chgData name="Josep Núñez Riba" userId="de0a42bf-019d-4b6c-9011-8ed265f06a93" providerId="ADAL" clId="{4C9DB5BA-0887-45C6-925D-A047F4C85098}" dt="2026-06-18T23:43:40.919" v="5" actId="790"/>
          <ac:spMkLst>
            <pc:docMk/>
            <pc:sldMk cId="3677420193" sldId="261"/>
            <ac:spMk id="106" creationId="{210FA6D6-890D-6149-3B35-0E81FEC6CB85}"/>
          </ac:spMkLst>
        </pc:spChg>
      </pc:sldChg>
      <pc:sldChg chg="addSp delSp modSp mod">
        <pc:chgData name="Josep Núñez Riba" userId="de0a42bf-019d-4b6c-9011-8ed265f06a93" providerId="ADAL" clId="{4C9DB5BA-0887-45C6-925D-A047F4C85098}" dt="2026-06-22T17:50:47.312" v="5900" actId="790"/>
        <pc:sldMkLst>
          <pc:docMk/>
          <pc:sldMk cId="1531374310" sldId="264"/>
        </pc:sldMkLst>
        <pc:spChg chg="add mod">
          <ac:chgData name="Josep Núñez Riba" userId="de0a42bf-019d-4b6c-9011-8ed265f06a93" providerId="ADAL" clId="{4C9DB5BA-0887-45C6-925D-A047F4C85098}" dt="2026-06-22T17:50:47.312" v="5900" actId="790"/>
          <ac:spMkLst>
            <pc:docMk/>
            <pc:sldMk cId="1531374310" sldId="264"/>
            <ac:spMk id="5" creationId="{03C64ED8-951B-82B7-2288-7F78001B82CE}"/>
          </ac:spMkLst>
        </pc:spChg>
        <pc:spChg chg="add mod">
          <ac:chgData name="Josep Núñez Riba" userId="de0a42bf-019d-4b6c-9011-8ed265f06a93" providerId="ADAL" clId="{4C9DB5BA-0887-45C6-925D-A047F4C85098}" dt="2026-06-22T17:50:47.312" v="5900" actId="790"/>
          <ac:spMkLst>
            <pc:docMk/>
            <pc:sldMk cId="1531374310" sldId="264"/>
            <ac:spMk id="6" creationId="{D1921D94-9424-AFDF-C2F3-689324631977}"/>
          </ac:spMkLst>
        </pc:spChg>
        <pc:spChg chg="add mod">
          <ac:chgData name="Josep Núñez Riba" userId="de0a42bf-019d-4b6c-9011-8ed265f06a93" providerId="ADAL" clId="{4C9DB5BA-0887-45C6-925D-A047F4C85098}" dt="2026-06-22T17:50:47.312" v="5900" actId="790"/>
          <ac:spMkLst>
            <pc:docMk/>
            <pc:sldMk cId="1531374310" sldId="264"/>
            <ac:spMk id="7" creationId="{091E56AF-6D98-A7CC-98FE-E1C344577509}"/>
          </ac:spMkLst>
        </pc:spChg>
      </pc:sldChg>
      <pc:sldChg chg="addSp delSp modSp mod">
        <pc:chgData name="Josep Núñez Riba" userId="de0a42bf-019d-4b6c-9011-8ed265f06a93" providerId="ADAL" clId="{4C9DB5BA-0887-45C6-925D-A047F4C85098}" dt="2026-06-22T17:50:47.312" v="5900" actId="790"/>
        <pc:sldMkLst>
          <pc:docMk/>
          <pc:sldMk cId="2027450544" sldId="265"/>
        </pc:sldMkLst>
        <pc:spChg chg="mod">
          <ac:chgData name="Josep Núñez Riba" userId="de0a42bf-019d-4b6c-9011-8ed265f06a93" providerId="ADAL" clId="{4C9DB5BA-0887-45C6-925D-A047F4C85098}" dt="2026-06-22T17:50:47.312" v="5900" actId="790"/>
          <ac:spMkLst>
            <pc:docMk/>
            <pc:sldMk cId="2027450544" sldId="265"/>
            <ac:spMk id="2" creationId="{F9F58C70-B259-2963-BB40-4C20BB655623}"/>
          </ac:spMkLst>
        </pc:spChg>
        <pc:spChg chg="mod">
          <ac:chgData name="Josep Núñez Riba" userId="de0a42bf-019d-4b6c-9011-8ed265f06a93" providerId="ADAL" clId="{4C9DB5BA-0887-45C6-925D-A047F4C85098}" dt="2026-06-22T17:50:47.312" v="5900" actId="790"/>
          <ac:spMkLst>
            <pc:docMk/>
            <pc:sldMk cId="2027450544" sldId="265"/>
            <ac:spMk id="3" creationId="{B644ADFB-B23C-A33D-8A23-62ECD56811AC}"/>
          </ac:spMkLst>
        </pc:spChg>
        <pc:spChg chg="mod">
          <ac:chgData name="Josep Núñez Riba" userId="de0a42bf-019d-4b6c-9011-8ed265f06a93" providerId="ADAL" clId="{4C9DB5BA-0887-45C6-925D-A047F4C85098}" dt="2026-06-22T17:50:47.312" v="5900" actId="790"/>
          <ac:spMkLst>
            <pc:docMk/>
            <pc:sldMk cId="2027450544" sldId="265"/>
            <ac:spMk id="29" creationId="{F519B920-EAD0-46A4-7158-D0A21734569B}"/>
          </ac:spMkLst>
        </pc:spChg>
      </pc:sldChg>
      <pc:sldChg chg="modSp mod">
        <pc:chgData name="Josep Núñez Riba" userId="de0a42bf-019d-4b6c-9011-8ed265f06a93" providerId="ADAL" clId="{4C9DB5BA-0887-45C6-925D-A047F4C85098}" dt="2026-06-22T17:50:47.312" v="5900" actId="790"/>
        <pc:sldMkLst>
          <pc:docMk/>
          <pc:sldMk cId="1567200426" sldId="266"/>
        </pc:sldMkLst>
        <pc:spChg chg="mod">
          <ac:chgData name="Josep Núñez Riba" userId="de0a42bf-019d-4b6c-9011-8ed265f06a93" providerId="ADAL" clId="{4C9DB5BA-0887-45C6-925D-A047F4C85098}" dt="2026-06-22T17:50:47.312" v="5900" actId="790"/>
          <ac:spMkLst>
            <pc:docMk/>
            <pc:sldMk cId="1567200426" sldId="266"/>
            <ac:spMk id="30" creationId="{EA505B50-171B-442C-9FDC-E447026012F1}"/>
          </ac:spMkLst>
        </pc:spChg>
        <pc:spChg chg="mod">
          <ac:chgData name="Josep Núñez Riba" userId="de0a42bf-019d-4b6c-9011-8ed265f06a93" providerId="ADAL" clId="{4C9DB5BA-0887-45C6-925D-A047F4C85098}" dt="2026-06-22T17:50:47.312" v="5900" actId="790"/>
          <ac:spMkLst>
            <pc:docMk/>
            <pc:sldMk cId="1567200426" sldId="266"/>
            <ac:spMk id="32" creationId="{E43C0D59-7F3C-BB0D-EC4B-428CD89185F4}"/>
          </ac:spMkLst>
        </pc:spChg>
        <pc:spChg chg="mod">
          <ac:chgData name="Josep Núñez Riba" userId="de0a42bf-019d-4b6c-9011-8ed265f06a93" providerId="ADAL" clId="{4C9DB5BA-0887-45C6-925D-A047F4C85098}" dt="2026-06-22T17:50:47.312" v="5900" actId="790"/>
          <ac:spMkLst>
            <pc:docMk/>
            <pc:sldMk cId="1567200426" sldId="266"/>
            <ac:spMk id="33" creationId="{18ADA0AD-7761-C375-567F-97CB83C63244}"/>
          </ac:spMkLst>
        </pc:spChg>
        <pc:spChg chg="mod">
          <ac:chgData name="Josep Núñez Riba" userId="de0a42bf-019d-4b6c-9011-8ed265f06a93" providerId="ADAL" clId="{4C9DB5BA-0887-45C6-925D-A047F4C85098}" dt="2026-06-18T23:43:40.919" v="5" actId="790"/>
          <ac:spMkLst>
            <pc:docMk/>
            <pc:sldMk cId="1567200426" sldId="266"/>
            <ac:spMk id="40" creationId="{568C85D6-3E45-D4C1-33AD-12BE82FD4B78}"/>
          </ac:spMkLst>
        </pc:spChg>
        <pc:spChg chg="mod">
          <ac:chgData name="Josep Núñez Riba" userId="de0a42bf-019d-4b6c-9011-8ed265f06a93" providerId="ADAL" clId="{4C9DB5BA-0887-45C6-925D-A047F4C85098}" dt="2026-06-22T17:50:47.312" v="5900" actId="790"/>
          <ac:spMkLst>
            <pc:docMk/>
            <pc:sldMk cId="1567200426" sldId="266"/>
            <ac:spMk id="46" creationId="{FDBFBA7F-A1BB-26CB-6F57-E0489756AA28}"/>
          </ac:spMkLst>
        </pc:spChg>
        <pc:spChg chg="mod">
          <ac:chgData name="Josep Núñez Riba" userId="de0a42bf-019d-4b6c-9011-8ed265f06a93" providerId="ADAL" clId="{4C9DB5BA-0887-45C6-925D-A047F4C85098}" dt="2026-06-22T17:50:47.312" v="5900" actId="790"/>
          <ac:spMkLst>
            <pc:docMk/>
            <pc:sldMk cId="1567200426" sldId="266"/>
            <ac:spMk id="47" creationId="{C4EC73BB-5569-4BEF-D841-CC6AC5EA86FE}"/>
          </ac:spMkLst>
        </pc:spChg>
        <pc:spChg chg="mod">
          <ac:chgData name="Josep Núñez Riba" userId="de0a42bf-019d-4b6c-9011-8ed265f06a93" providerId="ADAL" clId="{4C9DB5BA-0887-45C6-925D-A047F4C85098}" dt="2026-06-22T17:50:47.312" v="5900" actId="790"/>
          <ac:spMkLst>
            <pc:docMk/>
            <pc:sldMk cId="1567200426" sldId="266"/>
            <ac:spMk id="49" creationId="{BAD92427-1E1F-9835-D94C-D68E566F077C}"/>
          </ac:spMkLst>
        </pc:spChg>
        <pc:spChg chg="mod">
          <ac:chgData name="Josep Núñez Riba" userId="de0a42bf-019d-4b6c-9011-8ed265f06a93" providerId="ADAL" clId="{4C9DB5BA-0887-45C6-925D-A047F4C85098}" dt="2026-06-22T17:50:47.312" v="5900" actId="790"/>
          <ac:spMkLst>
            <pc:docMk/>
            <pc:sldMk cId="1567200426" sldId="266"/>
            <ac:spMk id="50" creationId="{5AFDD98E-C4D7-F55D-71FB-75B12E184A31}"/>
          </ac:spMkLst>
        </pc:spChg>
        <pc:spChg chg="mod">
          <ac:chgData name="Josep Núñez Riba" userId="de0a42bf-019d-4b6c-9011-8ed265f06a93" providerId="ADAL" clId="{4C9DB5BA-0887-45C6-925D-A047F4C85098}" dt="2026-06-18T23:43:40.919" v="5" actId="790"/>
          <ac:spMkLst>
            <pc:docMk/>
            <pc:sldMk cId="1567200426" sldId="266"/>
            <ac:spMk id="51" creationId="{9BA673BD-0BCA-773E-A7AA-1FD63B5A6209}"/>
          </ac:spMkLst>
        </pc:spChg>
        <pc:spChg chg="mod">
          <ac:chgData name="Josep Núñez Riba" userId="de0a42bf-019d-4b6c-9011-8ed265f06a93" providerId="ADAL" clId="{4C9DB5BA-0887-45C6-925D-A047F4C85098}" dt="2026-06-22T17:50:47.312" v="5900" actId="790"/>
          <ac:spMkLst>
            <pc:docMk/>
            <pc:sldMk cId="1567200426" sldId="266"/>
            <ac:spMk id="52" creationId="{0D9F6612-F3E3-8F68-C36E-73432DD2F33F}"/>
          </ac:spMkLst>
        </pc:spChg>
      </pc:sldChg>
      <pc:sldChg chg="addSp modSp mod">
        <pc:chgData name="Josep Núñez Riba" userId="de0a42bf-019d-4b6c-9011-8ed265f06a93" providerId="ADAL" clId="{4C9DB5BA-0887-45C6-925D-A047F4C85098}" dt="2026-06-22T17:50:47.312" v="5900" actId="790"/>
        <pc:sldMkLst>
          <pc:docMk/>
          <pc:sldMk cId="4102960368" sldId="267"/>
        </pc:sldMkLst>
        <pc:spChg chg="mod">
          <ac:chgData name="Josep Núñez Riba" userId="de0a42bf-019d-4b6c-9011-8ed265f06a93" providerId="ADAL" clId="{4C9DB5BA-0887-45C6-925D-A047F4C85098}" dt="2026-06-22T17:50:47.312" v="5900" actId="790"/>
          <ac:spMkLst>
            <pc:docMk/>
            <pc:sldMk cId="4102960368" sldId="267"/>
            <ac:spMk id="2" creationId="{582A2078-7C0B-1904-85D8-C977DAA29385}"/>
          </ac:spMkLst>
        </pc:spChg>
        <pc:spChg chg="mod">
          <ac:chgData name="Josep Núñez Riba" userId="de0a42bf-019d-4b6c-9011-8ed265f06a93" providerId="ADAL" clId="{4C9DB5BA-0887-45C6-925D-A047F4C85098}" dt="2026-06-22T17:50:47.312" v="5900" actId="790"/>
          <ac:spMkLst>
            <pc:docMk/>
            <pc:sldMk cId="4102960368" sldId="267"/>
            <ac:spMk id="3" creationId="{5A5E5E70-C89D-12B5-8EC3-37034752DBA7}"/>
          </ac:spMkLst>
        </pc:spChg>
        <pc:spChg chg="mod">
          <ac:chgData name="Josep Núñez Riba" userId="de0a42bf-019d-4b6c-9011-8ed265f06a93" providerId="ADAL" clId="{4C9DB5BA-0887-45C6-925D-A047F4C85098}" dt="2026-06-22T17:50:47.312" v="5900" actId="790"/>
          <ac:spMkLst>
            <pc:docMk/>
            <pc:sldMk cId="4102960368" sldId="267"/>
            <ac:spMk id="4" creationId="{CAEA33E9-5E44-2B10-ACE1-CCAE1AA476BE}"/>
          </ac:spMkLst>
        </pc:spChg>
        <pc:spChg chg="mod">
          <ac:chgData name="Josep Núñez Riba" userId="de0a42bf-019d-4b6c-9011-8ed265f06a93" providerId="ADAL" clId="{4C9DB5BA-0887-45C6-925D-A047F4C85098}" dt="2026-06-18T23:43:40.919" v="5" actId="790"/>
          <ac:spMkLst>
            <pc:docMk/>
            <pc:sldMk cId="4102960368" sldId="267"/>
            <ac:spMk id="8" creationId="{4D831BDE-7E1C-9170-0629-5DE7AE804125}"/>
          </ac:spMkLst>
        </pc:spChg>
        <pc:spChg chg="mod">
          <ac:chgData name="Josep Núñez Riba" userId="de0a42bf-019d-4b6c-9011-8ed265f06a93" providerId="ADAL" clId="{4C9DB5BA-0887-45C6-925D-A047F4C85098}" dt="2026-06-22T17:50:47.312" v="5900" actId="790"/>
          <ac:spMkLst>
            <pc:docMk/>
            <pc:sldMk cId="4102960368" sldId="267"/>
            <ac:spMk id="9" creationId="{3B014452-AD19-E6B3-B9AA-B155CB907E8D}"/>
          </ac:spMkLst>
        </pc:spChg>
        <pc:spChg chg="mod">
          <ac:chgData name="Josep Núñez Riba" userId="de0a42bf-019d-4b6c-9011-8ed265f06a93" providerId="ADAL" clId="{4C9DB5BA-0887-45C6-925D-A047F4C85098}" dt="2026-06-18T23:43:40.919" v="5" actId="790"/>
          <ac:spMkLst>
            <pc:docMk/>
            <pc:sldMk cId="4102960368" sldId="267"/>
            <ac:spMk id="10" creationId="{8FFEA06E-DE6B-4FAE-D3F8-B2B96B965DB1}"/>
          </ac:spMkLst>
        </pc:spChg>
        <pc:spChg chg="mod">
          <ac:chgData name="Josep Núñez Riba" userId="de0a42bf-019d-4b6c-9011-8ed265f06a93" providerId="ADAL" clId="{4C9DB5BA-0887-45C6-925D-A047F4C85098}" dt="2026-06-22T17:50:47.312" v="5900" actId="790"/>
          <ac:spMkLst>
            <pc:docMk/>
            <pc:sldMk cId="4102960368" sldId="267"/>
            <ac:spMk id="11" creationId="{C1F2C9DC-3DBA-0F07-CF21-AA25C5590A0A}"/>
          </ac:spMkLst>
        </pc:spChg>
        <pc:spChg chg="mod">
          <ac:chgData name="Josep Núñez Riba" userId="de0a42bf-019d-4b6c-9011-8ed265f06a93" providerId="ADAL" clId="{4C9DB5BA-0887-45C6-925D-A047F4C85098}" dt="2026-06-22T17:50:47.312" v="5900" actId="790"/>
          <ac:spMkLst>
            <pc:docMk/>
            <pc:sldMk cId="4102960368" sldId="267"/>
            <ac:spMk id="14" creationId="{B765C223-394B-3332-19CD-FF25EF353DB7}"/>
          </ac:spMkLst>
        </pc:spChg>
        <pc:spChg chg="mod">
          <ac:chgData name="Josep Núñez Riba" userId="de0a42bf-019d-4b6c-9011-8ed265f06a93" providerId="ADAL" clId="{4C9DB5BA-0887-45C6-925D-A047F4C85098}" dt="2026-06-22T17:50:47.312" v="5900" actId="790"/>
          <ac:spMkLst>
            <pc:docMk/>
            <pc:sldMk cId="4102960368" sldId="267"/>
            <ac:spMk id="19" creationId="{975BD48A-423B-116C-BEA9-91D333151F03}"/>
          </ac:spMkLst>
        </pc:spChg>
        <pc:spChg chg="mod">
          <ac:chgData name="Josep Núñez Riba" userId="de0a42bf-019d-4b6c-9011-8ed265f06a93" providerId="ADAL" clId="{4C9DB5BA-0887-45C6-925D-A047F4C85098}" dt="2026-06-22T17:50:47.312" v="5900" actId="790"/>
          <ac:spMkLst>
            <pc:docMk/>
            <pc:sldMk cId="4102960368" sldId="267"/>
            <ac:spMk id="54" creationId="{5442C1B7-CA80-B5F5-DBB2-C5313455A6CE}"/>
          </ac:spMkLst>
        </pc:spChg>
        <pc:spChg chg="mod">
          <ac:chgData name="Josep Núñez Riba" userId="de0a42bf-019d-4b6c-9011-8ed265f06a93" providerId="ADAL" clId="{4C9DB5BA-0887-45C6-925D-A047F4C85098}" dt="2026-06-22T17:50:47.312" v="5900" actId="790"/>
          <ac:spMkLst>
            <pc:docMk/>
            <pc:sldMk cId="4102960368" sldId="267"/>
            <ac:spMk id="60" creationId="{63E3BDCC-3437-915C-8097-603BFAAF0FC0}"/>
          </ac:spMkLst>
        </pc:spChg>
        <pc:spChg chg="mod">
          <ac:chgData name="Josep Núñez Riba" userId="de0a42bf-019d-4b6c-9011-8ed265f06a93" providerId="ADAL" clId="{4C9DB5BA-0887-45C6-925D-A047F4C85098}" dt="2026-06-18T23:43:40.919" v="5" actId="790"/>
          <ac:spMkLst>
            <pc:docMk/>
            <pc:sldMk cId="4102960368" sldId="267"/>
            <ac:spMk id="79" creationId="{54A02B8F-4B51-84ED-1731-FA0D9C20F2B0}"/>
          </ac:spMkLst>
        </pc:spChg>
        <pc:spChg chg="mod">
          <ac:chgData name="Josep Núñez Riba" userId="de0a42bf-019d-4b6c-9011-8ed265f06a93" providerId="ADAL" clId="{4C9DB5BA-0887-45C6-925D-A047F4C85098}" dt="2026-06-22T17:50:47.312" v="5900" actId="790"/>
          <ac:spMkLst>
            <pc:docMk/>
            <pc:sldMk cId="4102960368" sldId="267"/>
            <ac:spMk id="80" creationId="{E9101FC2-BB37-8A77-9C93-65D70EF89268}"/>
          </ac:spMkLst>
        </pc:spChg>
        <pc:grpChg chg="add mod">
          <ac:chgData name="Josep Núñez Riba" userId="de0a42bf-019d-4b6c-9011-8ed265f06a93" providerId="ADAL" clId="{4C9DB5BA-0887-45C6-925D-A047F4C85098}" dt="2026-06-22T17:06:45.681" v="5027"/>
          <ac:grpSpMkLst>
            <pc:docMk/>
            <pc:sldMk cId="4102960368" sldId="267"/>
            <ac:grpSpMk id="5" creationId="{ADC3C78D-07FE-E260-D856-BEAD36E073C5}"/>
          </ac:grpSpMkLst>
        </pc:grpChg>
        <pc:picChg chg="mod">
          <ac:chgData name="Josep Núñez Riba" userId="de0a42bf-019d-4b6c-9011-8ed265f06a93" providerId="ADAL" clId="{4C9DB5BA-0887-45C6-925D-A047F4C85098}" dt="2026-06-22T17:06:45.681" v="5027"/>
          <ac:picMkLst>
            <pc:docMk/>
            <pc:sldMk cId="4102960368" sldId="267"/>
            <ac:picMk id="6" creationId="{3616D827-4D7E-DC10-4073-548B70D0DF5F}"/>
          </ac:picMkLst>
        </pc:picChg>
        <pc:picChg chg="mod">
          <ac:chgData name="Josep Núñez Riba" userId="de0a42bf-019d-4b6c-9011-8ed265f06a93" providerId="ADAL" clId="{4C9DB5BA-0887-45C6-925D-A047F4C85098}" dt="2026-06-22T17:06:45.681" v="5027"/>
          <ac:picMkLst>
            <pc:docMk/>
            <pc:sldMk cId="4102960368" sldId="267"/>
            <ac:picMk id="12" creationId="{F84BF4A7-686F-C6A2-4A87-0CE05D1FEEAA}"/>
          </ac:picMkLst>
        </pc:picChg>
      </pc:sldChg>
      <pc:sldChg chg="addSp modSp mod">
        <pc:chgData name="Josep Núñez Riba" userId="de0a42bf-019d-4b6c-9011-8ed265f06a93" providerId="ADAL" clId="{4C9DB5BA-0887-45C6-925D-A047F4C85098}" dt="2026-06-22T17:50:47.312" v="5900" actId="790"/>
        <pc:sldMkLst>
          <pc:docMk/>
          <pc:sldMk cId="3885192474" sldId="268"/>
        </pc:sldMkLst>
        <pc:spChg chg="mod">
          <ac:chgData name="Josep Núñez Riba" userId="de0a42bf-019d-4b6c-9011-8ed265f06a93" providerId="ADAL" clId="{4C9DB5BA-0887-45C6-925D-A047F4C85098}" dt="2026-06-18T23:43:40.919" v="5" actId="790"/>
          <ac:spMkLst>
            <pc:docMk/>
            <pc:sldMk cId="3885192474" sldId="268"/>
            <ac:spMk id="2" creationId="{397F397B-E31C-5EB6-4DB8-1BC289B6D1BB}"/>
          </ac:spMkLst>
        </pc:spChg>
        <pc:spChg chg="mod">
          <ac:chgData name="Josep Núñez Riba" userId="de0a42bf-019d-4b6c-9011-8ed265f06a93" providerId="ADAL" clId="{4C9DB5BA-0887-45C6-925D-A047F4C85098}" dt="2026-06-18T23:43:40.919" v="5" actId="790"/>
          <ac:spMkLst>
            <pc:docMk/>
            <pc:sldMk cId="3885192474" sldId="268"/>
            <ac:spMk id="3" creationId="{867D8BC7-16E8-49DB-1382-2214FC86E2C6}"/>
          </ac:spMkLst>
        </pc:spChg>
        <pc:spChg chg="mod">
          <ac:chgData name="Josep Núñez Riba" userId="de0a42bf-019d-4b6c-9011-8ed265f06a93" providerId="ADAL" clId="{4C9DB5BA-0887-45C6-925D-A047F4C85098}" dt="2026-06-22T17:50:47.312" v="5900" actId="790"/>
          <ac:spMkLst>
            <pc:docMk/>
            <pc:sldMk cId="3885192474" sldId="268"/>
            <ac:spMk id="4" creationId="{7E657C3A-8C99-E168-C819-DD61C49B1416}"/>
          </ac:spMkLst>
        </pc:spChg>
        <pc:spChg chg="mod">
          <ac:chgData name="Josep Núñez Riba" userId="de0a42bf-019d-4b6c-9011-8ed265f06a93" providerId="ADAL" clId="{4C9DB5BA-0887-45C6-925D-A047F4C85098}" dt="2026-06-22T17:50:47.312" v="5900" actId="790"/>
          <ac:spMkLst>
            <pc:docMk/>
            <pc:sldMk cId="3885192474" sldId="268"/>
            <ac:spMk id="5" creationId="{3C6DE4D1-C536-3993-C9A7-19C9E5683EF9}"/>
          </ac:spMkLst>
        </pc:spChg>
        <pc:spChg chg="mod">
          <ac:chgData name="Josep Núñez Riba" userId="de0a42bf-019d-4b6c-9011-8ed265f06a93" providerId="ADAL" clId="{4C9DB5BA-0887-45C6-925D-A047F4C85098}" dt="2026-06-22T17:50:47.312" v="5900" actId="790"/>
          <ac:spMkLst>
            <pc:docMk/>
            <pc:sldMk cId="3885192474" sldId="268"/>
            <ac:spMk id="6" creationId="{FF974C22-62F7-169F-2C8A-EB5C0CD59F1E}"/>
          </ac:spMkLst>
        </pc:spChg>
        <pc:spChg chg="mod">
          <ac:chgData name="Josep Núñez Riba" userId="de0a42bf-019d-4b6c-9011-8ed265f06a93" providerId="ADAL" clId="{4C9DB5BA-0887-45C6-925D-A047F4C85098}" dt="2026-06-22T17:50:47.312" v="5900" actId="790"/>
          <ac:spMkLst>
            <pc:docMk/>
            <pc:sldMk cId="3885192474" sldId="268"/>
            <ac:spMk id="8" creationId="{21431E06-AD10-13D1-79BA-973D6764CE00}"/>
          </ac:spMkLst>
        </pc:spChg>
        <pc:spChg chg="mod">
          <ac:chgData name="Josep Núñez Riba" userId="de0a42bf-019d-4b6c-9011-8ed265f06a93" providerId="ADAL" clId="{4C9DB5BA-0887-45C6-925D-A047F4C85098}" dt="2026-06-22T17:50:47.312" v="5900" actId="790"/>
          <ac:spMkLst>
            <pc:docMk/>
            <pc:sldMk cId="3885192474" sldId="268"/>
            <ac:spMk id="10" creationId="{46FB428B-BAE8-DF41-AD80-0AF07C3B3011}"/>
          </ac:spMkLst>
        </pc:spChg>
        <pc:spChg chg="mod">
          <ac:chgData name="Josep Núñez Riba" userId="de0a42bf-019d-4b6c-9011-8ed265f06a93" providerId="ADAL" clId="{4C9DB5BA-0887-45C6-925D-A047F4C85098}" dt="2026-06-22T17:50:47.312" v="5900" actId="790"/>
          <ac:spMkLst>
            <pc:docMk/>
            <pc:sldMk cId="3885192474" sldId="268"/>
            <ac:spMk id="11" creationId="{ADA1B485-5B4A-5797-29E5-B0DA69A7CD90}"/>
          </ac:spMkLst>
        </pc:spChg>
        <pc:spChg chg="mod">
          <ac:chgData name="Josep Núñez Riba" userId="de0a42bf-019d-4b6c-9011-8ed265f06a93" providerId="ADAL" clId="{4C9DB5BA-0887-45C6-925D-A047F4C85098}" dt="2026-06-22T17:50:47.312" v="5900" actId="790"/>
          <ac:spMkLst>
            <pc:docMk/>
            <pc:sldMk cId="3885192474" sldId="268"/>
            <ac:spMk id="12" creationId="{1DFAFABB-BAFA-E580-3D44-38AB1E36BFE0}"/>
          </ac:spMkLst>
        </pc:spChg>
        <pc:spChg chg="mod">
          <ac:chgData name="Josep Núñez Riba" userId="de0a42bf-019d-4b6c-9011-8ed265f06a93" providerId="ADAL" clId="{4C9DB5BA-0887-45C6-925D-A047F4C85098}" dt="2026-06-22T17:50:47.312" v="5900" actId="790"/>
          <ac:spMkLst>
            <pc:docMk/>
            <pc:sldMk cId="3885192474" sldId="268"/>
            <ac:spMk id="14" creationId="{DACEF719-4A34-D264-078E-8113C5E0901C}"/>
          </ac:spMkLst>
        </pc:spChg>
        <pc:spChg chg="mod">
          <ac:chgData name="Josep Núñez Riba" userId="de0a42bf-019d-4b6c-9011-8ed265f06a93" providerId="ADAL" clId="{4C9DB5BA-0887-45C6-925D-A047F4C85098}" dt="2026-06-22T17:50:47.312" v="5900" actId="790"/>
          <ac:spMkLst>
            <pc:docMk/>
            <pc:sldMk cId="3885192474" sldId="268"/>
            <ac:spMk id="54" creationId="{13357D73-1E5B-9840-02C1-477332F39FAA}"/>
          </ac:spMkLst>
        </pc:spChg>
        <pc:spChg chg="mod">
          <ac:chgData name="Josep Núñez Riba" userId="de0a42bf-019d-4b6c-9011-8ed265f06a93" providerId="ADAL" clId="{4C9DB5BA-0887-45C6-925D-A047F4C85098}" dt="2026-06-22T17:50:47.312" v="5900" actId="790"/>
          <ac:spMkLst>
            <pc:docMk/>
            <pc:sldMk cId="3885192474" sldId="268"/>
            <ac:spMk id="89" creationId="{0F83BA7A-9760-C0B5-5813-AA0F40C3E877}"/>
          </ac:spMkLst>
        </pc:spChg>
        <pc:spChg chg="mod">
          <ac:chgData name="Josep Núñez Riba" userId="de0a42bf-019d-4b6c-9011-8ed265f06a93" providerId="ADAL" clId="{4C9DB5BA-0887-45C6-925D-A047F4C85098}" dt="2026-06-18T23:43:40.919" v="5" actId="790"/>
          <ac:spMkLst>
            <pc:docMk/>
            <pc:sldMk cId="3885192474" sldId="268"/>
            <ac:spMk id="91" creationId="{3FA75C6F-B9DF-37AF-3F5A-87B7AE5EFC56}"/>
          </ac:spMkLst>
        </pc:spChg>
        <pc:spChg chg="mod">
          <ac:chgData name="Josep Núñez Riba" userId="de0a42bf-019d-4b6c-9011-8ed265f06a93" providerId="ADAL" clId="{4C9DB5BA-0887-45C6-925D-A047F4C85098}" dt="2026-06-18T23:43:40.919" v="5" actId="790"/>
          <ac:spMkLst>
            <pc:docMk/>
            <pc:sldMk cId="3885192474" sldId="268"/>
            <ac:spMk id="95" creationId="{7A803BD2-CD8C-D9F2-C68B-D888B50B7602}"/>
          </ac:spMkLst>
        </pc:spChg>
        <pc:spChg chg="mod">
          <ac:chgData name="Josep Núñez Riba" userId="de0a42bf-019d-4b6c-9011-8ed265f06a93" providerId="ADAL" clId="{4C9DB5BA-0887-45C6-925D-A047F4C85098}" dt="2026-06-18T23:43:40.919" v="5" actId="790"/>
          <ac:spMkLst>
            <pc:docMk/>
            <pc:sldMk cId="3885192474" sldId="268"/>
            <ac:spMk id="97" creationId="{91FBA73D-8FFC-ABF0-F90F-B4CCFEB220E6}"/>
          </ac:spMkLst>
        </pc:spChg>
        <pc:grpChg chg="add mod">
          <ac:chgData name="Josep Núñez Riba" userId="de0a42bf-019d-4b6c-9011-8ed265f06a93" providerId="ADAL" clId="{4C9DB5BA-0887-45C6-925D-A047F4C85098}" dt="2026-06-22T17:06:42.798" v="5025"/>
          <ac:grpSpMkLst>
            <pc:docMk/>
            <pc:sldMk cId="3885192474" sldId="268"/>
            <ac:grpSpMk id="15" creationId="{CA3B0D7B-DB54-0761-69F2-5A2C6AE4D28A}"/>
          </ac:grpSpMkLst>
        </pc:grpChg>
        <pc:picChg chg="mod">
          <ac:chgData name="Josep Núñez Riba" userId="de0a42bf-019d-4b6c-9011-8ed265f06a93" providerId="ADAL" clId="{4C9DB5BA-0887-45C6-925D-A047F4C85098}" dt="2026-06-22T17:06:42.798" v="5025"/>
          <ac:picMkLst>
            <pc:docMk/>
            <pc:sldMk cId="3885192474" sldId="268"/>
            <ac:picMk id="16" creationId="{70C53C95-2280-19EC-F019-124D1A7FF3BD}"/>
          </ac:picMkLst>
        </pc:picChg>
        <pc:picChg chg="mod">
          <ac:chgData name="Josep Núñez Riba" userId="de0a42bf-019d-4b6c-9011-8ed265f06a93" providerId="ADAL" clId="{4C9DB5BA-0887-45C6-925D-A047F4C85098}" dt="2026-06-22T17:06:42.798" v="5025"/>
          <ac:picMkLst>
            <pc:docMk/>
            <pc:sldMk cId="3885192474" sldId="268"/>
            <ac:picMk id="17" creationId="{D7B1CD9D-BE7E-3C7C-0955-C52D226251EC}"/>
          </ac:picMkLst>
        </pc:picChg>
      </pc:sldChg>
      <pc:sldChg chg="modSp mod">
        <pc:chgData name="Josep Núñez Riba" userId="de0a42bf-019d-4b6c-9011-8ed265f06a93" providerId="ADAL" clId="{4C9DB5BA-0887-45C6-925D-A047F4C85098}" dt="2026-06-22T17:50:47.312" v="5900" actId="790"/>
        <pc:sldMkLst>
          <pc:docMk/>
          <pc:sldMk cId="692121114" sldId="269"/>
        </pc:sldMkLst>
        <pc:spChg chg="mod">
          <ac:chgData name="Josep Núñez Riba" userId="de0a42bf-019d-4b6c-9011-8ed265f06a93" providerId="ADAL" clId="{4C9DB5BA-0887-45C6-925D-A047F4C85098}" dt="2026-06-22T17:50:47.312" v="5900" actId="790"/>
          <ac:spMkLst>
            <pc:docMk/>
            <pc:sldMk cId="692121114" sldId="269"/>
            <ac:spMk id="2" creationId="{0E8C4842-EC73-EE12-64B5-794FF94EED05}"/>
          </ac:spMkLst>
        </pc:spChg>
        <pc:spChg chg="mod">
          <ac:chgData name="Josep Núñez Riba" userId="de0a42bf-019d-4b6c-9011-8ed265f06a93" providerId="ADAL" clId="{4C9DB5BA-0887-45C6-925D-A047F4C85098}" dt="2026-06-22T17:50:47.312" v="5900" actId="790"/>
          <ac:spMkLst>
            <pc:docMk/>
            <pc:sldMk cId="692121114" sldId="269"/>
            <ac:spMk id="3" creationId="{0CB4B497-BDD9-AC82-1502-6317D7943738}"/>
          </ac:spMkLst>
        </pc:spChg>
        <pc:spChg chg="mod">
          <ac:chgData name="Josep Núñez Riba" userId="de0a42bf-019d-4b6c-9011-8ed265f06a93" providerId="ADAL" clId="{4C9DB5BA-0887-45C6-925D-A047F4C85098}" dt="2026-06-22T17:50:47.312" v="5900" actId="790"/>
          <ac:spMkLst>
            <pc:docMk/>
            <pc:sldMk cId="692121114" sldId="269"/>
            <ac:spMk id="29" creationId="{EEBDD8FF-A875-093D-0454-7EB3BDEDD9D5}"/>
          </ac:spMkLst>
        </pc:spChg>
      </pc:sldChg>
      <pc:sldChg chg="modSp mod">
        <pc:chgData name="Josep Núñez Riba" userId="de0a42bf-019d-4b6c-9011-8ed265f06a93" providerId="ADAL" clId="{4C9DB5BA-0887-45C6-925D-A047F4C85098}" dt="2026-06-22T17:50:47.312" v="5900" actId="790"/>
        <pc:sldMkLst>
          <pc:docMk/>
          <pc:sldMk cId="2959806708" sldId="270"/>
        </pc:sldMkLst>
        <pc:spChg chg="mod">
          <ac:chgData name="Josep Núñez Riba" userId="de0a42bf-019d-4b6c-9011-8ed265f06a93" providerId="ADAL" clId="{4C9DB5BA-0887-45C6-925D-A047F4C85098}" dt="2026-06-22T17:50:47.312" v="5900" actId="790"/>
          <ac:spMkLst>
            <pc:docMk/>
            <pc:sldMk cId="2959806708" sldId="270"/>
            <ac:spMk id="2" creationId="{D25EE7D6-588F-97E3-AF6A-DD72983EEC6C}"/>
          </ac:spMkLst>
        </pc:spChg>
        <pc:spChg chg="mod">
          <ac:chgData name="Josep Núñez Riba" userId="de0a42bf-019d-4b6c-9011-8ed265f06a93" providerId="ADAL" clId="{4C9DB5BA-0887-45C6-925D-A047F4C85098}" dt="2026-06-22T17:50:47.312" v="5900" actId="790"/>
          <ac:spMkLst>
            <pc:docMk/>
            <pc:sldMk cId="2959806708" sldId="270"/>
            <ac:spMk id="3" creationId="{C6B87CFA-D8B1-CACB-7E0F-3B8F0CCEBB28}"/>
          </ac:spMkLst>
        </pc:spChg>
        <pc:spChg chg="mod">
          <ac:chgData name="Josep Núñez Riba" userId="de0a42bf-019d-4b6c-9011-8ed265f06a93" providerId="ADAL" clId="{4C9DB5BA-0887-45C6-925D-A047F4C85098}" dt="2026-06-22T17:50:47.312" v="5900" actId="790"/>
          <ac:spMkLst>
            <pc:docMk/>
            <pc:sldMk cId="2959806708" sldId="270"/>
            <ac:spMk id="29" creationId="{4B909E70-9370-76EB-F449-221EC03C9A8D}"/>
          </ac:spMkLst>
        </pc:spChg>
      </pc:sldChg>
      <pc:sldChg chg="modSp mod">
        <pc:chgData name="Josep Núñez Riba" userId="de0a42bf-019d-4b6c-9011-8ed265f06a93" providerId="ADAL" clId="{4C9DB5BA-0887-45C6-925D-A047F4C85098}" dt="2026-06-22T17:50:47.312" v="5900" actId="790"/>
        <pc:sldMkLst>
          <pc:docMk/>
          <pc:sldMk cId="502917596" sldId="272"/>
        </pc:sldMkLst>
        <pc:spChg chg="mod">
          <ac:chgData name="Josep Núñez Riba" userId="de0a42bf-019d-4b6c-9011-8ed265f06a93" providerId="ADAL" clId="{4C9DB5BA-0887-45C6-925D-A047F4C85098}" dt="2026-06-22T17:50:47.312" v="5900" actId="790"/>
          <ac:spMkLst>
            <pc:docMk/>
            <pc:sldMk cId="502917596" sldId="272"/>
            <ac:spMk id="30" creationId="{EEB7E4BD-EF65-144A-4677-FE651DA64C53}"/>
          </ac:spMkLst>
        </pc:spChg>
        <pc:spChg chg="mod">
          <ac:chgData name="Josep Núñez Riba" userId="de0a42bf-019d-4b6c-9011-8ed265f06a93" providerId="ADAL" clId="{4C9DB5BA-0887-45C6-925D-A047F4C85098}" dt="2026-06-22T17:50:47.312" v="5900" actId="790"/>
          <ac:spMkLst>
            <pc:docMk/>
            <pc:sldMk cId="502917596" sldId="272"/>
            <ac:spMk id="49" creationId="{E4D764F5-F41E-A996-2D97-02F090D6ED8B}"/>
          </ac:spMkLst>
        </pc:spChg>
        <pc:spChg chg="mod">
          <ac:chgData name="Josep Núñez Riba" userId="de0a42bf-019d-4b6c-9011-8ed265f06a93" providerId="ADAL" clId="{4C9DB5BA-0887-45C6-925D-A047F4C85098}" dt="2026-06-22T17:50:47.312" v="5900" actId="790"/>
          <ac:spMkLst>
            <pc:docMk/>
            <pc:sldMk cId="502917596" sldId="272"/>
            <ac:spMk id="50" creationId="{DCB65486-3D23-D167-A832-9F5470E5BB84}"/>
          </ac:spMkLst>
        </pc:spChg>
      </pc:sldChg>
      <pc:sldChg chg="modSp mod">
        <pc:chgData name="Josep Núñez Riba" userId="de0a42bf-019d-4b6c-9011-8ed265f06a93" providerId="ADAL" clId="{4C9DB5BA-0887-45C6-925D-A047F4C85098}" dt="2026-06-23T07:10:10.709" v="5924"/>
        <pc:sldMkLst>
          <pc:docMk/>
          <pc:sldMk cId="2337961625" sldId="274"/>
        </pc:sldMkLst>
        <pc:spChg chg="mod">
          <ac:chgData name="Josep Núñez Riba" userId="de0a42bf-019d-4b6c-9011-8ed265f06a93" providerId="ADAL" clId="{4C9DB5BA-0887-45C6-925D-A047F4C85098}" dt="2026-06-23T07:10:10.709" v="5924"/>
          <ac:spMkLst>
            <pc:docMk/>
            <pc:sldMk cId="2337961625" sldId="274"/>
            <ac:spMk id="2" creationId="{5115A586-6C3A-893A-B669-71993D279151}"/>
          </ac:spMkLst>
        </pc:spChg>
        <pc:spChg chg="mod">
          <ac:chgData name="Josep Núñez Riba" userId="de0a42bf-019d-4b6c-9011-8ed265f06a93" providerId="ADAL" clId="{4C9DB5BA-0887-45C6-925D-A047F4C85098}" dt="2026-06-22T17:50:47.312" v="5900" actId="790"/>
          <ac:spMkLst>
            <pc:docMk/>
            <pc:sldMk cId="2337961625" sldId="274"/>
            <ac:spMk id="3" creationId="{0E04B405-F956-41A7-CC44-BDBD182FCC95}"/>
          </ac:spMkLst>
        </pc:spChg>
        <pc:spChg chg="mod">
          <ac:chgData name="Josep Núñez Riba" userId="de0a42bf-019d-4b6c-9011-8ed265f06a93" providerId="ADAL" clId="{4C9DB5BA-0887-45C6-925D-A047F4C85098}" dt="2026-06-22T17:50:47.312" v="5900" actId="790"/>
          <ac:spMkLst>
            <pc:docMk/>
            <pc:sldMk cId="2337961625" sldId="274"/>
            <ac:spMk id="32" creationId="{47AB1281-4F9B-151F-ED35-AF8DB6504847}"/>
          </ac:spMkLst>
        </pc:spChg>
        <pc:spChg chg="mod">
          <ac:chgData name="Josep Núñez Riba" userId="de0a42bf-019d-4b6c-9011-8ed265f06a93" providerId="ADAL" clId="{4C9DB5BA-0887-45C6-925D-A047F4C85098}" dt="2026-06-22T17:50:47.312" v="5900" actId="790"/>
          <ac:spMkLst>
            <pc:docMk/>
            <pc:sldMk cId="2337961625" sldId="274"/>
            <ac:spMk id="42" creationId="{DD31E772-275D-4014-A0C1-8E8F8C0405B0}"/>
          </ac:spMkLst>
        </pc:spChg>
        <pc:spChg chg="mod">
          <ac:chgData name="Josep Núñez Riba" userId="de0a42bf-019d-4b6c-9011-8ed265f06a93" providerId="ADAL" clId="{4C9DB5BA-0887-45C6-925D-A047F4C85098}" dt="2026-06-22T17:50:47.312" v="5900" actId="790"/>
          <ac:spMkLst>
            <pc:docMk/>
            <pc:sldMk cId="2337961625" sldId="274"/>
            <ac:spMk id="43" creationId="{59ACA686-45E0-E599-656B-22483984D5AA}"/>
          </ac:spMkLst>
        </pc:spChg>
        <pc:spChg chg="mod">
          <ac:chgData name="Josep Núñez Riba" userId="de0a42bf-019d-4b6c-9011-8ed265f06a93" providerId="ADAL" clId="{4C9DB5BA-0887-45C6-925D-A047F4C85098}" dt="2026-06-22T17:50:47.312" v="5900" actId="790"/>
          <ac:spMkLst>
            <pc:docMk/>
            <pc:sldMk cId="2337961625" sldId="274"/>
            <ac:spMk id="45" creationId="{EB42698A-4E0F-7CC3-D47F-E3D90E04FE69}"/>
          </ac:spMkLst>
        </pc:spChg>
        <pc:spChg chg="mod">
          <ac:chgData name="Josep Núñez Riba" userId="de0a42bf-019d-4b6c-9011-8ed265f06a93" providerId="ADAL" clId="{4C9DB5BA-0887-45C6-925D-A047F4C85098}" dt="2026-06-22T07:46:30.079" v="2621" actId="20577"/>
          <ac:spMkLst>
            <pc:docMk/>
            <pc:sldMk cId="2337961625" sldId="274"/>
            <ac:spMk id="46" creationId="{C690A171-8750-4C16-81C9-D6631F0CC21B}"/>
          </ac:spMkLst>
        </pc:spChg>
        <pc:spChg chg="mod">
          <ac:chgData name="Josep Núñez Riba" userId="de0a42bf-019d-4b6c-9011-8ed265f06a93" providerId="ADAL" clId="{4C9DB5BA-0887-45C6-925D-A047F4C85098}" dt="2026-06-22T17:50:47.312" v="5900" actId="790"/>
          <ac:spMkLst>
            <pc:docMk/>
            <pc:sldMk cId="2337961625" sldId="274"/>
            <ac:spMk id="48" creationId="{B45D1DFE-06BD-DE2D-7B53-FFB28BF4757E}"/>
          </ac:spMkLst>
        </pc:spChg>
        <pc:spChg chg="mod">
          <ac:chgData name="Josep Núñez Riba" userId="de0a42bf-019d-4b6c-9011-8ed265f06a93" providerId="ADAL" clId="{4C9DB5BA-0887-45C6-925D-A047F4C85098}" dt="2026-06-22T17:50:47.312" v="5900" actId="790"/>
          <ac:spMkLst>
            <pc:docMk/>
            <pc:sldMk cId="2337961625" sldId="274"/>
            <ac:spMk id="49" creationId="{C0953AE5-5CEF-FF31-68A5-4E5442B2667D}"/>
          </ac:spMkLst>
        </pc:spChg>
        <pc:spChg chg="mod">
          <ac:chgData name="Josep Núñez Riba" userId="de0a42bf-019d-4b6c-9011-8ed265f06a93" providerId="ADAL" clId="{4C9DB5BA-0887-45C6-925D-A047F4C85098}" dt="2026-06-18T23:43:40.919" v="5" actId="790"/>
          <ac:spMkLst>
            <pc:docMk/>
            <pc:sldMk cId="2337961625" sldId="274"/>
            <ac:spMk id="52" creationId="{2ADF6279-E82B-AAC3-8472-9E01D32C0A8D}"/>
          </ac:spMkLst>
        </pc:spChg>
        <pc:spChg chg="mod">
          <ac:chgData name="Josep Núñez Riba" userId="de0a42bf-019d-4b6c-9011-8ed265f06a93" providerId="ADAL" clId="{4C9DB5BA-0887-45C6-925D-A047F4C85098}" dt="2026-06-22T17:50:47.312" v="5900" actId="790"/>
          <ac:spMkLst>
            <pc:docMk/>
            <pc:sldMk cId="2337961625" sldId="274"/>
            <ac:spMk id="54" creationId="{42E1BEB6-B815-A15A-D4E5-9306C7C150DD}"/>
          </ac:spMkLst>
        </pc:spChg>
        <pc:spChg chg="mod">
          <ac:chgData name="Josep Núñez Riba" userId="de0a42bf-019d-4b6c-9011-8ed265f06a93" providerId="ADAL" clId="{4C9DB5BA-0887-45C6-925D-A047F4C85098}" dt="2026-06-18T23:43:40.919" v="5" actId="790"/>
          <ac:spMkLst>
            <pc:docMk/>
            <pc:sldMk cId="2337961625" sldId="274"/>
            <ac:spMk id="55" creationId="{3DC2FE87-5B97-8C12-A9A5-85B921CFAC0E}"/>
          </ac:spMkLst>
        </pc:spChg>
        <pc:spChg chg="mod">
          <ac:chgData name="Josep Núñez Riba" userId="de0a42bf-019d-4b6c-9011-8ed265f06a93" providerId="ADAL" clId="{4C9DB5BA-0887-45C6-925D-A047F4C85098}" dt="2026-06-18T23:43:40.919" v="5" actId="790"/>
          <ac:spMkLst>
            <pc:docMk/>
            <pc:sldMk cId="2337961625" sldId="274"/>
            <ac:spMk id="63" creationId="{D2EA6081-7188-0BD5-6010-254425DC9A3C}"/>
          </ac:spMkLst>
        </pc:spChg>
        <pc:spChg chg="mod">
          <ac:chgData name="Josep Núñez Riba" userId="de0a42bf-019d-4b6c-9011-8ed265f06a93" providerId="ADAL" clId="{4C9DB5BA-0887-45C6-925D-A047F4C85098}" dt="2026-06-22T17:50:47.312" v="5900" actId="790"/>
          <ac:spMkLst>
            <pc:docMk/>
            <pc:sldMk cId="2337961625" sldId="274"/>
            <ac:spMk id="64" creationId="{C2DF8128-FB16-2C69-674E-872720908852}"/>
          </ac:spMkLst>
        </pc:spChg>
      </pc:sldChg>
      <pc:sldChg chg="modSp mod ord">
        <pc:chgData name="Josep Núñez Riba" userId="de0a42bf-019d-4b6c-9011-8ed265f06a93" providerId="ADAL" clId="{4C9DB5BA-0887-45C6-925D-A047F4C85098}" dt="2026-06-22T17:50:47.312" v="5900" actId="790"/>
        <pc:sldMkLst>
          <pc:docMk/>
          <pc:sldMk cId="3770357096" sldId="275"/>
        </pc:sldMkLst>
        <pc:spChg chg="mod">
          <ac:chgData name="Josep Núñez Riba" userId="de0a42bf-019d-4b6c-9011-8ed265f06a93" providerId="ADAL" clId="{4C9DB5BA-0887-45C6-925D-A047F4C85098}" dt="2026-06-22T17:50:47.312" v="5900" actId="790"/>
          <ac:spMkLst>
            <pc:docMk/>
            <pc:sldMk cId="3770357096" sldId="275"/>
            <ac:spMk id="2" creationId="{B2E5B3F9-8532-1718-172C-1925B1E8552C}"/>
          </ac:spMkLst>
        </pc:spChg>
        <pc:spChg chg="mod">
          <ac:chgData name="Josep Núñez Riba" userId="de0a42bf-019d-4b6c-9011-8ed265f06a93" providerId="ADAL" clId="{4C9DB5BA-0887-45C6-925D-A047F4C85098}" dt="2026-06-22T17:50:47.312" v="5900" actId="790"/>
          <ac:spMkLst>
            <pc:docMk/>
            <pc:sldMk cId="3770357096" sldId="275"/>
            <ac:spMk id="3" creationId="{1D518CFD-EE64-CE08-5C12-D1C92ED7456F}"/>
          </ac:spMkLst>
        </pc:spChg>
        <pc:spChg chg="mod">
          <ac:chgData name="Josep Núñez Riba" userId="de0a42bf-019d-4b6c-9011-8ed265f06a93" providerId="ADAL" clId="{4C9DB5BA-0887-45C6-925D-A047F4C85098}" dt="2026-06-22T17:50:47.312" v="5900" actId="790"/>
          <ac:spMkLst>
            <pc:docMk/>
            <pc:sldMk cId="3770357096" sldId="275"/>
            <ac:spMk id="19" creationId="{3EEE230C-5F16-5191-6D1F-FB48C4CEA419}"/>
          </ac:spMkLst>
        </pc:spChg>
        <pc:graphicFrameChg chg="mod modGraphic">
          <ac:chgData name="Josep Núñez Riba" userId="de0a42bf-019d-4b6c-9011-8ed265f06a93" providerId="ADAL" clId="{4C9DB5BA-0887-45C6-925D-A047F4C85098}" dt="2026-06-22T17:50:47.312" v="5900" actId="790"/>
          <ac:graphicFrameMkLst>
            <pc:docMk/>
            <pc:sldMk cId="3770357096" sldId="275"/>
            <ac:graphicFrameMk id="18" creationId="{E53344ED-0994-3208-7324-5DDDB5284711}"/>
          </ac:graphicFrameMkLst>
        </pc:graphicFrameChg>
      </pc:sldChg>
      <pc:sldChg chg="addSp delSp modSp add mod modShow">
        <pc:chgData name="Josep Núñez Riba" userId="de0a42bf-019d-4b6c-9011-8ed265f06a93" providerId="ADAL" clId="{4C9DB5BA-0887-45C6-925D-A047F4C85098}" dt="2026-06-22T17:50:47.312" v="5900" actId="790"/>
        <pc:sldMkLst>
          <pc:docMk/>
          <pc:sldMk cId="3784106106" sldId="276"/>
        </pc:sldMkLst>
        <pc:spChg chg="mod">
          <ac:chgData name="Josep Núñez Riba" userId="de0a42bf-019d-4b6c-9011-8ed265f06a93" providerId="ADAL" clId="{4C9DB5BA-0887-45C6-925D-A047F4C85098}" dt="2026-06-22T17:05:37.064" v="5010" actId="1076"/>
          <ac:spMkLst>
            <pc:docMk/>
            <pc:sldMk cId="3784106106" sldId="276"/>
            <ac:spMk id="2" creationId="{01FA2D0E-48C1-8183-659B-59170749F96F}"/>
          </ac:spMkLst>
        </pc:spChg>
        <pc:spChg chg="mod">
          <ac:chgData name="Josep Núñez Riba" userId="de0a42bf-019d-4b6c-9011-8ed265f06a93" providerId="ADAL" clId="{4C9DB5BA-0887-45C6-925D-A047F4C85098}" dt="2026-06-22T17:50:47.312" v="5900" actId="790"/>
          <ac:spMkLst>
            <pc:docMk/>
            <pc:sldMk cId="3784106106" sldId="276"/>
            <ac:spMk id="3" creationId="{F27447EC-E90C-1F35-9B83-2F8AC5775CFE}"/>
          </ac:spMkLst>
        </pc:spChg>
        <pc:spChg chg="add mod">
          <ac:chgData name="Josep Núñez Riba" userId="de0a42bf-019d-4b6c-9011-8ed265f06a93" providerId="ADAL" clId="{4C9DB5BA-0887-45C6-925D-A047F4C85098}" dt="2026-06-22T17:50:47.312" v="5900" actId="790"/>
          <ac:spMkLst>
            <pc:docMk/>
            <pc:sldMk cId="3784106106" sldId="276"/>
            <ac:spMk id="4" creationId="{9C41875B-0E3D-47AE-3DC3-5C219153421C}"/>
          </ac:spMkLst>
        </pc:spChg>
        <pc:spChg chg="add mod">
          <ac:chgData name="Josep Núñez Riba" userId="de0a42bf-019d-4b6c-9011-8ed265f06a93" providerId="ADAL" clId="{4C9DB5BA-0887-45C6-925D-A047F4C85098}" dt="2026-06-22T17:50:47.312" v="5900" actId="790"/>
          <ac:spMkLst>
            <pc:docMk/>
            <pc:sldMk cId="3784106106" sldId="276"/>
            <ac:spMk id="33" creationId="{EB2752C0-DA26-641D-7BE8-EE091A48C99C}"/>
          </ac:spMkLst>
        </pc:spChg>
        <pc:spChg chg="mod topLvl">
          <ac:chgData name="Josep Núñez Riba" userId="de0a42bf-019d-4b6c-9011-8ed265f06a93" providerId="ADAL" clId="{4C9DB5BA-0887-45C6-925D-A047F4C85098}" dt="2026-06-22T17:05:29.984" v="5006" actId="164"/>
          <ac:spMkLst>
            <pc:docMk/>
            <pc:sldMk cId="3784106106" sldId="276"/>
            <ac:spMk id="43" creationId="{1FB0EB47-C8D9-C64F-D46E-578C6499A6F0}"/>
          </ac:spMkLst>
        </pc:spChg>
        <pc:spChg chg="mod">
          <ac:chgData name="Josep Núñez Riba" userId="de0a42bf-019d-4b6c-9011-8ed265f06a93" providerId="ADAL" clId="{4C9DB5BA-0887-45C6-925D-A047F4C85098}" dt="2026-06-22T17:05:06.248" v="4997" actId="165"/>
          <ac:spMkLst>
            <pc:docMk/>
            <pc:sldMk cId="3784106106" sldId="276"/>
            <ac:spMk id="45" creationId="{951825A4-3795-B116-5BBE-9ECAD6EA604F}"/>
          </ac:spMkLst>
        </pc:spChg>
        <pc:spChg chg="mod topLvl">
          <ac:chgData name="Josep Núñez Riba" userId="de0a42bf-019d-4b6c-9011-8ed265f06a93" providerId="ADAL" clId="{4C9DB5BA-0887-45C6-925D-A047F4C85098}" dt="2026-06-22T17:50:47.312" v="5900" actId="790"/>
          <ac:spMkLst>
            <pc:docMk/>
            <pc:sldMk cId="3784106106" sldId="276"/>
            <ac:spMk id="48" creationId="{11D7E353-E727-93DD-069A-C830C8B386E7}"/>
          </ac:spMkLst>
        </pc:spChg>
        <pc:spChg chg="mod">
          <ac:chgData name="Josep Núñez Riba" userId="de0a42bf-019d-4b6c-9011-8ed265f06a93" providerId="ADAL" clId="{4C9DB5BA-0887-45C6-925D-A047F4C85098}" dt="2026-06-22T17:50:47.312" v="5900" actId="790"/>
          <ac:spMkLst>
            <pc:docMk/>
            <pc:sldMk cId="3784106106" sldId="276"/>
            <ac:spMk id="53" creationId="{F792859D-8896-0268-5401-162723EF0FAC}"/>
          </ac:spMkLst>
        </pc:spChg>
        <pc:spChg chg="add mod">
          <ac:chgData name="Josep Núñez Riba" userId="de0a42bf-019d-4b6c-9011-8ed265f06a93" providerId="ADAL" clId="{4C9DB5BA-0887-45C6-925D-A047F4C85098}" dt="2026-06-22T17:50:47.312" v="5900" actId="790"/>
          <ac:spMkLst>
            <pc:docMk/>
            <pc:sldMk cId="3784106106" sldId="276"/>
            <ac:spMk id="61" creationId="{67679828-0043-16B1-66BD-48F2BACC4284}"/>
          </ac:spMkLst>
        </pc:spChg>
        <pc:spChg chg="mod">
          <ac:chgData name="Josep Núñez Riba" userId="de0a42bf-019d-4b6c-9011-8ed265f06a93" providerId="ADAL" clId="{4C9DB5BA-0887-45C6-925D-A047F4C85098}" dt="2026-06-22T17:10:47.163" v="5072"/>
          <ac:spMkLst>
            <pc:docMk/>
            <pc:sldMk cId="3784106106" sldId="276"/>
            <ac:spMk id="69" creationId="{28540FC6-BB10-BCBB-79EE-EB65E41AC573}"/>
          </ac:spMkLst>
        </pc:spChg>
        <pc:spChg chg="mod">
          <ac:chgData name="Josep Núñez Riba" userId="de0a42bf-019d-4b6c-9011-8ed265f06a93" providerId="ADAL" clId="{4C9DB5BA-0887-45C6-925D-A047F4C85098}" dt="2026-06-22T17:50:47.312" v="5900" actId="790"/>
          <ac:spMkLst>
            <pc:docMk/>
            <pc:sldMk cId="3784106106" sldId="276"/>
            <ac:spMk id="71" creationId="{749779D2-374F-1E4D-D4EF-ED213D885F6E}"/>
          </ac:spMkLst>
        </pc:spChg>
        <pc:spChg chg="mod">
          <ac:chgData name="Josep Núñez Riba" userId="de0a42bf-019d-4b6c-9011-8ed265f06a93" providerId="ADAL" clId="{4C9DB5BA-0887-45C6-925D-A047F4C85098}" dt="2026-06-22T17:10:47.163" v="5072"/>
          <ac:spMkLst>
            <pc:docMk/>
            <pc:sldMk cId="3784106106" sldId="276"/>
            <ac:spMk id="73" creationId="{6D7E43EF-7684-5A23-EF15-246F93857030}"/>
          </ac:spMkLst>
        </pc:spChg>
        <pc:spChg chg="add mod">
          <ac:chgData name="Josep Núñez Riba" userId="de0a42bf-019d-4b6c-9011-8ed265f06a93" providerId="ADAL" clId="{4C9DB5BA-0887-45C6-925D-A047F4C85098}" dt="2026-06-22T17:50:47.312" v="5900" actId="790"/>
          <ac:spMkLst>
            <pc:docMk/>
            <pc:sldMk cId="3784106106" sldId="276"/>
            <ac:spMk id="79" creationId="{58F22E3D-84FC-F3C6-48AA-9F3EA1F29279}"/>
          </ac:spMkLst>
        </pc:spChg>
        <pc:spChg chg="add mod">
          <ac:chgData name="Josep Núñez Riba" userId="de0a42bf-019d-4b6c-9011-8ed265f06a93" providerId="ADAL" clId="{4C9DB5BA-0887-45C6-925D-A047F4C85098}" dt="2026-06-22T17:50:47.312" v="5900" actId="790"/>
          <ac:spMkLst>
            <pc:docMk/>
            <pc:sldMk cId="3784106106" sldId="276"/>
            <ac:spMk id="80" creationId="{9E0E2CE7-998E-1812-3F7A-F5D877650511}"/>
          </ac:spMkLst>
        </pc:spChg>
        <pc:spChg chg="add mod">
          <ac:chgData name="Josep Núñez Riba" userId="de0a42bf-019d-4b6c-9011-8ed265f06a93" providerId="ADAL" clId="{4C9DB5BA-0887-45C6-925D-A047F4C85098}" dt="2026-06-22T17:26:02.318" v="5426" actId="1076"/>
          <ac:spMkLst>
            <pc:docMk/>
            <pc:sldMk cId="3784106106" sldId="276"/>
            <ac:spMk id="89" creationId="{22E611E9-169A-52A1-27CA-4FD5F242B520}"/>
          </ac:spMkLst>
        </pc:spChg>
        <pc:spChg chg="add mod">
          <ac:chgData name="Josep Núñez Riba" userId="de0a42bf-019d-4b6c-9011-8ed265f06a93" providerId="ADAL" clId="{4C9DB5BA-0887-45C6-925D-A047F4C85098}" dt="2026-06-22T17:50:47.312" v="5900" actId="790"/>
          <ac:spMkLst>
            <pc:docMk/>
            <pc:sldMk cId="3784106106" sldId="276"/>
            <ac:spMk id="90" creationId="{E8C00DBC-196B-1CD6-A83B-A17E5C504068}"/>
          </ac:spMkLst>
        </pc:spChg>
        <pc:grpChg chg="add mod">
          <ac:chgData name="Josep Núñez Riba" userId="de0a42bf-019d-4b6c-9011-8ed265f06a93" providerId="ADAL" clId="{4C9DB5BA-0887-45C6-925D-A047F4C85098}" dt="2026-06-22T17:26:38.739" v="5429"/>
          <ac:grpSpMkLst>
            <pc:docMk/>
            <pc:sldMk cId="3784106106" sldId="276"/>
            <ac:grpSpMk id="39" creationId="{C5E42A32-DF31-2CCC-EB92-2FFD6ED47350}"/>
          </ac:grpSpMkLst>
        </pc:grpChg>
        <pc:grpChg chg="add mod">
          <ac:chgData name="Josep Núñez Riba" userId="de0a42bf-019d-4b6c-9011-8ed265f06a93" providerId="ADAL" clId="{4C9DB5BA-0887-45C6-925D-A047F4C85098}" dt="2026-06-22T17:26:38.739" v="5429"/>
          <ac:grpSpMkLst>
            <pc:docMk/>
            <pc:sldMk cId="3784106106" sldId="276"/>
            <ac:grpSpMk id="41" creationId="{681038C0-7501-E22C-D69B-85C370BB1B89}"/>
          </ac:grpSpMkLst>
        </pc:grpChg>
        <pc:grpChg chg="mod topLvl">
          <ac:chgData name="Josep Núñez Riba" userId="de0a42bf-019d-4b6c-9011-8ed265f06a93" providerId="ADAL" clId="{4C9DB5BA-0887-45C6-925D-A047F4C85098}" dt="2026-06-22T17:05:29.984" v="5006" actId="164"/>
          <ac:grpSpMkLst>
            <pc:docMk/>
            <pc:sldMk cId="3784106106" sldId="276"/>
            <ac:grpSpMk id="44" creationId="{54A22925-E759-7976-3F96-F0389900220A}"/>
          </ac:grpSpMkLst>
        </pc:grpChg>
        <pc:grpChg chg="mod topLvl">
          <ac:chgData name="Josep Núñez Riba" userId="de0a42bf-019d-4b6c-9011-8ed265f06a93" providerId="ADAL" clId="{4C9DB5BA-0887-45C6-925D-A047F4C85098}" dt="2026-06-22T17:05:27.664" v="5005" actId="164"/>
          <ac:grpSpMkLst>
            <pc:docMk/>
            <pc:sldMk cId="3784106106" sldId="276"/>
            <ac:grpSpMk id="49" creationId="{6856BC67-9B39-AA2B-7237-2A8B10A9848B}"/>
          </ac:grpSpMkLst>
        </pc:grpChg>
        <pc:grpChg chg="add mod">
          <ac:chgData name="Josep Núñez Riba" userId="de0a42bf-019d-4b6c-9011-8ed265f06a93" providerId="ADAL" clId="{4C9DB5BA-0887-45C6-925D-A047F4C85098}" dt="2026-06-22T17:05:40.258" v="5011" actId="1076"/>
          <ac:grpSpMkLst>
            <pc:docMk/>
            <pc:sldMk cId="3784106106" sldId="276"/>
            <ac:grpSpMk id="56" creationId="{8F362329-2821-B43C-D778-9912721AC9A5}"/>
          </ac:grpSpMkLst>
        </pc:grpChg>
        <pc:grpChg chg="add mod">
          <ac:chgData name="Josep Núñez Riba" userId="de0a42bf-019d-4b6c-9011-8ed265f06a93" providerId="ADAL" clId="{4C9DB5BA-0887-45C6-925D-A047F4C85098}" dt="2026-06-22T17:05:40.258" v="5011" actId="1076"/>
          <ac:grpSpMkLst>
            <pc:docMk/>
            <pc:sldMk cId="3784106106" sldId="276"/>
            <ac:grpSpMk id="57" creationId="{59EFE522-6657-170A-81D4-18A492502662}"/>
          </ac:grpSpMkLst>
        </pc:grpChg>
        <pc:grpChg chg="add mod">
          <ac:chgData name="Josep Núñez Riba" userId="de0a42bf-019d-4b6c-9011-8ed265f06a93" providerId="ADAL" clId="{4C9DB5BA-0887-45C6-925D-A047F4C85098}" dt="2026-06-22T17:26:38.739" v="5429"/>
          <ac:grpSpMkLst>
            <pc:docMk/>
            <pc:sldMk cId="3784106106" sldId="276"/>
            <ac:grpSpMk id="63" creationId="{5DDB264D-EA4F-F060-0D13-BF370727555F}"/>
          </ac:grpSpMkLst>
        </pc:grpChg>
        <pc:grpChg chg="add mod ord">
          <ac:chgData name="Josep Núñez Riba" userId="de0a42bf-019d-4b6c-9011-8ed265f06a93" providerId="ADAL" clId="{4C9DB5BA-0887-45C6-925D-A047F4C85098}" dt="2026-06-22T17:14:28.477" v="5123" actId="164"/>
          <ac:grpSpMkLst>
            <pc:docMk/>
            <pc:sldMk cId="3784106106" sldId="276"/>
            <ac:grpSpMk id="64" creationId="{DAD5F9E3-DAB8-A643-DA30-A033613632AB}"/>
          </ac:grpSpMkLst>
        </pc:grpChg>
        <pc:grpChg chg="mod">
          <ac:chgData name="Josep Núñez Riba" userId="de0a42bf-019d-4b6c-9011-8ed265f06a93" providerId="ADAL" clId="{4C9DB5BA-0887-45C6-925D-A047F4C85098}" dt="2026-06-22T17:10:47.163" v="5072"/>
          <ac:grpSpMkLst>
            <pc:docMk/>
            <pc:sldMk cId="3784106106" sldId="276"/>
            <ac:grpSpMk id="65" creationId="{B7CEA8A6-DC8F-F1EF-D9B8-9ABEE6656842}"/>
          </ac:grpSpMkLst>
        </pc:grpChg>
        <pc:grpChg chg="add mod">
          <ac:chgData name="Josep Núñez Riba" userId="de0a42bf-019d-4b6c-9011-8ed265f06a93" providerId="ADAL" clId="{4C9DB5BA-0887-45C6-925D-A047F4C85098}" dt="2026-06-22T17:26:02.318" v="5426" actId="1076"/>
          <ac:grpSpMkLst>
            <pc:docMk/>
            <pc:sldMk cId="3784106106" sldId="276"/>
            <ac:grpSpMk id="86" creationId="{31553771-16AB-8459-AF8F-11096E6318A5}"/>
          </ac:grpSpMkLst>
        </pc:grpChg>
        <pc:grpChg chg="add mod">
          <ac:chgData name="Josep Núñez Riba" userId="de0a42bf-019d-4b6c-9011-8ed265f06a93" providerId="ADAL" clId="{4C9DB5BA-0887-45C6-925D-A047F4C85098}" dt="2026-06-22T17:26:38.739" v="5429"/>
          <ac:grpSpMkLst>
            <pc:docMk/>
            <pc:sldMk cId="3784106106" sldId="276"/>
            <ac:grpSpMk id="87" creationId="{CFD625C8-DA25-0DB1-E092-8E3B17032853}"/>
          </ac:grpSpMkLst>
        </pc:grpChg>
        <pc:picChg chg="add mod ord">
          <ac:chgData name="Josep Núñez Riba" userId="de0a42bf-019d-4b6c-9011-8ed265f06a93" providerId="ADAL" clId="{4C9DB5BA-0887-45C6-925D-A047F4C85098}" dt="2026-06-22T17:26:38.739" v="5429"/>
          <ac:picMkLst>
            <pc:docMk/>
            <pc:sldMk cId="3784106106" sldId="276"/>
            <ac:picMk id="32" creationId="{467A60B5-ADDC-7725-001B-CA4B10B9B2EC}"/>
          </ac:picMkLst>
        </pc:picChg>
        <pc:picChg chg="mod">
          <ac:chgData name="Josep Núñez Riba" userId="de0a42bf-019d-4b6c-9011-8ed265f06a93" providerId="ADAL" clId="{4C9DB5BA-0887-45C6-925D-A047F4C85098}" dt="2026-06-22T17:05:06.248" v="4997" actId="165"/>
          <ac:picMkLst>
            <pc:docMk/>
            <pc:sldMk cId="3784106106" sldId="276"/>
            <ac:picMk id="46" creationId="{B1FE1DF1-49C4-240A-718A-A8401C430698}"/>
          </ac:picMkLst>
        </pc:picChg>
        <pc:picChg chg="mod">
          <ac:chgData name="Josep Núñez Riba" userId="de0a42bf-019d-4b6c-9011-8ed265f06a93" providerId="ADAL" clId="{4C9DB5BA-0887-45C6-925D-A047F4C85098}" dt="2026-06-22T17:05:06.248" v="4997" actId="165"/>
          <ac:picMkLst>
            <pc:docMk/>
            <pc:sldMk cId="3784106106" sldId="276"/>
            <ac:picMk id="55" creationId="{9E8F1FAF-AD9E-2C25-D594-CAF06FA55767}"/>
          </ac:picMkLst>
        </pc:picChg>
        <pc:picChg chg="add mod">
          <ac:chgData name="Josep Núñez Riba" userId="de0a42bf-019d-4b6c-9011-8ed265f06a93" providerId="ADAL" clId="{4C9DB5BA-0887-45C6-925D-A047F4C85098}" dt="2026-06-22T17:14:28.477" v="5123" actId="164"/>
          <ac:picMkLst>
            <pc:docMk/>
            <pc:sldMk cId="3784106106" sldId="276"/>
            <ac:picMk id="85" creationId="{B0BD7129-E341-0F25-1C05-78039458C62D}"/>
          </ac:picMkLst>
        </pc:picChg>
      </pc:sldChg>
      <pc:sldChg chg="addSp delSp modSp mod modNotesTx">
        <pc:chgData name="Josep Núñez Riba" userId="de0a42bf-019d-4b6c-9011-8ed265f06a93" providerId="ADAL" clId="{4C9DB5BA-0887-45C6-925D-A047F4C85098}" dt="2026-06-23T07:10:34.273" v="5930"/>
        <pc:sldMkLst>
          <pc:docMk/>
          <pc:sldMk cId="131106191" sldId="278"/>
        </pc:sldMkLst>
        <pc:spChg chg="mod">
          <ac:chgData name="Josep Núñez Riba" userId="de0a42bf-019d-4b6c-9011-8ed265f06a93" providerId="ADAL" clId="{4C9DB5BA-0887-45C6-925D-A047F4C85098}" dt="2026-06-23T07:10:34.273" v="5930"/>
          <ac:spMkLst>
            <pc:docMk/>
            <pc:sldMk cId="131106191" sldId="278"/>
            <ac:spMk id="2" creationId="{BD8D9D75-E233-1A8E-6AB4-066F8793FFDD}"/>
          </ac:spMkLst>
        </pc:spChg>
        <pc:spChg chg="mod">
          <ac:chgData name="Josep Núñez Riba" userId="de0a42bf-019d-4b6c-9011-8ed265f06a93" providerId="ADAL" clId="{4C9DB5BA-0887-45C6-925D-A047F4C85098}" dt="2026-06-22T17:50:47.312" v="5900" actId="790"/>
          <ac:spMkLst>
            <pc:docMk/>
            <pc:sldMk cId="131106191" sldId="278"/>
            <ac:spMk id="3" creationId="{FF8C49ED-2ECF-8EB6-F173-FEC7F0E9B11F}"/>
          </ac:spMkLst>
        </pc:spChg>
        <pc:spChg chg="mod">
          <ac:chgData name="Josep Núñez Riba" userId="de0a42bf-019d-4b6c-9011-8ed265f06a93" providerId="ADAL" clId="{4C9DB5BA-0887-45C6-925D-A047F4C85098}" dt="2026-06-22T17:50:47.312" v="5900" actId="790"/>
          <ac:spMkLst>
            <pc:docMk/>
            <pc:sldMk cId="131106191" sldId="278"/>
            <ac:spMk id="28" creationId="{EF6360A5-E992-28A1-2A45-C2660B8B5EAD}"/>
          </ac:spMkLst>
        </pc:spChg>
        <pc:spChg chg="mod">
          <ac:chgData name="Josep Núñez Riba" userId="de0a42bf-019d-4b6c-9011-8ed265f06a93" providerId="ADAL" clId="{4C9DB5BA-0887-45C6-925D-A047F4C85098}" dt="2026-06-22T17:50:47.312" v="5900" actId="790"/>
          <ac:spMkLst>
            <pc:docMk/>
            <pc:sldMk cId="131106191" sldId="278"/>
            <ac:spMk id="29" creationId="{AACB0DC9-57C1-A4EF-D9C4-E5D2C8E347D7}"/>
          </ac:spMkLst>
        </pc:spChg>
        <pc:spChg chg="mod">
          <ac:chgData name="Josep Núñez Riba" userId="de0a42bf-019d-4b6c-9011-8ed265f06a93" providerId="ADAL" clId="{4C9DB5BA-0887-45C6-925D-A047F4C85098}" dt="2026-06-22T17:50:47.312" v="5900" actId="790"/>
          <ac:spMkLst>
            <pc:docMk/>
            <pc:sldMk cId="131106191" sldId="278"/>
            <ac:spMk id="30" creationId="{A80B0A14-0A1A-429A-7681-261A44D89E13}"/>
          </ac:spMkLst>
        </pc:spChg>
        <pc:spChg chg="mod">
          <ac:chgData name="Josep Núñez Riba" userId="de0a42bf-019d-4b6c-9011-8ed265f06a93" providerId="ADAL" clId="{4C9DB5BA-0887-45C6-925D-A047F4C85098}" dt="2026-06-22T17:50:47.312" v="5900" actId="790"/>
          <ac:spMkLst>
            <pc:docMk/>
            <pc:sldMk cId="131106191" sldId="278"/>
            <ac:spMk id="354" creationId="{C3CB4CF2-14FF-3FDB-C47C-E79E025E6C0E}"/>
          </ac:spMkLst>
        </pc:spChg>
        <pc:spChg chg="mod">
          <ac:chgData name="Josep Núñez Riba" userId="de0a42bf-019d-4b6c-9011-8ed265f06a93" providerId="ADAL" clId="{4C9DB5BA-0887-45C6-925D-A047F4C85098}" dt="2026-06-22T17:50:47.312" v="5900" actId="790"/>
          <ac:spMkLst>
            <pc:docMk/>
            <pc:sldMk cId="131106191" sldId="278"/>
            <ac:spMk id="355" creationId="{FD780631-9921-FF48-40CA-B729174F9E1A}"/>
          </ac:spMkLst>
        </pc:spChg>
        <pc:spChg chg="mod">
          <ac:chgData name="Josep Núñez Riba" userId="de0a42bf-019d-4b6c-9011-8ed265f06a93" providerId="ADAL" clId="{4C9DB5BA-0887-45C6-925D-A047F4C85098}" dt="2026-06-22T17:50:47.312" v="5900" actId="790"/>
          <ac:spMkLst>
            <pc:docMk/>
            <pc:sldMk cId="131106191" sldId="278"/>
            <ac:spMk id="356" creationId="{D590948E-DAEC-13C2-E6E1-712CE0C66C51}"/>
          </ac:spMkLst>
        </pc:spChg>
        <pc:spChg chg="mod">
          <ac:chgData name="Josep Núñez Riba" userId="de0a42bf-019d-4b6c-9011-8ed265f06a93" providerId="ADAL" clId="{4C9DB5BA-0887-45C6-925D-A047F4C85098}" dt="2026-06-22T17:50:47.312" v="5900" actId="790"/>
          <ac:spMkLst>
            <pc:docMk/>
            <pc:sldMk cId="131106191" sldId="278"/>
            <ac:spMk id="363" creationId="{6D5DC780-8393-353E-B9BF-2B3BF5C0E479}"/>
          </ac:spMkLst>
        </pc:spChg>
        <pc:spChg chg="mod">
          <ac:chgData name="Josep Núñez Riba" userId="de0a42bf-019d-4b6c-9011-8ed265f06a93" providerId="ADAL" clId="{4C9DB5BA-0887-45C6-925D-A047F4C85098}" dt="2026-06-22T17:50:47.312" v="5900" actId="790"/>
          <ac:spMkLst>
            <pc:docMk/>
            <pc:sldMk cId="131106191" sldId="278"/>
            <ac:spMk id="366" creationId="{12C62DC5-931F-FA58-63D4-42B933839DB5}"/>
          </ac:spMkLst>
        </pc:spChg>
        <pc:spChg chg="mod">
          <ac:chgData name="Josep Núñez Riba" userId="de0a42bf-019d-4b6c-9011-8ed265f06a93" providerId="ADAL" clId="{4C9DB5BA-0887-45C6-925D-A047F4C85098}" dt="2026-06-22T07:46:45.348" v="2627" actId="20577"/>
          <ac:spMkLst>
            <pc:docMk/>
            <pc:sldMk cId="131106191" sldId="278"/>
            <ac:spMk id="369" creationId="{20BC45C4-68F8-B2CE-D9DC-564F9464B0CA}"/>
          </ac:spMkLst>
        </pc:spChg>
        <pc:grpChg chg="mod">
          <ac:chgData name="Josep Núñez Riba" userId="de0a42bf-019d-4b6c-9011-8ed265f06a93" providerId="ADAL" clId="{4C9DB5BA-0887-45C6-925D-A047F4C85098}" dt="2026-06-22T17:48:45.967" v="5896" actId="1076"/>
          <ac:grpSpMkLst>
            <pc:docMk/>
            <pc:sldMk cId="131106191" sldId="278"/>
            <ac:grpSpMk id="32" creationId="{B339857D-54F1-62BD-5C3E-1E64ECE14181}"/>
          </ac:grpSpMkLst>
        </pc:grpChg>
        <pc:grpChg chg="add mod">
          <ac:chgData name="Josep Núñez Riba" userId="de0a42bf-019d-4b6c-9011-8ed265f06a93" providerId="ADAL" clId="{4C9DB5BA-0887-45C6-925D-A047F4C85098}" dt="2026-06-22T14:30:32.946" v="4591" actId="164"/>
          <ac:grpSpMkLst>
            <pc:docMk/>
            <pc:sldMk cId="131106191" sldId="278"/>
            <ac:grpSpMk id="382" creationId="{BE625310-5510-5D20-4763-8FF382D8BC6A}"/>
          </ac:grpSpMkLst>
        </pc:grpChg>
        <pc:grpChg chg="add mod">
          <ac:chgData name="Josep Núñez Riba" userId="de0a42bf-019d-4b6c-9011-8ed265f06a93" providerId="ADAL" clId="{4C9DB5BA-0887-45C6-925D-A047F4C85098}" dt="2026-06-22T14:56:08.358" v="4611" actId="164"/>
          <ac:grpSpMkLst>
            <pc:docMk/>
            <pc:sldMk cId="131106191" sldId="278"/>
            <ac:grpSpMk id="383" creationId="{94CF042A-F0BA-E471-4F2E-6CC569378960}"/>
          </ac:grpSpMkLst>
        </pc:grpChg>
        <pc:grpChg chg="add mod">
          <ac:chgData name="Josep Núñez Riba" userId="de0a42bf-019d-4b6c-9011-8ed265f06a93" providerId="ADAL" clId="{4C9DB5BA-0887-45C6-925D-A047F4C85098}" dt="2026-06-22T17:48:32.053" v="5895" actId="1076"/>
          <ac:grpSpMkLst>
            <pc:docMk/>
            <pc:sldMk cId="131106191" sldId="278"/>
            <ac:grpSpMk id="389" creationId="{6248B1A6-EB0F-689D-C944-E43C72DC1DE1}"/>
          </ac:grpSpMkLst>
        </pc:grpChg>
        <pc:picChg chg="add mod topLvl modCrop">
          <ac:chgData name="Josep Núñez Riba" userId="de0a42bf-019d-4b6c-9011-8ed265f06a93" providerId="ADAL" clId="{4C9DB5BA-0887-45C6-925D-A047F4C85098}" dt="2026-06-22T17:48:25.598" v="5894" actId="1076"/>
          <ac:picMkLst>
            <pc:docMk/>
            <pc:sldMk cId="131106191" sldId="278"/>
            <ac:picMk id="376" creationId="{467408EE-C002-6ADD-DA67-966BA874CAAD}"/>
          </ac:picMkLst>
        </pc:picChg>
        <pc:picChg chg="add mod modCrop">
          <ac:chgData name="Josep Núñez Riba" userId="de0a42bf-019d-4b6c-9011-8ed265f06a93" providerId="ADAL" clId="{4C9DB5BA-0887-45C6-925D-A047F4C85098}" dt="2026-06-22T14:56:08.358" v="4611" actId="164"/>
          <ac:picMkLst>
            <pc:docMk/>
            <pc:sldMk cId="131106191" sldId="278"/>
            <ac:picMk id="377" creationId="{ADA7360E-D84B-F6AB-AB75-F7057B86D639}"/>
          </ac:picMkLst>
        </pc:picChg>
        <pc:picChg chg="add mod modCrop">
          <ac:chgData name="Josep Núñez Riba" userId="de0a42bf-019d-4b6c-9011-8ed265f06a93" providerId="ADAL" clId="{4C9DB5BA-0887-45C6-925D-A047F4C85098}" dt="2026-06-22T14:56:08.358" v="4611" actId="164"/>
          <ac:picMkLst>
            <pc:docMk/>
            <pc:sldMk cId="131106191" sldId="278"/>
            <ac:picMk id="378" creationId="{5BE71F70-DB31-DE01-DE4B-A7F60395CD14}"/>
          </ac:picMkLst>
        </pc:picChg>
        <pc:picChg chg="add mod topLvl modCrop">
          <ac:chgData name="Josep Núñez Riba" userId="de0a42bf-019d-4b6c-9011-8ed265f06a93" providerId="ADAL" clId="{4C9DB5BA-0887-45C6-925D-A047F4C85098}" dt="2026-06-22T17:48:25.598" v="5894" actId="1076"/>
          <ac:picMkLst>
            <pc:docMk/>
            <pc:sldMk cId="131106191" sldId="278"/>
            <ac:picMk id="379" creationId="{760843B0-3D55-4BF2-FAD1-039603BBE487}"/>
          </ac:picMkLst>
        </pc:picChg>
        <pc:picChg chg="add mod modCrop">
          <ac:chgData name="Josep Núñez Riba" userId="de0a42bf-019d-4b6c-9011-8ed265f06a93" providerId="ADAL" clId="{4C9DB5BA-0887-45C6-925D-A047F4C85098}" dt="2026-06-22T17:48:25.598" v="5894" actId="1076"/>
          <ac:picMkLst>
            <pc:docMk/>
            <pc:sldMk cId="131106191" sldId="278"/>
            <ac:picMk id="381" creationId="{C22DEED0-8F29-9F4D-5FFB-FEC22F98C941}"/>
          </ac:picMkLst>
        </pc:picChg>
        <pc:cxnChg chg="mod">
          <ac:chgData name="Josep Núñez Riba" userId="de0a42bf-019d-4b6c-9011-8ed265f06a93" providerId="ADAL" clId="{4C9DB5BA-0887-45C6-925D-A047F4C85098}" dt="2026-06-19T11:59:28.351" v="2086" actId="14100"/>
          <ac:cxnSpMkLst>
            <pc:docMk/>
            <pc:sldMk cId="131106191" sldId="278"/>
            <ac:cxnSpMk id="362" creationId="{23DF205C-DFF3-9398-65CB-FFE486C9E614}"/>
          </ac:cxnSpMkLst>
        </pc:cxnChg>
        <pc:cxnChg chg="add mod">
          <ac:chgData name="Josep Núñez Riba" userId="de0a42bf-019d-4b6c-9011-8ed265f06a93" providerId="ADAL" clId="{4C9DB5BA-0887-45C6-925D-A047F4C85098}" dt="2026-06-22T14:56:08.358" v="4611" actId="164"/>
          <ac:cxnSpMkLst>
            <pc:docMk/>
            <pc:sldMk cId="131106191" sldId="278"/>
            <ac:cxnSpMk id="384" creationId="{64DF0B85-8C2E-7249-6530-573D6517A6A4}"/>
          </ac:cxnSpMkLst>
        </pc:cxnChg>
        <pc:cxnChg chg="add mod">
          <ac:chgData name="Josep Núñez Riba" userId="de0a42bf-019d-4b6c-9011-8ed265f06a93" providerId="ADAL" clId="{4C9DB5BA-0887-45C6-925D-A047F4C85098}" dt="2026-06-22T14:56:08.358" v="4611" actId="164"/>
          <ac:cxnSpMkLst>
            <pc:docMk/>
            <pc:sldMk cId="131106191" sldId="278"/>
            <ac:cxnSpMk id="386" creationId="{98F9F68B-8A36-00F4-572A-66503469E965}"/>
          </ac:cxnSpMkLst>
        </pc:cxnChg>
      </pc:sldChg>
      <pc:sldChg chg="addSp delSp modSp mod">
        <pc:chgData name="Josep Núñez Riba" userId="de0a42bf-019d-4b6c-9011-8ed265f06a93" providerId="ADAL" clId="{4C9DB5BA-0887-45C6-925D-A047F4C85098}" dt="2026-06-23T07:12:02.794" v="5938" actId="20577"/>
        <pc:sldMkLst>
          <pc:docMk/>
          <pc:sldMk cId="1369669545" sldId="280"/>
        </pc:sldMkLst>
        <pc:spChg chg="mod">
          <ac:chgData name="Josep Núñez Riba" userId="de0a42bf-019d-4b6c-9011-8ed265f06a93" providerId="ADAL" clId="{4C9DB5BA-0887-45C6-925D-A047F4C85098}" dt="2026-06-22T17:51:56.664" v="5913" actId="1076"/>
          <ac:spMkLst>
            <pc:docMk/>
            <pc:sldMk cId="1369669545" sldId="280"/>
            <ac:spMk id="2" creationId="{F18F7EC2-D8F0-F9A8-56E1-97DB3C7F2C15}"/>
          </ac:spMkLst>
        </pc:spChg>
        <pc:spChg chg="mod">
          <ac:chgData name="Josep Núñez Riba" userId="de0a42bf-019d-4b6c-9011-8ed265f06a93" providerId="ADAL" clId="{4C9DB5BA-0887-45C6-925D-A047F4C85098}" dt="2026-06-22T17:51:28.462" v="5906" actId="1076"/>
          <ac:spMkLst>
            <pc:docMk/>
            <pc:sldMk cId="1369669545" sldId="280"/>
            <ac:spMk id="3" creationId="{2C0EEA6E-C992-80A6-B3AF-1259C4778C42}"/>
          </ac:spMkLst>
        </pc:spChg>
        <pc:spChg chg="mod">
          <ac:chgData name="Josep Núñez Riba" userId="de0a42bf-019d-4b6c-9011-8ed265f06a93" providerId="ADAL" clId="{4C9DB5BA-0887-45C6-925D-A047F4C85098}" dt="2026-06-22T17:51:28.462" v="5906" actId="1076"/>
          <ac:spMkLst>
            <pc:docMk/>
            <pc:sldMk cId="1369669545" sldId="280"/>
            <ac:spMk id="4" creationId="{FCD53D6F-AF32-4D80-E48F-5A8D0312E2C9}"/>
          </ac:spMkLst>
        </pc:spChg>
        <pc:spChg chg="mod">
          <ac:chgData name="Josep Núñez Riba" userId="de0a42bf-019d-4b6c-9011-8ed265f06a93" providerId="ADAL" clId="{4C9DB5BA-0887-45C6-925D-A047F4C85098}" dt="2026-06-22T17:51:58.792" v="5914" actId="1076"/>
          <ac:spMkLst>
            <pc:docMk/>
            <pc:sldMk cId="1369669545" sldId="280"/>
            <ac:spMk id="6" creationId="{4F69033E-1027-7DC0-C8FB-848861A41711}"/>
          </ac:spMkLst>
        </pc:spChg>
        <pc:spChg chg="mod">
          <ac:chgData name="Josep Núñez Riba" userId="de0a42bf-019d-4b6c-9011-8ed265f06a93" providerId="ADAL" clId="{4C9DB5BA-0887-45C6-925D-A047F4C85098}" dt="2026-06-23T07:12:02.794" v="5938" actId="20577"/>
          <ac:spMkLst>
            <pc:docMk/>
            <pc:sldMk cId="1369669545" sldId="280"/>
            <ac:spMk id="8" creationId="{BE99690A-EE0E-C675-2E21-DC550BECDB48}"/>
          </ac:spMkLst>
        </pc:spChg>
        <pc:spChg chg="mod">
          <ac:chgData name="Josep Núñez Riba" userId="de0a42bf-019d-4b6c-9011-8ed265f06a93" providerId="ADAL" clId="{4C9DB5BA-0887-45C6-925D-A047F4C85098}" dt="2026-06-22T17:51:14.354" v="5903" actId="20577"/>
          <ac:spMkLst>
            <pc:docMk/>
            <pc:sldMk cId="1369669545" sldId="280"/>
            <ac:spMk id="11" creationId="{75C20406-0615-698E-4785-DCD442D77D59}"/>
          </ac:spMkLst>
        </pc:spChg>
        <pc:spChg chg="mod">
          <ac:chgData name="Josep Núñez Riba" userId="de0a42bf-019d-4b6c-9011-8ed265f06a93" providerId="ADAL" clId="{4C9DB5BA-0887-45C6-925D-A047F4C85098}" dt="2026-06-22T17:51:24.152" v="5905" actId="1076"/>
          <ac:spMkLst>
            <pc:docMk/>
            <pc:sldMk cId="1369669545" sldId="280"/>
            <ac:spMk id="13" creationId="{65F7DF3F-C532-7FFF-B927-9BC2B2C67B1E}"/>
          </ac:spMkLst>
        </pc:spChg>
        <pc:spChg chg="mod">
          <ac:chgData name="Josep Núñez Riba" userId="de0a42bf-019d-4b6c-9011-8ed265f06a93" providerId="ADAL" clId="{4C9DB5BA-0887-45C6-925D-A047F4C85098}" dt="2026-06-22T17:51:20.886" v="5904" actId="1076"/>
          <ac:spMkLst>
            <pc:docMk/>
            <pc:sldMk cId="1369669545" sldId="280"/>
            <ac:spMk id="15" creationId="{28571E42-11FE-3F86-8A44-9C04CB969044}"/>
          </ac:spMkLst>
        </pc:spChg>
        <pc:spChg chg="mod topLvl">
          <ac:chgData name="Josep Núñez Riba" userId="de0a42bf-019d-4b6c-9011-8ed265f06a93" providerId="ADAL" clId="{4C9DB5BA-0887-45C6-925D-A047F4C85098}" dt="2026-06-22T17:51:28.462" v="5906" actId="1076"/>
          <ac:spMkLst>
            <pc:docMk/>
            <pc:sldMk cId="1369669545" sldId="280"/>
            <ac:spMk id="16" creationId="{D9CE66E7-4A49-A3FA-FFDF-CF4940D23087}"/>
          </ac:spMkLst>
        </pc:spChg>
        <pc:spChg chg="mod">
          <ac:chgData name="Josep Núñez Riba" userId="de0a42bf-019d-4b6c-9011-8ed265f06a93" providerId="ADAL" clId="{4C9DB5BA-0887-45C6-925D-A047F4C85098}" dt="2026-06-22T17:51:56.664" v="5913" actId="1076"/>
          <ac:spMkLst>
            <pc:docMk/>
            <pc:sldMk cId="1369669545" sldId="280"/>
            <ac:spMk id="17" creationId="{00EC7207-9EB6-2B45-56F6-F90A9827897E}"/>
          </ac:spMkLst>
        </pc:spChg>
        <pc:spChg chg="mod topLvl">
          <ac:chgData name="Josep Núñez Riba" userId="de0a42bf-019d-4b6c-9011-8ed265f06a93" providerId="ADAL" clId="{4C9DB5BA-0887-45C6-925D-A047F4C85098}" dt="2026-06-22T17:51:28.462" v="5906" actId="1076"/>
          <ac:spMkLst>
            <pc:docMk/>
            <pc:sldMk cId="1369669545" sldId="280"/>
            <ac:spMk id="18" creationId="{D1B2B305-A99C-A4D1-6156-22CE56E371AA}"/>
          </ac:spMkLst>
        </pc:spChg>
        <pc:spChg chg="mod topLvl">
          <ac:chgData name="Josep Núñez Riba" userId="de0a42bf-019d-4b6c-9011-8ed265f06a93" providerId="ADAL" clId="{4C9DB5BA-0887-45C6-925D-A047F4C85098}" dt="2026-06-22T17:51:28.462" v="5906" actId="1076"/>
          <ac:spMkLst>
            <pc:docMk/>
            <pc:sldMk cId="1369669545" sldId="280"/>
            <ac:spMk id="19" creationId="{B362F889-3DEF-B573-F7C6-DB72652AD19A}"/>
          </ac:spMkLst>
        </pc:spChg>
        <pc:spChg chg="mod topLvl">
          <ac:chgData name="Josep Núñez Riba" userId="de0a42bf-019d-4b6c-9011-8ed265f06a93" providerId="ADAL" clId="{4C9DB5BA-0887-45C6-925D-A047F4C85098}" dt="2026-06-22T17:51:28.462" v="5906" actId="1076"/>
          <ac:spMkLst>
            <pc:docMk/>
            <pc:sldMk cId="1369669545" sldId="280"/>
            <ac:spMk id="22" creationId="{83463FE7-A179-53AE-4130-731FA4219AC5}"/>
          </ac:spMkLst>
        </pc:spChg>
        <pc:spChg chg="mod">
          <ac:chgData name="Josep Núñez Riba" userId="de0a42bf-019d-4b6c-9011-8ed265f06a93" providerId="ADAL" clId="{4C9DB5BA-0887-45C6-925D-A047F4C85098}" dt="2026-06-22T17:51:20.886" v="5904" actId="1076"/>
          <ac:spMkLst>
            <pc:docMk/>
            <pc:sldMk cId="1369669545" sldId="280"/>
            <ac:spMk id="23" creationId="{00119DEA-E14C-D3C7-B705-FFE6B1769220}"/>
          </ac:spMkLst>
        </pc:spChg>
        <pc:spChg chg="mod">
          <ac:chgData name="Josep Núñez Riba" userId="de0a42bf-019d-4b6c-9011-8ed265f06a93" providerId="ADAL" clId="{4C9DB5BA-0887-45C6-925D-A047F4C85098}" dt="2026-06-22T17:51:28.462" v="5906" actId="1076"/>
          <ac:spMkLst>
            <pc:docMk/>
            <pc:sldMk cId="1369669545" sldId="280"/>
            <ac:spMk id="27" creationId="{6A7AF3FD-99C5-1197-D61C-C492477E0AFC}"/>
          </ac:spMkLst>
        </pc:spChg>
        <pc:spChg chg="mod">
          <ac:chgData name="Josep Núñez Riba" userId="de0a42bf-019d-4b6c-9011-8ed265f06a93" providerId="ADAL" clId="{4C9DB5BA-0887-45C6-925D-A047F4C85098}" dt="2026-06-22T17:51:34.192" v="5909" actId="1076"/>
          <ac:spMkLst>
            <pc:docMk/>
            <pc:sldMk cId="1369669545" sldId="280"/>
            <ac:spMk id="29" creationId="{C59B162D-1F62-4147-CEE9-5F326F135F9B}"/>
          </ac:spMkLst>
        </pc:spChg>
        <pc:spChg chg="mod">
          <ac:chgData name="Josep Núñez Riba" userId="de0a42bf-019d-4b6c-9011-8ed265f06a93" providerId="ADAL" clId="{4C9DB5BA-0887-45C6-925D-A047F4C85098}" dt="2026-06-22T17:50:47.312" v="5900" actId="790"/>
          <ac:spMkLst>
            <pc:docMk/>
            <pc:sldMk cId="1369669545" sldId="280"/>
            <ac:spMk id="30" creationId="{9754AE75-6623-D7E0-11AC-89387B9DBEB1}"/>
          </ac:spMkLst>
        </pc:spChg>
        <pc:spChg chg="mod topLvl">
          <ac:chgData name="Josep Núñez Riba" userId="de0a42bf-019d-4b6c-9011-8ed265f06a93" providerId="ADAL" clId="{4C9DB5BA-0887-45C6-925D-A047F4C85098}" dt="2026-06-22T17:51:28.462" v="5906" actId="1076"/>
          <ac:spMkLst>
            <pc:docMk/>
            <pc:sldMk cId="1369669545" sldId="280"/>
            <ac:spMk id="32" creationId="{2A8B5ADA-9B11-5CDC-BDD5-305B0718AB5E}"/>
          </ac:spMkLst>
        </pc:spChg>
        <pc:spChg chg="mod">
          <ac:chgData name="Josep Núñez Riba" userId="de0a42bf-019d-4b6c-9011-8ed265f06a93" providerId="ADAL" clId="{4C9DB5BA-0887-45C6-925D-A047F4C85098}" dt="2026-06-22T17:50:47.312" v="5900" actId="790"/>
          <ac:spMkLst>
            <pc:docMk/>
            <pc:sldMk cId="1369669545" sldId="280"/>
            <ac:spMk id="34" creationId="{66ADF4C5-6C9D-7485-A501-F88C2FA07014}"/>
          </ac:spMkLst>
        </pc:spChg>
        <pc:spChg chg="mod topLvl">
          <ac:chgData name="Josep Núñez Riba" userId="de0a42bf-019d-4b6c-9011-8ed265f06a93" providerId="ADAL" clId="{4C9DB5BA-0887-45C6-925D-A047F4C85098}" dt="2026-06-22T17:51:28.462" v="5906" actId="1076"/>
          <ac:spMkLst>
            <pc:docMk/>
            <pc:sldMk cId="1369669545" sldId="280"/>
            <ac:spMk id="38" creationId="{95575519-5B40-3A0F-1AD8-55CC2BFDF3BE}"/>
          </ac:spMkLst>
        </pc:spChg>
        <pc:grpChg chg="add mod">
          <ac:chgData name="Josep Núñez Riba" userId="de0a42bf-019d-4b6c-9011-8ed265f06a93" providerId="ADAL" clId="{4C9DB5BA-0887-45C6-925D-A047F4C85098}" dt="2026-06-19T13:03:07.391" v="2282" actId="1076"/>
          <ac:grpSpMkLst>
            <pc:docMk/>
            <pc:sldMk cId="1369669545" sldId="280"/>
            <ac:grpSpMk id="55" creationId="{101582D3-CB5C-BFDA-BABB-5109965C8B30}"/>
          </ac:grpSpMkLst>
        </pc:grpChg>
        <pc:grpChg chg="mod">
          <ac:chgData name="Josep Núñez Riba" userId="de0a42bf-019d-4b6c-9011-8ed265f06a93" providerId="ADAL" clId="{4C9DB5BA-0887-45C6-925D-A047F4C85098}" dt="2026-06-22T17:51:20.886" v="5904" actId="1076"/>
          <ac:grpSpMkLst>
            <pc:docMk/>
            <pc:sldMk cId="1369669545" sldId="280"/>
            <ac:grpSpMk id="2104" creationId="{3723F5EF-0E07-8DBD-6C21-CFD8AF12AB5F}"/>
          </ac:grpSpMkLst>
        </pc:grpChg>
        <pc:graphicFrameChg chg="add mod modGraphic">
          <ac:chgData name="Josep Núñez Riba" userId="de0a42bf-019d-4b6c-9011-8ed265f06a93" providerId="ADAL" clId="{4C9DB5BA-0887-45C6-925D-A047F4C85098}" dt="2026-06-19T13:01:19.742" v="2254" actId="20577"/>
          <ac:graphicFrameMkLst>
            <pc:docMk/>
            <pc:sldMk cId="1369669545" sldId="280"/>
            <ac:graphicFrameMk id="35" creationId="{9D4823BE-0452-A93A-F331-71E7DF10A1B9}"/>
          </ac:graphicFrameMkLst>
        </pc:graphicFrameChg>
        <pc:graphicFrameChg chg="add mod modGraphic">
          <ac:chgData name="Josep Núñez Riba" userId="de0a42bf-019d-4b6c-9011-8ed265f06a93" providerId="ADAL" clId="{4C9DB5BA-0887-45C6-925D-A047F4C85098}" dt="2026-06-19T13:03:11.538" v="2283" actId="1076"/>
          <ac:graphicFrameMkLst>
            <pc:docMk/>
            <pc:sldMk cId="1369669545" sldId="280"/>
            <ac:graphicFrameMk id="37" creationId="{6436564A-28F8-E75A-7AB3-E64639C88F02}"/>
          </ac:graphicFrameMkLst>
        </pc:graphicFrameChg>
        <pc:picChg chg="add del mod topLvl">
          <ac:chgData name="Josep Núñez Riba" userId="de0a42bf-019d-4b6c-9011-8ed265f06a93" providerId="ADAL" clId="{4C9DB5BA-0887-45C6-925D-A047F4C85098}" dt="2026-06-19T13:07:45.450" v="2289" actId="12789"/>
          <ac:picMkLst>
            <pc:docMk/>
            <pc:sldMk cId="1369669545" sldId="280"/>
            <ac:picMk id="10" creationId="{3E083245-4ADB-3288-B5E8-9F1202B40C88}"/>
          </ac:picMkLst>
        </pc:picChg>
        <pc:picChg chg="mod topLvl">
          <ac:chgData name="Josep Núñez Riba" userId="de0a42bf-019d-4b6c-9011-8ed265f06a93" providerId="ADAL" clId="{4C9DB5BA-0887-45C6-925D-A047F4C85098}" dt="2026-06-19T13:07:34.447" v="2286" actId="408"/>
          <ac:picMkLst>
            <pc:docMk/>
            <pc:sldMk cId="1369669545" sldId="280"/>
            <ac:picMk id="14" creationId="{CBED592F-1772-711B-65ED-8C659DD36627}"/>
          </ac:picMkLst>
        </pc:picChg>
        <pc:picChg chg="mod topLvl">
          <ac:chgData name="Josep Núñez Riba" userId="de0a42bf-019d-4b6c-9011-8ed265f06a93" providerId="ADAL" clId="{4C9DB5BA-0887-45C6-925D-A047F4C85098}" dt="2026-06-19T13:07:49.920" v="2291" actId="1076"/>
          <ac:picMkLst>
            <pc:docMk/>
            <pc:sldMk cId="1369669545" sldId="280"/>
            <ac:picMk id="20" creationId="{818A184D-F04B-7221-7BD9-9B6693E8D626}"/>
          </ac:picMkLst>
        </pc:picChg>
        <pc:picChg chg="mod topLvl">
          <ac:chgData name="Josep Núñez Riba" userId="de0a42bf-019d-4b6c-9011-8ed265f06a93" providerId="ADAL" clId="{4C9DB5BA-0887-45C6-925D-A047F4C85098}" dt="2026-06-19T13:07:49.920" v="2291" actId="1076"/>
          <ac:picMkLst>
            <pc:docMk/>
            <pc:sldMk cId="1369669545" sldId="280"/>
            <ac:picMk id="21" creationId="{EBA6F3B8-CBD2-0022-BDC5-D83247264986}"/>
          </ac:picMkLst>
        </pc:picChg>
        <pc:picChg chg="mod">
          <ac:chgData name="Josep Núñez Riba" userId="de0a42bf-019d-4b6c-9011-8ed265f06a93" providerId="ADAL" clId="{4C9DB5BA-0887-45C6-925D-A047F4C85098}" dt="2026-06-22T17:51:28.462" v="5906" actId="1076"/>
          <ac:picMkLst>
            <pc:docMk/>
            <pc:sldMk cId="1369669545" sldId="280"/>
            <ac:picMk id="42" creationId="{AB6C2CD0-ED4B-F994-5A85-05BD6F72D04B}"/>
          </ac:picMkLst>
        </pc:picChg>
        <pc:picChg chg="mod">
          <ac:chgData name="Josep Núñez Riba" userId="de0a42bf-019d-4b6c-9011-8ed265f06a93" providerId="ADAL" clId="{4C9DB5BA-0887-45C6-925D-A047F4C85098}" dt="2026-06-19T13:07:34.447" v="2286" actId="408"/>
          <ac:picMkLst>
            <pc:docMk/>
            <pc:sldMk cId="1369669545" sldId="280"/>
            <ac:picMk id="1028" creationId="{768D1001-A557-73D5-F43C-D3A0F1D30482}"/>
          </ac:picMkLst>
        </pc:picChg>
        <pc:picChg chg="mod">
          <ac:chgData name="Josep Núñez Riba" userId="de0a42bf-019d-4b6c-9011-8ed265f06a93" providerId="ADAL" clId="{4C9DB5BA-0887-45C6-925D-A047F4C85098}" dt="2026-06-19T13:07:34.447" v="2286" actId="408"/>
          <ac:picMkLst>
            <pc:docMk/>
            <pc:sldMk cId="1369669545" sldId="280"/>
            <ac:picMk id="1030" creationId="{5698CB2B-B94D-9C47-F256-85D98DAD39A9}"/>
          </ac:picMkLst>
        </pc:picChg>
        <pc:picChg chg="mod topLvl">
          <ac:chgData name="Josep Núñez Riba" userId="de0a42bf-019d-4b6c-9011-8ed265f06a93" providerId="ADAL" clId="{4C9DB5BA-0887-45C6-925D-A047F4C85098}" dt="2026-06-19T13:07:45.450" v="2289" actId="12789"/>
          <ac:picMkLst>
            <pc:docMk/>
            <pc:sldMk cId="1369669545" sldId="280"/>
            <ac:picMk id="2054" creationId="{1F8C1B81-5B39-F615-3780-2C26D75327E5}"/>
          </ac:picMkLst>
        </pc:picChg>
        <pc:picChg chg="mod topLvl">
          <ac:chgData name="Josep Núñez Riba" userId="de0a42bf-019d-4b6c-9011-8ed265f06a93" providerId="ADAL" clId="{4C9DB5BA-0887-45C6-925D-A047F4C85098}" dt="2026-06-19T13:07:45.450" v="2289" actId="12789"/>
          <ac:picMkLst>
            <pc:docMk/>
            <pc:sldMk cId="1369669545" sldId="280"/>
            <ac:picMk id="2056" creationId="{859C2476-21B8-D995-480C-0A0B36F67380}"/>
          </ac:picMkLst>
        </pc:picChg>
        <pc:picChg chg="mod topLvl">
          <ac:chgData name="Josep Núñez Riba" userId="de0a42bf-019d-4b6c-9011-8ed265f06a93" providerId="ADAL" clId="{4C9DB5BA-0887-45C6-925D-A047F4C85098}" dt="2026-06-19T13:07:49.920" v="2291" actId="1076"/>
          <ac:picMkLst>
            <pc:docMk/>
            <pc:sldMk cId="1369669545" sldId="280"/>
            <ac:picMk id="2062" creationId="{5742115B-CF58-D5C8-96C5-7B96C6AF065E}"/>
          </ac:picMkLst>
        </pc:picChg>
      </pc:sldChg>
      <pc:sldChg chg="addSp delSp modSp add mod">
        <pc:chgData name="Josep Núñez Riba" userId="de0a42bf-019d-4b6c-9011-8ed265f06a93" providerId="ADAL" clId="{4C9DB5BA-0887-45C6-925D-A047F4C85098}" dt="2026-06-22T17:50:47.312" v="5900" actId="790"/>
        <pc:sldMkLst>
          <pc:docMk/>
          <pc:sldMk cId="4291283704" sldId="281"/>
        </pc:sldMkLst>
        <pc:spChg chg="mod">
          <ac:chgData name="Josep Núñez Riba" userId="de0a42bf-019d-4b6c-9011-8ed265f06a93" providerId="ADAL" clId="{4C9DB5BA-0887-45C6-925D-A047F4C85098}" dt="2026-06-22T17:50:47.312" v="5900" actId="790"/>
          <ac:spMkLst>
            <pc:docMk/>
            <pc:sldMk cId="4291283704" sldId="281"/>
            <ac:spMk id="2" creationId="{9E6ADCF6-C2D1-5B5B-6A49-4DCD5630C73F}"/>
          </ac:spMkLst>
        </pc:spChg>
        <pc:spChg chg="mod">
          <ac:chgData name="Josep Núñez Riba" userId="de0a42bf-019d-4b6c-9011-8ed265f06a93" providerId="ADAL" clId="{4C9DB5BA-0887-45C6-925D-A047F4C85098}" dt="2026-06-22T17:50:47.312" v="5900" actId="790"/>
          <ac:spMkLst>
            <pc:docMk/>
            <pc:sldMk cId="4291283704" sldId="281"/>
            <ac:spMk id="3" creationId="{DC084293-5D4B-49F2-995A-67FA753BB3C9}"/>
          </ac:spMkLst>
        </pc:spChg>
        <pc:spChg chg="mod topLvl">
          <ac:chgData name="Josep Núñez Riba" userId="de0a42bf-019d-4b6c-9011-8ed265f06a93" providerId="ADAL" clId="{4C9DB5BA-0887-45C6-925D-A047F4C85098}" dt="2026-06-22T17:32:19.483" v="5510" actId="478"/>
          <ac:spMkLst>
            <pc:docMk/>
            <pc:sldMk cId="4291283704" sldId="281"/>
            <ac:spMk id="14" creationId="{6BBD0CDD-E990-DE60-60EC-430532646091}"/>
          </ac:spMkLst>
        </pc:spChg>
        <pc:spChg chg="add mod">
          <ac:chgData name="Josep Núñez Riba" userId="de0a42bf-019d-4b6c-9011-8ed265f06a93" providerId="ADAL" clId="{4C9DB5BA-0887-45C6-925D-A047F4C85098}" dt="2026-06-22T17:50:47.312" v="5900" actId="790"/>
          <ac:spMkLst>
            <pc:docMk/>
            <pc:sldMk cId="4291283704" sldId="281"/>
            <ac:spMk id="16" creationId="{F5F71A9C-E7DC-940E-32C9-F5FCDDC6CC8F}"/>
          </ac:spMkLst>
        </pc:spChg>
        <pc:spChg chg="add mod">
          <ac:chgData name="Josep Núñez Riba" userId="de0a42bf-019d-4b6c-9011-8ed265f06a93" providerId="ADAL" clId="{4C9DB5BA-0887-45C6-925D-A047F4C85098}" dt="2026-06-22T17:38:58.035" v="5734" actId="14100"/>
          <ac:spMkLst>
            <pc:docMk/>
            <pc:sldMk cId="4291283704" sldId="281"/>
            <ac:spMk id="17" creationId="{4648C61A-3FB4-F4A7-C71B-2AA900B05089}"/>
          </ac:spMkLst>
        </pc:spChg>
        <pc:spChg chg="add mod">
          <ac:chgData name="Josep Núñez Riba" userId="de0a42bf-019d-4b6c-9011-8ed265f06a93" providerId="ADAL" clId="{4C9DB5BA-0887-45C6-925D-A047F4C85098}" dt="2026-06-22T17:40:30.045" v="5757" actId="465"/>
          <ac:spMkLst>
            <pc:docMk/>
            <pc:sldMk cId="4291283704" sldId="281"/>
            <ac:spMk id="18" creationId="{E70F3FFA-6BB8-278D-FAFA-F69FAB378B8F}"/>
          </ac:spMkLst>
        </pc:spChg>
        <pc:spChg chg="add mod">
          <ac:chgData name="Josep Núñez Riba" userId="de0a42bf-019d-4b6c-9011-8ed265f06a93" providerId="ADAL" clId="{4C9DB5BA-0887-45C6-925D-A047F4C85098}" dt="2026-06-22T17:50:47.312" v="5900" actId="790"/>
          <ac:spMkLst>
            <pc:docMk/>
            <pc:sldMk cId="4291283704" sldId="281"/>
            <ac:spMk id="25" creationId="{E43A3BD3-24CB-3FA3-6C8E-44B12F428AC5}"/>
          </ac:spMkLst>
        </pc:spChg>
        <pc:spChg chg="add mod">
          <ac:chgData name="Josep Núñez Riba" userId="de0a42bf-019d-4b6c-9011-8ed265f06a93" providerId="ADAL" clId="{4C9DB5BA-0887-45C6-925D-A047F4C85098}" dt="2026-06-22T17:38:58.035" v="5734" actId="14100"/>
          <ac:spMkLst>
            <pc:docMk/>
            <pc:sldMk cId="4291283704" sldId="281"/>
            <ac:spMk id="26" creationId="{486DF430-5C7E-C90F-BD83-92843CEA1197}"/>
          </ac:spMkLst>
        </pc:spChg>
        <pc:spChg chg="add mod">
          <ac:chgData name="Josep Núñez Riba" userId="de0a42bf-019d-4b6c-9011-8ed265f06a93" providerId="ADAL" clId="{4C9DB5BA-0887-45C6-925D-A047F4C85098}" dt="2026-06-22T17:38:58.035" v="5734" actId="14100"/>
          <ac:spMkLst>
            <pc:docMk/>
            <pc:sldMk cId="4291283704" sldId="281"/>
            <ac:spMk id="29" creationId="{DC522D63-7A34-77F3-560E-78B0F23AE65E}"/>
          </ac:spMkLst>
        </pc:spChg>
        <pc:spChg chg="add mod">
          <ac:chgData name="Josep Núñez Riba" userId="de0a42bf-019d-4b6c-9011-8ed265f06a93" providerId="ADAL" clId="{4C9DB5BA-0887-45C6-925D-A047F4C85098}" dt="2026-06-22T17:50:47.312" v="5900" actId="790"/>
          <ac:spMkLst>
            <pc:docMk/>
            <pc:sldMk cId="4291283704" sldId="281"/>
            <ac:spMk id="30" creationId="{B7CF2299-6794-CEB7-B130-892F4E1DDA81}"/>
          </ac:spMkLst>
        </pc:spChg>
        <pc:spChg chg="add mod ord">
          <ac:chgData name="Josep Núñez Riba" userId="de0a42bf-019d-4b6c-9011-8ed265f06a93" providerId="ADAL" clId="{4C9DB5BA-0887-45C6-925D-A047F4C85098}" dt="2026-06-22T17:45:18.039" v="5849" actId="166"/>
          <ac:spMkLst>
            <pc:docMk/>
            <pc:sldMk cId="4291283704" sldId="281"/>
            <ac:spMk id="31" creationId="{B2381C6C-D62A-2CCE-A48B-0D9E710192D2}"/>
          </ac:spMkLst>
        </pc:spChg>
        <pc:spChg chg="add mod ord">
          <ac:chgData name="Josep Núñez Riba" userId="de0a42bf-019d-4b6c-9011-8ed265f06a93" providerId="ADAL" clId="{4C9DB5BA-0887-45C6-925D-A047F4C85098}" dt="2026-06-22T17:50:47.312" v="5900" actId="790"/>
          <ac:spMkLst>
            <pc:docMk/>
            <pc:sldMk cId="4291283704" sldId="281"/>
            <ac:spMk id="32" creationId="{0E111182-6CDB-8C84-1C8A-1A8DBCAE822D}"/>
          </ac:spMkLst>
        </pc:spChg>
        <pc:spChg chg="add mod ord">
          <ac:chgData name="Josep Núñez Riba" userId="de0a42bf-019d-4b6c-9011-8ed265f06a93" providerId="ADAL" clId="{4C9DB5BA-0887-45C6-925D-A047F4C85098}" dt="2026-06-22T17:50:47.312" v="5900" actId="790"/>
          <ac:spMkLst>
            <pc:docMk/>
            <pc:sldMk cId="4291283704" sldId="281"/>
            <ac:spMk id="33" creationId="{8C564B89-887A-A8AE-FCF9-76CFE6753FE3}"/>
          </ac:spMkLst>
        </pc:spChg>
        <pc:spChg chg="add mod ord">
          <ac:chgData name="Josep Núñez Riba" userId="de0a42bf-019d-4b6c-9011-8ed265f06a93" providerId="ADAL" clId="{4C9DB5BA-0887-45C6-925D-A047F4C85098}" dt="2026-06-22T17:45:30.310" v="5852" actId="1582"/>
          <ac:spMkLst>
            <pc:docMk/>
            <pc:sldMk cId="4291283704" sldId="281"/>
            <ac:spMk id="34" creationId="{DD939E88-604D-F0A1-1074-C2F430E62343}"/>
          </ac:spMkLst>
        </pc:spChg>
        <pc:spChg chg="add mod">
          <ac:chgData name="Josep Núñez Riba" userId="de0a42bf-019d-4b6c-9011-8ed265f06a93" providerId="ADAL" clId="{4C9DB5BA-0887-45C6-925D-A047F4C85098}" dt="2026-06-22T17:45:59.606" v="5865" actId="3064"/>
          <ac:spMkLst>
            <pc:docMk/>
            <pc:sldMk cId="4291283704" sldId="281"/>
            <ac:spMk id="35" creationId="{9ED84938-BE49-1078-77B4-4F29007A851D}"/>
          </ac:spMkLst>
        </pc:spChg>
        <pc:spChg chg="add mod">
          <ac:chgData name="Josep Núñez Riba" userId="de0a42bf-019d-4b6c-9011-8ed265f06a93" providerId="ADAL" clId="{4C9DB5BA-0887-45C6-925D-A047F4C85098}" dt="2026-06-22T17:50:47.312" v="5900" actId="790"/>
          <ac:spMkLst>
            <pc:docMk/>
            <pc:sldMk cId="4291283704" sldId="281"/>
            <ac:spMk id="36" creationId="{4072AFC7-FB4C-D4F1-2F2F-6C34BF311CD2}"/>
          </ac:spMkLst>
        </pc:spChg>
        <pc:spChg chg="add mod">
          <ac:chgData name="Josep Núñez Riba" userId="de0a42bf-019d-4b6c-9011-8ed265f06a93" providerId="ADAL" clId="{4C9DB5BA-0887-45C6-925D-A047F4C85098}" dt="2026-06-22T17:46:10.972" v="5870" actId="20577"/>
          <ac:spMkLst>
            <pc:docMk/>
            <pc:sldMk cId="4291283704" sldId="281"/>
            <ac:spMk id="37" creationId="{1A062111-5D1E-134C-A699-61FC0F5FB751}"/>
          </ac:spMkLst>
        </pc:spChg>
        <pc:spChg chg="add mod">
          <ac:chgData name="Josep Núñez Riba" userId="de0a42bf-019d-4b6c-9011-8ed265f06a93" providerId="ADAL" clId="{4C9DB5BA-0887-45C6-925D-A047F4C85098}" dt="2026-06-22T17:50:47.312" v="5900" actId="790"/>
          <ac:spMkLst>
            <pc:docMk/>
            <pc:sldMk cId="4291283704" sldId="281"/>
            <ac:spMk id="38" creationId="{EE04A441-8B9A-763E-77E7-49C31886EC0B}"/>
          </ac:spMkLst>
        </pc:spChg>
        <pc:spChg chg="mod">
          <ac:chgData name="Josep Núñez Riba" userId="de0a42bf-019d-4b6c-9011-8ed265f06a93" providerId="ADAL" clId="{4C9DB5BA-0887-45C6-925D-A047F4C85098}" dt="2026-06-22T17:45:54.443" v="5859" actId="3064"/>
          <ac:spMkLst>
            <pc:docMk/>
            <pc:sldMk cId="4291283704" sldId="281"/>
            <ac:spMk id="41" creationId="{BA9D3D5A-FE47-9708-0035-FD23BC1DA578}"/>
          </ac:spMkLst>
        </pc:spChg>
        <pc:spChg chg="mod">
          <ac:chgData name="Josep Núñez Riba" userId="de0a42bf-019d-4b6c-9011-8ed265f06a93" providerId="ADAL" clId="{4C9DB5BA-0887-45C6-925D-A047F4C85098}" dt="2026-06-22T17:50:47.312" v="5900" actId="790"/>
          <ac:spMkLst>
            <pc:docMk/>
            <pc:sldMk cId="4291283704" sldId="281"/>
            <ac:spMk id="42" creationId="{6A9ACE9F-A211-3011-B16B-22E188CAC38A}"/>
          </ac:spMkLst>
        </pc:spChg>
        <pc:spChg chg="mod">
          <ac:chgData name="Josep Núñez Riba" userId="de0a42bf-019d-4b6c-9011-8ed265f06a93" providerId="ADAL" clId="{4C9DB5BA-0887-45C6-925D-A047F4C85098}" dt="2026-06-22T17:46:02.148" v="5868" actId="3064"/>
          <ac:spMkLst>
            <pc:docMk/>
            <pc:sldMk cId="4291283704" sldId="281"/>
            <ac:spMk id="44" creationId="{FB458872-22D7-930E-0123-A6B0FF9D5A11}"/>
          </ac:spMkLst>
        </pc:spChg>
        <pc:spChg chg="mod">
          <ac:chgData name="Josep Núñez Riba" userId="de0a42bf-019d-4b6c-9011-8ed265f06a93" providerId="ADAL" clId="{4C9DB5BA-0887-45C6-925D-A047F4C85098}" dt="2026-06-22T17:46:55.083" v="5888" actId="207"/>
          <ac:spMkLst>
            <pc:docMk/>
            <pc:sldMk cId="4291283704" sldId="281"/>
            <ac:spMk id="45" creationId="{7DD7AE0A-2FD8-768A-1803-2648C46A44BE}"/>
          </ac:spMkLst>
        </pc:spChg>
        <pc:grpChg chg="add mod">
          <ac:chgData name="Josep Núñez Riba" userId="de0a42bf-019d-4b6c-9011-8ed265f06a93" providerId="ADAL" clId="{4C9DB5BA-0887-45C6-925D-A047F4C85098}" dt="2026-06-22T17:06:32.669" v="5022" actId="164"/>
          <ac:grpSpMkLst>
            <pc:docMk/>
            <pc:sldMk cId="4291283704" sldId="281"/>
            <ac:grpSpMk id="12" creationId="{8645DA3F-89C9-1BE3-EF32-899202EA394D}"/>
          </ac:grpSpMkLst>
        </pc:grpChg>
        <pc:grpChg chg="add mod">
          <ac:chgData name="Josep Núñez Riba" userId="de0a42bf-019d-4b6c-9011-8ed265f06a93" providerId="ADAL" clId="{4C9DB5BA-0887-45C6-925D-A047F4C85098}" dt="2026-06-22T17:44:33.329" v="5839" actId="555"/>
          <ac:grpSpMkLst>
            <pc:docMk/>
            <pc:sldMk cId="4291283704" sldId="281"/>
            <ac:grpSpMk id="39" creationId="{86835D91-5540-656C-2AFB-8E0DCB3CBF5E}"/>
          </ac:grpSpMkLst>
        </pc:grpChg>
        <pc:grpChg chg="add mod">
          <ac:chgData name="Josep Núñez Riba" userId="de0a42bf-019d-4b6c-9011-8ed265f06a93" providerId="ADAL" clId="{4C9DB5BA-0887-45C6-925D-A047F4C85098}" dt="2026-06-22T17:44:30.627" v="5838" actId="555"/>
          <ac:grpSpMkLst>
            <pc:docMk/>
            <pc:sldMk cId="4291283704" sldId="281"/>
            <ac:grpSpMk id="40" creationId="{57F9983C-162B-1BE4-3AF9-D7DD1CB3CB7E}"/>
          </ac:grpSpMkLst>
        </pc:grpChg>
        <pc:grpChg chg="add mod">
          <ac:chgData name="Josep Núñez Riba" userId="de0a42bf-019d-4b6c-9011-8ed265f06a93" providerId="ADAL" clId="{4C9DB5BA-0887-45C6-925D-A047F4C85098}" dt="2026-06-22T17:44:27.667" v="5837" actId="555"/>
          <ac:grpSpMkLst>
            <pc:docMk/>
            <pc:sldMk cId="4291283704" sldId="281"/>
            <ac:grpSpMk id="43" creationId="{1F5EB236-1D63-876D-A801-54D73EB98F66}"/>
          </ac:grpSpMkLst>
        </pc:grpChg>
        <pc:picChg chg="add mod">
          <ac:chgData name="Josep Núñez Riba" userId="de0a42bf-019d-4b6c-9011-8ed265f06a93" providerId="ADAL" clId="{4C9DB5BA-0887-45C6-925D-A047F4C85098}" dt="2026-06-22T17:06:32.669" v="5022" actId="164"/>
          <ac:picMkLst>
            <pc:docMk/>
            <pc:sldMk cId="4291283704" sldId="281"/>
            <ac:picMk id="10" creationId="{CB9CB6E4-B03E-F963-8CAD-7E18C5D9AD41}"/>
          </ac:picMkLst>
        </pc:picChg>
        <pc:picChg chg="add mod">
          <ac:chgData name="Josep Núñez Riba" userId="de0a42bf-019d-4b6c-9011-8ed265f06a93" providerId="ADAL" clId="{4C9DB5BA-0887-45C6-925D-A047F4C85098}" dt="2026-06-22T17:06:32.669" v="5022" actId="164"/>
          <ac:picMkLst>
            <pc:docMk/>
            <pc:sldMk cId="4291283704" sldId="281"/>
            <ac:picMk id="11" creationId="{214ED460-6C5F-7902-2C66-5B697850AECD}"/>
          </ac:picMkLst>
        </pc:picChg>
      </pc:sldChg>
      <pc:sldChg chg="modSp mod">
        <pc:chgData name="Josep Núñez Riba" userId="de0a42bf-019d-4b6c-9011-8ed265f06a93" providerId="ADAL" clId="{4C9DB5BA-0887-45C6-925D-A047F4C85098}" dt="2026-06-22T17:50:47.312" v="5900" actId="790"/>
        <pc:sldMkLst>
          <pc:docMk/>
          <pc:sldMk cId="3836068081" sldId="284"/>
        </pc:sldMkLst>
        <pc:spChg chg="mod">
          <ac:chgData name="Josep Núñez Riba" userId="de0a42bf-019d-4b6c-9011-8ed265f06a93" providerId="ADAL" clId="{4C9DB5BA-0887-45C6-925D-A047F4C85098}" dt="2026-06-18T23:43:40.919" v="5" actId="790"/>
          <ac:spMkLst>
            <pc:docMk/>
            <pc:sldMk cId="3836068081" sldId="284"/>
            <ac:spMk id="2" creationId="{C0CBDDB8-6DA0-E8C1-7B44-0A8DCDFAD049}"/>
          </ac:spMkLst>
        </pc:spChg>
        <pc:spChg chg="mod">
          <ac:chgData name="Josep Núñez Riba" userId="de0a42bf-019d-4b6c-9011-8ed265f06a93" providerId="ADAL" clId="{4C9DB5BA-0887-45C6-925D-A047F4C85098}" dt="2026-06-22T17:50:47.312" v="5900" actId="790"/>
          <ac:spMkLst>
            <pc:docMk/>
            <pc:sldMk cId="3836068081" sldId="284"/>
            <ac:spMk id="3" creationId="{A2A84D3F-A4A9-1BFA-B29D-ED36F1F0DD59}"/>
          </ac:spMkLst>
        </pc:spChg>
        <pc:spChg chg="mod">
          <ac:chgData name="Josep Núñez Riba" userId="de0a42bf-019d-4b6c-9011-8ed265f06a93" providerId="ADAL" clId="{4C9DB5BA-0887-45C6-925D-A047F4C85098}" dt="2026-06-22T17:50:47.312" v="5900" actId="790"/>
          <ac:spMkLst>
            <pc:docMk/>
            <pc:sldMk cId="3836068081" sldId="284"/>
            <ac:spMk id="6" creationId="{F9C5F219-E0D3-5EB3-BF40-D0DFD5B2F4DB}"/>
          </ac:spMkLst>
        </pc:spChg>
        <pc:spChg chg="mod">
          <ac:chgData name="Josep Núñez Riba" userId="de0a42bf-019d-4b6c-9011-8ed265f06a93" providerId="ADAL" clId="{4C9DB5BA-0887-45C6-925D-A047F4C85098}" dt="2026-06-22T17:50:47.312" v="5900" actId="790"/>
          <ac:spMkLst>
            <pc:docMk/>
            <pc:sldMk cId="3836068081" sldId="284"/>
            <ac:spMk id="9" creationId="{F12BD1A0-EDA4-7D4B-EBED-68795912E83F}"/>
          </ac:spMkLst>
        </pc:spChg>
        <pc:spChg chg="mod">
          <ac:chgData name="Josep Núñez Riba" userId="de0a42bf-019d-4b6c-9011-8ed265f06a93" providerId="ADAL" clId="{4C9DB5BA-0887-45C6-925D-A047F4C85098}" dt="2026-06-22T17:50:47.312" v="5900" actId="790"/>
          <ac:spMkLst>
            <pc:docMk/>
            <pc:sldMk cId="3836068081" sldId="284"/>
            <ac:spMk id="11" creationId="{0CFCF268-43F5-7904-5933-0A1C43C42965}"/>
          </ac:spMkLst>
        </pc:spChg>
        <pc:spChg chg="mod">
          <ac:chgData name="Josep Núñez Riba" userId="de0a42bf-019d-4b6c-9011-8ed265f06a93" providerId="ADAL" clId="{4C9DB5BA-0887-45C6-925D-A047F4C85098}" dt="2026-06-18T23:43:40.919" v="5" actId="790"/>
          <ac:spMkLst>
            <pc:docMk/>
            <pc:sldMk cId="3836068081" sldId="284"/>
            <ac:spMk id="13" creationId="{7214BCA5-30C3-D27C-5015-811640C190E6}"/>
          </ac:spMkLst>
        </pc:spChg>
        <pc:spChg chg="mod">
          <ac:chgData name="Josep Núñez Riba" userId="de0a42bf-019d-4b6c-9011-8ed265f06a93" providerId="ADAL" clId="{4C9DB5BA-0887-45C6-925D-A047F4C85098}" dt="2026-06-22T17:50:47.312" v="5900" actId="790"/>
          <ac:spMkLst>
            <pc:docMk/>
            <pc:sldMk cId="3836068081" sldId="284"/>
            <ac:spMk id="18" creationId="{CDEB5CC8-05E1-2380-37C2-581FEF741353}"/>
          </ac:spMkLst>
        </pc:spChg>
        <pc:spChg chg="mod">
          <ac:chgData name="Josep Núñez Riba" userId="de0a42bf-019d-4b6c-9011-8ed265f06a93" providerId="ADAL" clId="{4C9DB5BA-0887-45C6-925D-A047F4C85098}" dt="2026-06-22T17:50:47.312" v="5900" actId="790"/>
          <ac:spMkLst>
            <pc:docMk/>
            <pc:sldMk cId="3836068081" sldId="284"/>
            <ac:spMk id="20" creationId="{55589F47-A59C-7D8B-8154-979080A09A7F}"/>
          </ac:spMkLst>
        </pc:spChg>
        <pc:spChg chg="mod">
          <ac:chgData name="Josep Núñez Riba" userId="de0a42bf-019d-4b6c-9011-8ed265f06a93" providerId="ADAL" clId="{4C9DB5BA-0887-45C6-925D-A047F4C85098}" dt="2026-06-18T23:43:40.919" v="5" actId="790"/>
          <ac:spMkLst>
            <pc:docMk/>
            <pc:sldMk cId="3836068081" sldId="284"/>
            <ac:spMk id="21" creationId="{D73905A8-9511-AD49-7863-D98C88798E13}"/>
          </ac:spMkLst>
        </pc:spChg>
        <pc:spChg chg="mod">
          <ac:chgData name="Josep Núñez Riba" userId="de0a42bf-019d-4b6c-9011-8ed265f06a93" providerId="ADAL" clId="{4C9DB5BA-0887-45C6-925D-A047F4C85098}" dt="2026-06-18T23:43:40.919" v="5" actId="790"/>
          <ac:spMkLst>
            <pc:docMk/>
            <pc:sldMk cId="3836068081" sldId="284"/>
            <ac:spMk id="23" creationId="{E497A1BC-7DE7-22DB-B499-E5240D52E0F6}"/>
          </ac:spMkLst>
        </pc:spChg>
        <pc:spChg chg="mod">
          <ac:chgData name="Josep Núñez Riba" userId="de0a42bf-019d-4b6c-9011-8ed265f06a93" providerId="ADAL" clId="{4C9DB5BA-0887-45C6-925D-A047F4C85098}" dt="2026-06-18T23:43:40.919" v="5" actId="790"/>
          <ac:spMkLst>
            <pc:docMk/>
            <pc:sldMk cId="3836068081" sldId="284"/>
            <ac:spMk id="24" creationId="{E7675FE1-6E95-22F8-F009-5A2DB778CDA0}"/>
          </ac:spMkLst>
        </pc:spChg>
        <pc:spChg chg="mod">
          <ac:chgData name="Josep Núñez Riba" userId="de0a42bf-019d-4b6c-9011-8ed265f06a93" providerId="ADAL" clId="{4C9DB5BA-0887-45C6-925D-A047F4C85098}" dt="2026-06-18T23:43:40.919" v="5" actId="790"/>
          <ac:spMkLst>
            <pc:docMk/>
            <pc:sldMk cId="3836068081" sldId="284"/>
            <ac:spMk id="25" creationId="{D67E2948-8F25-15EF-6299-EE9CAAE661C2}"/>
          </ac:spMkLst>
        </pc:spChg>
        <pc:spChg chg="mod">
          <ac:chgData name="Josep Núñez Riba" userId="de0a42bf-019d-4b6c-9011-8ed265f06a93" providerId="ADAL" clId="{4C9DB5BA-0887-45C6-925D-A047F4C85098}" dt="2026-06-22T17:50:47.312" v="5900" actId="790"/>
          <ac:spMkLst>
            <pc:docMk/>
            <pc:sldMk cId="3836068081" sldId="284"/>
            <ac:spMk id="27" creationId="{3AE2BC6A-5828-2A11-DB5F-757DEB4C4B99}"/>
          </ac:spMkLst>
        </pc:spChg>
        <pc:spChg chg="mod">
          <ac:chgData name="Josep Núñez Riba" userId="de0a42bf-019d-4b6c-9011-8ed265f06a93" providerId="ADAL" clId="{4C9DB5BA-0887-45C6-925D-A047F4C85098}" dt="2026-06-22T17:50:47.312" v="5900" actId="790"/>
          <ac:spMkLst>
            <pc:docMk/>
            <pc:sldMk cId="3836068081" sldId="284"/>
            <ac:spMk id="40" creationId="{BFD15F7A-6CEC-CC98-7F16-65184F7165D5}"/>
          </ac:spMkLst>
        </pc:spChg>
        <pc:spChg chg="mod">
          <ac:chgData name="Josep Núñez Riba" userId="de0a42bf-019d-4b6c-9011-8ed265f06a93" providerId="ADAL" clId="{4C9DB5BA-0887-45C6-925D-A047F4C85098}" dt="2026-06-22T17:50:47.312" v="5900" actId="790"/>
          <ac:spMkLst>
            <pc:docMk/>
            <pc:sldMk cId="3836068081" sldId="284"/>
            <ac:spMk id="41" creationId="{AC1F95D1-C309-89D1-3B6C-75F459FFF13C}"/>
          </ac:spMkLst>
        </pc:spChg>
        <pc:spChg chg="mod">
          <ac:chgData name="Josep Núñez Riba" userId="de0a42bf-019d-4b6c-9011-8ed265f06a93" providerId="ADAL" clId="{4C9DB5BA-0887-45C6-925D-A047F4C85098}" dt="2026-06-18T23:43:40.919" v="5" actId="790"/>
          <ac:spMkLst>
            <pc:docMk/>
            <pc:sldMk cId="3836068081" sldId="284"/>
            <ac:spMk id="57" creationId="{32C879B7-1FE1-3D03-A34F-1B7A9227ACBC}"/>
          </ac:spMkLst>
        </pc:spChg>
        <pc:spChg chg="mod">
          <ac:chgData name="Josep Núñez Riba" userId="de0a42bf-019d-4b6c-9011-8ed265f06a93" providerId="ADAL" clId="{4C9DB5BA-0887-45C6-925D-A047F4C85098}" dt="2026-06-22T17:50:47.312" v="5900" actId="790"/>
          <ac:spMkLst>
            <pc:docMk/>
            <pc:sldMk cId="3836068081" sldId="284"/>
            <ac:spMk id="58" creationId="{4670EE7E-77C9-2ECC-2576-768C7D8975B7}"/>
          </ac:spMkLst>
        </pc:spChg>
        <pc:spChg chg="mod">
          <ac:chgData name="Josep Núñez Riba" userId="de0a42bf-019d-4b6c-9011-8ed265f06a93" providerId="ADAL" clId="{4C9DB5BA-0887-45C6-925D-A047F4C85098}" dt="2026-06-18T23:43:40.919" v="5" actId="790"/>
          <ac:spMkLst>
            <pc:docMk/>
            <pc:sldMk cId="3836068081" sldId="284"/>
            <ac:spMk id="59" creationId="{61464DCE-9326-DDC4-8BED-34A568D1F7E5}"/>
          </ac:spMkLst>
        </pc:spChg>
      </pc:sldChg>
      <pc:sldChg chg="addSp delSp modSp mod">
        <pc:chgData name="Josep Núñez Riba" userId="de0a42bf-019d-4b6c-9011-8ed265f06a93" providerId="ADAL" clId="{4C9DB5BA-0887-45C6-925D-A047F4C85098}" dt="2026-06-23T07:10:27.969" v="5928"/>
        <pc:sldMkLst>
          <pc:docMk/>
          <pc:sldMk cId="2180975264" sldId="285"/>
        </pc:sldMkLst>
        <pc:spChg chg="mod">
          <ac:chgData name="Josep Núñez Riba" userId="de0a42bf-019d-4b6c-9011-8ed265f06a93" providerId="ADAL" clId="{4C9DB5BA-0887-45C6-925D-A047F4C85098}" dt="2026-06-23T07:10:27.969" v="5928"/>
          <ac:spMkLst>
            <pc:docMk/>
            <pc:sldMk cId="2180975264" sldId="285"/>
            <ac:spMk id="2" creationId="{FBB0D1C0-0C53-DBC9-F260-EEAE2B43BE82}"/>
          </ac:spMkLst>
        </pc:spChg>
        <pc:spChg chg="mod">
          <ac:chgData name="Josep Núñez Riba" userId="de0a42bf-019d-4b6c-9011-8ed265f06a93" providerId="ADAL" clId="{4C9DB5BA-0887-45C6-925D-A047F4C85098}" dt="2026-06-22T17:50:47.312" v="5900" actId="790"/>
          <ac:spMkLst>
            <pc:docMk/>
            <pc:sldMk cId="2180975264" sldId="285"/>
            <ac:spMk id="3" creationId="{20748D5B-368D-2A7B-E2E1-F381EC772A7C}"/>
          </ac:spMkLst>
        </pc:spChg>
        <pc:spChg chg="mod">
          <ac:chgData name="Josep Núñez Riba" userId="de0a42bf-019d-4b6c-9011-8ed265f06a93" providerId="ADAL" clId="{4C9DB5BA-0887-45C6-925D-A047F4C85098}" dt="2026-06-22T17:50:47.312" v="5900" actId="790"/>
          <ac:spMkLst>
            <pc:docMk/>
            <pc:sldMk cId="2180975264" sldId="285"/>
            <ac:spMk id="16" creationId="{F09523A7-AFFC-1A3D-9F6C-2A90F91BB06B}"/>
          </ac:spMkLst>
        </pc:spChg>
        <pc:spChg chg="mod">
          <ac:chgData name="Josep Núñez Riba" userId="de0a42bf-019d-4b6c-9011-8ed265f06a93" providerId="ADAL" clId="{4C9DB5BA-0887-45C6-925D-A047F4C85098}" dt="2026-06-22T17:50:47.312" v="5900" actId="790"/>
          <ac:spMkLst>
            <pc:docMk/>
            <pc:sldMk cId="2180975264" sldId="285"/>
            <ac:spMk id="29" creationId="{90A3EFDC-7B7A-280D-F8CB-32329A68C8C8}"/>
          </ac:spMkLst>
        </pc:spChg>
        <pc:spChg chg="mod">
          <ac:chgData name="Josep Núñez Riba" userId="de0a42bf-019d-4b6c-9011-8ed265f06a93" providerId="ADAL" clId="{4C9DB5BA-0887-45C6-925D-A047F4C85098}" dt="2026-06-22T17:50:47.312" v="5900" actId="790"/>
          <ac:spMkLst>
            <pc:docMk/>
            <pc:sldMk cId="2180975264" sldId="285"/>
            <ac:spMk id="30" creationId="{BB419492-439E-C0CA-9E38-A0ED8C59C57D}"/>
          </ac:spMkLst>
        </pc:spChg>
        <pc:spChg chg="mod">
          <ac:chgData name="Josep Núñez Riba" userId="de0a42bf-019d-4b6c-9011-8ed265f06a93" providerId="ADAL" clId="{4C9DB5BA-0887-45C6-925D-A047F4C85098}" dt="2026-06-22T17:50:47.312" v="5900" actId="790"/>
          <ac:spMkLst>
            <pc:docMk/>
            <pc:sldMk cId="2180975264" sldId="285"/>
            <ac:spMk id="31" creationId="{0AD991CF-6BB3-8CDC-DE74-9136EA5E4EC9}"/>
          </ac:spMkLst>
        </pc:spChg>
        <pc:spChg chg="mod">
          <ac:chgData name="Josep Núñez Riba" userId="de0a42bf-019d-4b6c-9011-8ed265f06a93" providerId="ADAL" clId="{4C9DB5BA-0887-45C6-925D-A047F4C85098}" dt="2026-06-22T17:50:47.312" v="5900" actId="790"/>
          <ac:spMkLst>
            <pc:docMk/>
            <pc:sldMk cId="2180975264" sldId="285"/>
            <ac:spMk id="64" creationId="{C2B72659-C0E9-1234-CE93-98F921F05C00}"/>
          </ac:spMkLst>
        </pc:spChg>
        <pc:grpChg chg="add mod ord">
          <ac:chgData name="Josep Núñez Riba" userId="de0a42bf-019d-4b6c-9011-8ed265f06a93" providerId="ADAL" clId="{4C9DB5BA-0887-45C6-925D-A047F4C85098}" dt="2026-06-19T09:22:08.658" v="412" actId="164"/>
          <ac:grpSpMkLst>
            <pc:docMk/>
            <pc:sldMk cId="2180975264" sldId="285"/>
            <ac:grpSpMk id="10" creationId="{A3A9D71C-6223-7EFC-9B09-5E4E09F18CBB}"/>
          </ac:grpSpMkLst>
        </pc:grpChg>
        <pc:grpChg chg="add mod">
          <ac:chgData name="Josep Núñez Riba" userId="de0a42bf-019d-4b6c-9011-8ed265f06a93" providerId="ADAL" clId="{4C9DB5BA-0887-45C6-925D-A047F4C85098}" dt="2026-06-19T09:22:01.528" v="410" actId="164"/>
          <ac:grpSpMkLst>
            <pc:docMk/>
            <pc:sldMk cId="2180975264" sldId="285"/>
            <ac:grpSpMk id="13" creationId="{5AC5EBBD-1236-5166-8188-38C933A67844}"/>
          </ac:grpSpMkLst>
        </pc:grpChg>
        <pc:grpChg chg="add mod ord">
          <ac:chgData name="Josep Núñez Riba" userId="de0a42bf-019d-4b6c-9011-8ed265f06a93" providerId="ADAL" clId="{4C9DB5BA-0887-45C6-925D-A047F4C85098}" dt="2026-06-19T09:22:01.528" v="410" actId="164"/>
          <ac:grpSpMkLst>
            <pc:docMk/>
            <pc:sldMk cId="2180975264" sldId="285"/>
            <ac:grpSpMk id="20" creationId="{BDD64923-F4FA-D84A-08D8-2D3E48CEC83A}"/>
          </ac:grpSpMkLst>
        </pc:grpChg>
        <pc:grpChg chg="add mod ord">
          <ac:chgData name="Josep Núñez Riba" userId="de0a42bf-019d-4b6c-9011-8ed265f06a93" providerId="ADAL" clId="{4C9DB5BA-0887-45C6-925D-A047F4C85098}" dt="2026-06-19T09:22:01.528" v="410" actId="164"/>
          <ac:grpSpMkLst>
            <pc:docMk/>
            <pc:sldMk cId="2180975264" sldId="285"/>
            <ac:grpSpMk id="24" creationId="{F9A957CE-8577-FAFE-A305-B904AA0B8CBC}"/>
          </ac:grpSpMkLst>
        </pc:grpChg>
        <pc:grpChg chg="add mod">
          <ac:chgData name="Josep Núñez Riba" userId="de0a42bf-019d-4b6c-9011-8ed265f06a93" providerId="ADAL" clId="{4C9DB5BA-0887-45C6-925D-A047F4C85098}" dt="2026-06-19T09:09:34.931" v="342" actId="164"/>
          <ac:grpSpMkLst>
            <pc:docMk/>
            <pc:sldMk cId="2180975264" sldId="285"/>
            <ac:grpSpMk id="33" creationId="{485E6748-2728-3328-49B5-DC017E7D2C8F}"/>
          </ac:grpSpMkLst>
        </pc:grpChg>
        <pc:grpChg chg="add mod">
          <ac:chgData name="Josep Núñez Riba" userId="de0a42bf-019d-4b6c-9011-8ed265f06a93" providerId="ADAL" clId="{4C9DB5BA-0887-45C6-925D-A047F4C85098}" dt="2026-06-19T09:22:01.528" v="410" actId="164"/>
          <ac:grpSpMkLst>
            <pc:docMk/>
            <pc:sldMk cId="2180975264" sldId="285"/>
            <ac:grpSpMk id="36" creationId="{ACE04A56-2707-CF60-CA5F-81F6570242FB}"/>
          </ac:grpSpMkLst>
        </pc:grpChg>
        <pc:grpChg chg="add mod topLvl">
          <ac:chgData name="Josep Núñez Riba" userId="de0a42bf-019d-4b6c-9011-8ed265f06a93" providerId="ADAL" clId="{4C9DB5BA-0887-45C6-925D-A047F4C85098}" dt="2026-06-19T09:22:08.658" v="412" actId="164"/>
          <ac:grpSpMkLst>
            <pc:docMk/>
            <pc:sldMk cId="2180975264" sldId="285"/>
            <ac:grpSpMk id="41" creationId="{F72F65C4-697B-54B3-D6DD-3EAF0C4385C4}"/>
          </ac:grpSpMkLst>
        </pc:grpChg>
        <pc:grpChg chg="add mod topLvl">
          <ac:chgData name="Josep Núñez Riba" userId="de0a42bf-019d-4b6c-9011-8ed265f06a93" providerId="ADAL" clId="{4C9DB5BA-0887-45C6-925D-A047F4C85098}" dt="2026-06-19T09:22:08.658" v="412" actId="164"/>
          <ac:grpSpMkLst>
            <pc:docMk/>
            <pc:sldMk cId="2180975264" sldId="285"/>
            <ac:grpSpMk id="46" creationId="{C1C7CD2F-A6B5-2AD5-21EA-18DCF3D3C744}"/>
          </ac:grpSpMkLst>
        </pc:grpChg>
        <pc:grpChg chg="add mod">
          <ac:chgData name="Josep Núñez Riba" userId="de0a42bf-019d-4b6c-9011-8ed265f06a93" providerId="ADAL" clId="{4C9DB5BA-0887-45C6-925D-A047F4C85098}" dt="2026-06-19T09:22:05.219" v="411" actId="12788"/>
          <ac:grpSpMkLst>
            <pc:docMk/>
            <pc:sldMk cId="2180975264" sldId="285"/>
            <ac:grpSpMk id="48" creationId="{F25F99CB-28FB-4850-3A91-D8247C78E4AC}"/>
          </ac:grpSpMkLst>
        </pc:grpChg>
        <pc:grpChg chg="add mod">
          <ac:chgData name="Josep Núñez Riba" userId="de0a42bf-019d-4b6c-9011-8ed265f06a93" providerId="ADAL" clId="{4C9DB5BA-0887-45C6-925D-A047F4C85098}" dt="2026-06-19T09:22:19.701" v="414" actId="1076"/>
          <ac:grpSpMkLst>
            <pc:docMk/>
            <pc:sldMk cId="2180975264" sldId="285"/>
            <ac:grpSpMk id="49" creationId="{755D39A6-0C9F-DB0C-5B41-9E1DCD697EB6}"/>
          </ac:grpSpMkLst>
        </pc:grpChg>
        <pc:picChg chg="add mod">
          <ac:chgData name="Josep Núñez Riba" userId="de0a42bf-019d-4b6c-9011-8ed265f06a93" providerId="ADAL" clId="{4C9DB5BA-0887-45C6-925D-A047F4C85098}" dt="2026-06-19T09:21:14.644" v="395" actId="165"/>
          <ac:picMkLst>
            <pc:docMk/>
            <pc:sldMk cId="2180975264" sldId="285"/>
            <ac:picMk id="5" creationId="{58869026-8DE7-4333-EEA4-D08701FEB979}"/>
          </ac:picMkLst>
        </pc:picChg>
        <pc:picChg chg="add mod">
          <ac:chgData name="Josep Núñez Riba" userId="de0a42bf-019d-4b6c-9011-8ed265f06a93" providerId="ADAL" clId="{4C9DB5BA-0887-45C6-925D-A047F4C85098}" dt="2026-06-19T09:21:14.644" v="395" actId="165"/>
          <ac:picMkLst>
            <pc:docMk/>
            <pc:sldMk cId="2180975264" sldId="285"/>
            <ac:picMk id="8" creationId="{833ED3E8-0EE3-A391-4549-D82904BF0A65}"/>
          </ac:picMkLst>
        </pc:picChg>
        <pc:picChg chg="add mod modCrop">
          <ac:chgData name="Josep Núñez Riba" userId="de0a42bf-019d-4b6c-9011-8ed265f06a93" providerId="ADAL" clId="{4C9DB5BA-0887-45C6-925D-A047F4C85098}" dt="2026-06-19T09:21:14.644" v="395" actId="165"/>
          <ac:picMkLst>
            <pc:docMk/>
            <pc:sldMk cId="2180975264" sldId="285"/>
            <ac:picMk id="9" creationId="{DC9A3567-FF85-DB27-D82A-FA2F73198B62}"/>
          </ac:picMkLst>
        </pc:picChg>
        <pc:picChg chg="add mod modCrop">
          <ac:chgData name="Josep Núñez Riba" userId="de0a42bf-019d-4b6c-9011-8ed265f06a93" providerId="ADAL" clId="{4C9DB5BA-0887-45C6-925D-A047F4C85098}" dt="2026-06-19T09:21:14.644" v="395" actId="165"/>
          <ac:picMkLst>
            <pc:docMk/>
            <pc:sldMk cId="2180975264" sldId="285"/>
            <ac:picMk id="11" creationId="{9FE0DF84-838B-BF56-548A-1094C6294A9D}"/>
          </ac:picMkLst>
        </pc:picChg>
        <pc:picChg chg="add mod modCrop">
          <ac:chgData name="Josep Núñez Riba" userId="de0a42bf-019d-4b6c-9011-8ed265f06a93" providerId="ADAL" clId="{4C9DB5BA-0887-45C6-925D-A047F4C85098}" dt="2026-06-19T09:21:14.644" v="395" actId="165"/>
          <ac:picMkLst>
            <pc:docMk/>
            <pc:sldMk cId="2180975264" sldId="285"/>
            <ac:picMk id="12" creationId="{518A96D1-A67D-D50B-37B8-12766CA820E0}"/>
          </ac:picMkLst>
        </pc:picChg>
        <pc:picChg chg="add mod">
          <ac:chgData name="Josep Núñez Riba" userId="de0a42bf-019d-4b6c-9011-8ed265f06a93" providerId="ADAL" clId="{4C9DB5BA-0887-45C6-925D-A047F4C85098}" dt="2026-06-19T08:59:25.706" v="259" actId="164"/>
          <ac:picMkLst>
            <pc:docMk/>
            <pc:sldMk cId="2180975264" sldId="285"/>
            <ac:picMk id="15" creationId="{479C4DD2-37EF-A9DD-789B-B912CED2D050}"/>
          </ac:picMkLst>
        </pc:picChg>
        <pc:picChg chg="add mod modCrop">
          <ac:chgData name="Josep Núñez Riba" userId="de0a42bf-019d-4b6c-9011-8ed265f06a93" providerId="ADAL" clId="{4C9DB5BA-0887-45C6-925D-A047F4C85098}" dt="2026-06-19T08:59:25.706" v="259" actId="164"/>
          <ac:picMkLst>
            <pc:docMk/>
            <pc:sldMk cId="2180975264" sldId="285"/>
            <ac:picMk id="17" creationId="{45308992-DE0D-94A1-ECEF-C0FF3C602891}"/>
          </ac:picMkLst>
        </pc:picChg>
        <pc:picChg chg="add mod modCrop">
          <ac:chgData name="Josep Núñez Riba" userId="de0a42bf-019d-4b6c-9011-8ed265f06a93" providerId="ADAL" clId="{4C9DB5BA-0887-45C6-925D-A047F4C85098}" dt="2026-06-19T08:59:25.706" v="259" actId="164"/>
          <ac:picMkLst>
            <pc:docMk/>
            <pc:sldMk cId="2180975264" sldId="285"/>
            <ac:picMk id="18" creationId="{B84A3060-C8CB-758A-E282-FBBD65A76EA4}"/>
          </ac:picMkLst>
        </pc:picChg>
        <pc:picChg chg="add mod modCrop">
          <ac:chgData name="Josep Núñez Riba" userId="de0a42bf-019d-4b6c-9011-8ed265f06a93" providerId="ADAL" clId="{4C9DB5BA-0887-45C6-925D-A047F4C85098}" dt="2026-06-19T09:21:14.644" v="395" actId="165"/>
          <ac:picMkLst>
            <pc:docMk/>
            <pc:sldMk cId="2180975264" sldId="285"/>
            <ac:picMk id="19" creationId="{FCA063F4-B67D-A73C-CC45-D284EDDA7DC1}"/>
          </ac:picMkLst>
        </pc:picChg>
        <pc:picChg chg="add mod">
          <ac:chgData name="Josep Núñez Riba" userId="de0a42bf-019d-4b6c-9011-8ed265f06a93" providerId="ADAL" clId="{4C9DB5BA-0887-45C6-925D-A047F4C85098}" dt="2026-06-19T09:04:59.873" v="284" actId="164"/>
          <ac:picMkLst>
            <pc:docMk/>
            <pc:sldMk cId="2180975264" sldId="285"/>
            <ac:picMk id="22" creationId="{840EBE80-86CD-9BF7-FD25-4CAAB83B7406}"/>
          </ac:picMkLst>
        </pc:picChg>
        <pc:picChg chg="add mod modCrop">
          <ac:chgData name="Josep Núñez Riba" userId="de0a42bf-019d-4b6c-9011-8ed265f06a93" providerId="ADAL" clId="{4C9DB5BA-0887-45C6-925D-A047F4C85098}" dt="2026-06-19T09:04:59.873" v="284" actId="164"/>
          <ac:picMkLst>
            <pc:docMk/>
            <pc:sldMk cId="2180975264" sldId="285"/>
            <ac:picMk id="23" creationId="{973F7743-44AA-10B2-6F7E-7DCB6F023635}"/>
          </ac:picMkLst>
        </pc:picChg>
        <pc:picChg chg="add mod">
          <ac:chgData name="Josep Núñez Riba" userId="de0a42bf-019d-4b6c-9011-8ed265f06a93" providerId="ADAL" clId="{4C9DB5BA-0887-45C6-925D-A047F4C85098}" dt="2026-06-19T09:08:08.190" v="322" actId="164"/>
          <ac:picMkLst>
            <pc:docMk/>
            <pc:sldMk cId="2180975264" sldId="285"/>
            <ac:picMk id="26" creationId="{106A57B8-42F8-32AE-49F7-3BB00C85AB5C}"/>
          </ac:picMkLst>
        </pc:picChg>
        <pc:picChg chg="add mod modCrop">
          <ac:chgData name="Josep Núñez Riba" userId="de0a42bf-019d-4b6c-9011-8ed265f06a93" providerId="ADAL" clId="{4C9DB5BA-0887-45C6-925D-A047F4C85098}" dt="2026-06-19T09:21:14.644" v="395" actId="165"/>
          <ac:picMkLst>
            <pc:docMk/>
            <pc:sldMk cId="2180975264" sldId="285"/>
            <ac:picMk id="27" creationId="{9BCE0CC3-E446-9134-0EE6-B9381885087E}"/>
          </ac:picMkLst>
        </pc:picChg>
        <pc:picChg chg="add mod modCrop">
          <ac:chgData name="Josep Núñez Riba" userId="de0a42bf-019d-4b6c-9011-8ed265f06a93" providerId="ADAL" clId="{4C9DB5BA-0887-45C6-925D-A047F4C85098}" dt="2026-06-19T09:21:14.644" v="395" actId="165"/>
          <ac:picMkLst>
            <pc:docMk/>
            <pc:sldMk cId="2180975264" sldId="285"/>
            <ac:picMk id="32" creationId="{3E266934-1335-8B00-733F-5E573C809FE1}"/>
          </ac:picMkLst>
        </pc:picChg>
        <pc:picChg chg="add mod modCrop">
          <ac:chgData name="Josep Núñez Riba" userId="de0a42bf-019d-4b6c-9011-8ed265f06a93" providerId="ADAL" clId="{4C9DB5BA-0887-45C6-925D-A047F4C85098}" dt="2026-06-19T09:21:14.644" v="395" actId="165"/>
          <ac:picMkLst>
            <pc:docMk/>
            <pc:sldMk cId="2180975264" sldId="285"/>
            <ac:picMk id="34" creationId="{A952C8CF-FA7D-1789-2951-503C18D37320}"/>
          </ac:picMkLst>
        </pc:picChg>
        <pc:picChg chg="add mod modCrop">
          <ac:chgData name="Josep Núñez Riba" userId="de0a42bf-019d-4b6c-9011-8ed265f06a93" providerId="ADAL" clId="{4C9DB5BA-0887-45C6-925D-A047F4C85098}" dt="2026-06-19T09:21:14.644" v="395" actId="165"/>
          <ac:picMkLst>
            <pc:docMk/>
            <pc:sldMk cId="2180975264" sldId="285"/>
            <ac:picMk id="35" creationId="{A6D4A550-E220-0096-2502-7E8A9A297FA0}"/>
          </ac:picMkLst>
        </pc:picChg>
        <pc:picChg chg="add mod">
          <ac:chgData name="Josep Núñez Riba" userId="de0a42bf-019d-4b6c-9011-8ed265f06a93" providerId="ADAL" clId="{4C9DB5BA-0887-45C6-925D-A047F4C85098}" dt="2026-06-19T09:21:34.271" v="401" actId="165"/>
          <ac:picMkLst>
            <pc:docMk/>
            <pc:sldMk cId="2180975264" sldId="285"/>
            <ac:picMk id="39" creationId="{19CC03CE-40A3-2173-80C6-BF6DA4249BD4}"/>
          </ac:picMkLst>
        </pc:picChg>
        <pc:picChg chg="add mod modCrop">
          <ac:chgData name="Josep Núñez Riba" userId="de0a42bf-019d-4b6c-9011-8ed265f06a93" providerId="ADAL" clId="{4C9DB5BA-0887-45C6-925D-A047F4C85098}" dt="2026-06-19T09:21:34.271" v="401" actId="165"/>
          <ac:picMkLst>
            <pc:docMk/>
            <pc:sldMk cId="2180975264" sldId="285"/>
            <ac:picMk id="40" creationId="{B78E4B53-C83C-34FE-D1BE-4FB718BF582C}"/>
          </ac:picMkLst>
        </pc:picChg>
        <pc:picChg chg="add mod ord">
          <ac:chgData name="Josep Núñez Riba" userId="de0a42bf-019d-4b6c-9011-8ed265f06a93" providerId="ADAL" clId="{4C9DB5BA-0887-45C6-925D-A047F4C85098}" dt="2026-06-19T09:21:34.271" v="401" actId="165"/>
          <ac:picMkLst>
            <pc:docMk/>
            <pc:sldMk cId="2180975264" sldId="285"/>
            <ac:picMk id="43" creationId="{42F9901C-A706-56A3-D35E-912F96D7BC96}"/>
          </ac:picMkLst>
        </pc:picChg>
        <pc:picChg chg="add mod modCrop">
          <ac:chgData name="Josep Núñez Riba" userId="de0a42bf-019d-4b6c-9011-8ed265f06a93" providerId="ADAL" clId="{4C9DB5BA-0887-45C6-925D-A047F4C85098}" dt="2026-06-19T09:21:34.271" v="401" actId="165"/>
          <ac:picMkLst>
            <pc:docMk/>
            <pc:sldMk cId="2180975264" sldId="285"/>
            <ac:picMk id="45" creationId="{295D69FF-9BD6-C71B-C38B-F089AF02AB84}"/>
          </ac:picMkLst>
        </pc:picChg>
      </pc:sldChg>
      <pc:sldChg chg="addSp delSp modSp mod">
        <pc:chgData name="Josep Núñez Riba" userId="de0a42bf-019d-4b6c-9011-8ed265f06a93" providerId="ADAL" clId="{4C9DB5BA-0887-45C6-925D-A047F4C85098}" dt="2026-06-23T07:10:12.803" v="5925"/>
        <pc:sldMkLst>
          <pc:docMk/>
          <pc:sldMk cId="1131278606" sldId="289"/>
        </pc:sldMkLst>
        <pc:spChg chg="mod">
          <ac:chgData name="Josep Núñez Riba" userId="de0a42bf-019d-4b6c-9011-8ed265f06a93" providerId="ADAL" clId="{4C9DB5BA-0887-45C6-925D-A047F4C85098}" dt="2026-06-23T07:10:12.803" v="5925"/>
          <ac:spMkLst>
            <pc:docMk/>
            <pc:sldMk cId="1131278606" sldId="289"/>
            <ac:spMk id="2" creationId="{8E1EDCEC-5FB2-95ED-16FA-C12D9273C568}"/>
          </ac:spMkLst>
        </pc:spChg>
        <pc:spChg chg="mod">
          <ac:chgData name="Josep Núñez Riba" userId="de0a42bf-019d-4b6c-9011-8ed265f06a93" providerId="ADAL" clId="{4C9DB5BA-0887-45C6-925D-A047F4C85098}" dt="2026-06-22T17:50:47.312" v="5900" actId="790"/>
          <ac:spMkLst>
            <pc:docMk/>
            <pc:sldMk cId="1131278606" sldId="289"/>
            <ac:spMk id="3" creationId="{1DD3851E-A5A5-D904-ABE4-57D7648015F5}"/>
          </ac:spMkLst>
        </pc:spChg>
        <pc:spChg chg="mod">
          <ac:chgData name="Josep Núñez Riba" userId="de0a42bf-019d-4b6c-9011-8ed265f06a93" providerId="ADAL" clId="{4C9DB5BA-0887-45C6-925D-A047F4C85098}" dt="2026-06-22T17:50:47.312" v="5900" actId="790"/>
          <ac:spMkLst>
            <pc:docMk/>
            <pc:sldMk cId="1131278606" sldId="289"/>
            <ac:spMk id="4" creationId="{69C2A26C-8E5F-860A-5BD8-69F333CC3E24}"/>
          </ac:spMkLst>
        </pc:spChg>
        <pc:spChg chg="mod">
          <ac:chgData name="Josep Núñez Riba" userId="de0a42bf-019d-4b6c-9011-8ed265f06a93" providerId="ADAL" clId="{4C9DB5BA-0887-45C6-925D-A047F4C85098}" dt="2026-06-22T17:50:47.312" v="5900" actId="790"/>
          <ac:spMkLst>
            <pc:docMk/>
            <pc:sldMk cId="1131278606" sldId="289"/>
            <ac:spMk id="5" creationId="{7ED14780-BE95-EBEE-806A-168DA6B876EC}"/>
          </ac:spMkLst>
        </pc:spChg>
        <pc:spChg chg="mod">
          <ac:chgData name="Josep Núñez Riba" userId="de0a42bf-019d-4b6c-9011-8ed265f06a93" providerId="ADAL" clId="{4C9DB5BA-0887-45C6-925D-A047F4C85098}" dt="2026-06-22T17:50:47.312" v="5900" actId="790"/>
          <ac:spMkLst>
            <pc:docMk/>
            <pc:sldMk cId="1131278606" sldId="289"/>
            <ac:spMk id="6" creationId="{7A471E4E-E745-1FBC-5F13-91169C03CA2F}"/>
          </ac:spMkLst>
        </pc:spChg>
        <pc:spChg chg="mod">
          <ac:chgData name="Josep Núñez Riba" userId="de0a42bf-019d-4b6c-9011-8ed265f06a93" providerId="ADAL" clId="{4C9DB5BA-0887-45C6-925D-A047F4C85098}" dt="2026-06-22T17:50:47.312" v="5900" actId="790"/>
          <ac:spMkLst>
            <pc:docMk/>
            <pc:sldMk cId="1131278606" sldId="289"/>
            <ac:spMk id="30" creationId="{6F69E361-10A1-6319-FD49-DD9E71FDE503}"/>
          </ac:spMkLst>
        </pc:spChg>
        <pc:spChg chg="mod">
          <ac:chgData name="Josep Núñez Riba" userId="de0a42bf-019d-4b6c-9011-8ed265f06a93" providerId="ADAL" clId="{4C9DB5BA-0887-45C6-925D-A047F4C85098}" dt="2026-06-22T17:50:47.312" v="5900" actId="790"/>
          <ac:spMkLst>
            <pc:docMk/>
            <pc:sldMk cId="1131278606" sldId="289"/>
            <ac:spMk id="64" creationId="{EBA1848D-550D-003C-77D2-644BD4889A8D}"/>
          </ac:spMkLst>
        </pc:spChg>
        <pc:grpChg chg="add mod">
          <ac:chgData name="Josep Núñez Riba" userId="de0a42bf-019d-4b6c-9011-8ed265f06a93" providerId="ADAL" clId="{4C9DB5BA-0887-45C6-925D-A047F4C85098}" dt="2026-06-19T08:11:58.893" v="89" actId="12788"/>
          <ac:grpSpMkLst>
            <pc:docMk/>
            <pc:sldMk cId="1131278606" sldId="289"/>
            <ac:grpSpMk id="20" creationId="{EF7EF3DF-597E-8606-6900-8E7305CB5B8F}"/>
          </ac:grpSpMkLst>
        </pc:grpChg>
        <pc:grpChg chg="add mod">
          <ac:chgData name="Josep Núñez Riba" userId="de0a42bf-019d-4b6c-9011-8ed265f06a93" providerId="ADAL" clId="{4C9DB5BA-0887-45C6-925D-A047F4C85098}" dt="2026-06-19T08:21:12.649" v="155" actId="12788"/>
          <ac:grpSpMkLst>
            <pc:docMk/>
            <pc:sldMk cId="1131278606" sldId="289"/>
            <ac:grpSpMk id="23" creationId="{AA33D093-F8D2-1BB3-CCCC-A1270114E90F}"/>
          </ac:grpSpMkLst>
        </pc:grpChg>
        <pc:picChg chg="add mod ord">
          <ac:chgData name="Josep Núñez Riba" userId="de0a42bf-019d-4b6c-9011-8ed265f06a93" providerId="ADAL" clId="{4C9DB5BA-0887-45C6-925D-A047F4C85098}" dt="2026-06-19T08:11:55.489" v="88" actId="164"/>
          <ac:picMkLst>
            <pc:docMk/>
            <pc:sldMk cId="1131278606" sldId="289"/>
            <ac:picMk id="9" creationId="{6945F415-5DF6-433F-F131-263FC5C26A40}"/>
          </ac:picMkLst>
        </pc:picChg>
        <pc:picChg chg="add mod">
          <ac:chgData name="Josep Núñez Riba" userId="de0a42bf-019d-4b6c-9011-8ed265f06a93" providerId="ADAL" clId="{4C9DB5BA-0887-45C6-925D-A047F4C85098}" dt="2026-06-19T08:11:55.489" v="88" actId="164"/>
          <ac:picMkLst>
            <pc:docMk/>
            <pc:sldMk cId="1131278606" sldId="289"/>
            <ac:picMk id="11" creationId="{C28995F9-6D2D-99B8-B2A0-474E843FDE2F}"/>
          </ac:picMkLst>
        </pc:picChg>
        <pc:picChg chg="add mod">
          <ac:chgData name="Josep Núñez Riba" userId="de0a42bf-019d-4b6c-9011-8ed265f06a93" providerId="ADAL" clId="{4C9DB5BA-0887-45C6-925D-A047F4C85098}" dt="2026-06-19T08:11:55.489" v="88" actId="164"/>
          <ac:picMkLst>
            <pc:docMk/>
            <pc:sldMk cId="1131278606" sldId="289"/>
            <ac:picMk id="13" creationId="{4AE3FC96-B6B6-6AA4-0163-64A8C513B841}"/>
          </ac:picMkLst>
        </pc:picChg>
        <pc:picChg chg="add mod">
          <ac:chgData name="Josep Núñez Riba" userId="de0a42bf-019d-4b6c-9011-8ed265f06a93" providerId="ADAL" clId="{4C9DB5BA-0887-45C6-925D-A047F4C85098}" dt="2026-06-19T08:11:55.489" v="88" actId="164"/>
          <ac:picMkLst>
            <pc:docMk/>
            <pc:sldMk cId="1131278606" sldId="289"/>
            <ac:picMk id="15" creationId="{40335359-9939-590B-1292-AC17E91359C0}"/>
          </ac:picMkLst>
        </pc:picChg>
        <pc:picChg chg="add mod">
          <ac:chgData name="Josep Núñez Riba" userId="de0a42bf-019d-4b6c-9011-8ed265f06a93" providerId="ADAL" clId="{4C9DB5BA-0887-45C6-925D-A047F4C85098}" dt="2026-06-19T08:21:06.562" v="154" actId="164"/>
          <ac:picMkLst>
            <pc:docMk/>
            <pc:sldMk cId="1131278606" sldId="289"/>
            <ac:picMk id="19" creationId="{402B6828-6027-286D-F7DA-D8423EE185FF}"/>
          </ac:picMkLst>
        </pc:picChg>
        <pc:picChg chg="add mod">
          <ac:chgData name="Josep Núñez Riba" userId="de0a42bf-019d-4b6c-9011-8ed265f06a93" providerId="ADAL" clId="{4C9DB5BA-0887-45C6-925D-A047F4C85098}" dt="2026-06-19T08:21:06.562" v="154" actId="164"/>
          <ac:picMkLst>
            <pc:docMk/>
            <pc:sldMk cId="1131278606" sldId="289"/>
            <ac:picMk id="22" creationId="{5E1793AC-A584-4386-3B9F-32340815283C}"/>
          </ac:picMkLst>
        </pc:picChg>
      </pc:sldChg>
      <pc:sldChg chg="addSp delSp modSp mod">
        <pc:chgData name="Josep Núñez Riba" userId="de0a42bf-019d-4b6c-9011-8ed265f06a93" providerId="ADAL" clId="{4C9DB5BA-0887-45C6-925D-A047F4C85098}" dt="2026-06-23T07:10:24.884" v="5927"/>
        <pc:sldMkLst>
          <pc:docMk/>
          <pc:sldMk cId="2069573855" sldId="290"/>
        </pc:sldMkLst>
        <pc:spChg chg="mod">
          <ac:chgData name="Josep Núñez Riba" userId="de0a42bf-019d-4b6c-9011-8ed265f06a93" providerId="ADAL" clId="{4C9DB5BA-0887-45C6-925D-A047F4C85098}" dt="2026-06-23T07:10:24.884" v="5927"/>
          <ac:spMkLst>
            <pc:docMk/>
            <pc:sldMk cId="2069573855" sldId="290"/>
            <ac:spMk id="2" creationId="{020951BA-A8C3-6ADA-590B-483C5B9BE55D}"/>
          </ac:spMkLst>
        </pc:spChg>
        <pc:spChg chg="mod">
          <ac:chgData name="Josep Núñez Riba" userId="de0a42bf-019d-4b6c-9011-8ed265f06a93" providerId="ADAL" clId="{4C9DB5BA-0887-45C6-925D-A047F4C85098}" dt="2026-06-22T17:50:47.312" v="5900" actId="790"/>
          <ac:spMkLst>
            <pc:docMk/>
            <pc:sldMk cId="2069573855" sldId="290"/>
            <ac:spMk id="3" creationId="{50A6135E-B487-938C-1201-1747EE9ABE9B}"/>
          </ac:spMkLst>
        </pc:spChg>
        <pc:spChg chg="mod">
          <ac:chgData name="Josep Núñez Riba" userId="de0a42bf-019d-4b6c-9011-8ed265f06a93" providerId="ADAL" clId="{4C9DB5BA-0887-45C6-925D-A047F4C85098}" dt="2026-06-22T17:50:47.312" v="5900" actId="790"/>
          <ac:spMkLst>
            <pc:docMk/>
            <pc:sldMk cId="2069573855" sldId="290"/>
            <ac:spMk id="16" creationId="{2309ED34-CF39-4D00-EB09-7267E207B95A}"/>
          </ac:spMkLst>
        </pc:spChg>
        <pc:spChg chg="mod">
          <ac:chgData name="Josep Núñez Riba" userId="de0a42bf-019d-4b6c-9011-8ed265f06a93" providerId="ADAL" clId="{4C9DB5BA-0887-45C6-925D-A047F4C85098}" dt="2026-06-22T17:50:47.312" v="5900" actId="790"/>
          <ac:spMkLst>
            <pc:docMk/>
            <pc:sldMk cId="2069573855" sldId="290"/>
            <ac:spMk id="29" creationId="{3B39DA89-59E5-2408-B7A8-344BCE0483F1}"/>
          </ac:spMkLst>
        </pc:spChg>
        <pc:spChg chg="mod">
          <ac:chgData name="Josep Núñez Riba" userId="de0a42bf-019d-4b6c-9011-8ed265f06a93" providerId="ADAL" clId="{4C9DB5BA-0887-45C6-925D-A047F4C85098}" dt="2026-06-22T17:50:47.312" v="5900" actId="790"/>
          <ac:spMkLst>
            <pc:docMk/>
            <pc:sldMk cId="2069573855" sldId="290"/>
            <ac:spMk id="30" creationId="{228D5F25-68D9-B32D-521F-2FC385128135}"/>
          </ac:spMkLst>
        </pc:spChg>
        <pc:spChg chg="mod">
          <ac:chgData name="Josep Núñez Riba" userId="de0a42bf-019d-4b6c-9011-8ed265f06a93" providerId="ADAL" clId="{4C9DB5BA-0887-45C6-925D-A047F4C85098}" dt="2026-06-22T17:50:47.312" v="5900" actId="790"/>
          <ac:spMkLst>
            <pc:docMk/>
            <pc:sldMk cId="2069573855" sldId="290"/>
            <ac:spMk id="31" creationId="{82212690-8D1D-CB64-F7E2-8E95B17B51BC}"/>
          </ac:spMkLst>
        </pc:spChg>
        <pc:spChg chg="mod">
          <ac:chgData name="Josep Núñez Riba" userId="de0a42bf-019d-4b6c-9011-8ed265f06a93" providerId="ADAL" clId="{4C9DB5BA-0887-45C6-925D-A047F4C85098}" dt="2026-06-22T17:50:47.312" v="5900" actId="790"/>
          <ac:spMkLst>
            <pc:docMk/>
            <pc:sldMk cId="2069573855" sldId="290"/>
            <ac:spMk id="64" creationId="{EC5C3E6F-0309-6A1A-6302-7DF61C6FAA87}"/>
          </ac:spMkLst>
        </pc:spChg>
        <pc:grpChg chg="add mod topLvl">
          <ac:chgData name="Josep Núñez Riba" userId="de0a42bf-019d-4b6c-9011-8ed265f06a93" providerId="ADAL" clId="{4C9DB5BA-0887-45C6-925D-A047F4C85098}" dt="2026-06-19T09:37:01.560" v="512" actId="1076"/>
          <ac:grpSpMkLst>
            <pc:docMk/>
            <pc:sldMk cId="2069573855" sldId="290"/>
            <ac:grpSpMk id="9" creationId="{EF02BA55-79FE-C7FF-4757-0A1FA15049DA}"/>
          </ac:grpSpMkLst>
        </pc:grpChg>
        <pc:grpChg chg="add mod">
          <ac:chgData name="Josep Núñez Riba" userId="de0a42bf-019d-4b6c-9011-8ed265f06a93" providerId="ADAL" clId="{4C9DB5BA-0887-45C6-925D-A047F4C85098}" dt="2026-06-19T09:37:01.560" v="512" actId="1076"/>
          <ac:grpSpMkLst>
            <pc:docMk/>
            <pc:sldMk cId="2069573855" sldId="290"/>
            <ac:grpSpMk id="15" creationId="{BF0B21DA-24C8-F811-A3C4-0E0D2D6026EB}"/>
          </ac:grpSpMkLst>
        </pc:grpChg>
        <pc:grpChg chg="add mod">
          <ac:chgData name="Josep Núñez Riba" userId="de0a42bf-019d-4b6c-9011-8ed265f06a93" providerId="ADAL" clId="{4C9DB5BA-0887-45C6-925D-A047F4C85098}" dt="2026-06-19T09:47:05.962" v="546" actId="12788"/>
          <ac:grpSpMkLst>
            <pc:docMk/>
            <pc:sldMk cId="2069573855" sldId="290"/>
            <ac:grpSpMk id="23" creationId="{8C704AFC-0F65-3D19-5789-E0728D93F421}"/>
          </ac:grpSpMkLst>
        </pc:grpChg>
        <pc:picChg chg="add mod">
          <ac:chgData name="Josep Núñez Riba" userId="de0a42bf-019d-4b6c-9011-8ed265f06a93" providerId="ADAL" clId="{4C9DB5BA-0887-45C6-925D-A047F4C85098}" dt="2026-06-19T09:37:01.560" v="512" actId="1076"/>
          <ac:picMkLst>
            <pc:docMk/>
            <pc:sldMk cId="2069573855" sldId="290"/>
            <ac:picMk id="5" creationId="{4F6AFB7C-ABF9-DBEA-3519-26A3798F04FE}"/>
          </ac:picMkLst>
        </pc:picChg>
        <pc:picChg chg="add mod modCrop">
          <ac:chgData name="Josep Núñez Riba" userId="de0a42bf-019d-4b6c-9011-8ed265f06a93" providerId="ADAL" clId="{4C9DB5BA-0887-45C6-925D-A047F4C85098}" dt="2026-06-19T09:37:01.560" v="512" actId="1076"/>
          <ac:picMkLst>
            <pc:docMk/>
            <pc:sldMk cId="2069573855" sldId="290"/>
            <ac:picMk id="6" creationId="{4D47821B-5213-26BD-E799-A57A16E3D397}"/>
          </ac:picMkLst>
        </pc:picChg>
        <pc:picChg chg="add mod modCrop">
          <ac:chgData name="Josep Núñez Riba" userId="de0a42bf-019d-4b6c-9011-8ed265f06a93" providerId="ADAL" clId="{4C9DB5BA-0887-45C6-925D-A047F4C85098}" dt="2026-06-19T09:37:01.560" v="512" actId="1076"/>
          <ac:picMkLst>
            <pc:docMk/>
            <pc:sldMk cId="2069573855" sldId="290"/>
            <ac:picMk id="8" creationId="{0BFF0A8E-D0E0-096A-FC8B-216794DA0AE6}"/>
          </ac:picMkLst>
        </pc:picChg>
        <pc:picChg chg="add mod topLvl">
          <ac:chgData name="Josep Núñez Riba" userId="de0a42bf-019d-4b6c-9011-8ed265f06a93" providerId="ADAL" clId="{4C9DB5BA-0887-45C6-925D-A047F4C85098}" dt="2026-06-19T09:37:01.560" v="512" actId="1076"/>
          <ac:picMkLst>
            <pc:docMk/>
            <pc:sldMk cId="2069573855" sldId="290"/>
            <ac:picMk id="11" creationId="{92F2F9EB-E210-F4C1-F3A4-6408D431A7BD}"/>
          </ac:picMkLst>
        </pc:picChg>
        <pc:picChg chg="add mod topLvl">
          <ac:chgData name="Josep Núñez Riba" userId="de0a42bf-019d-4b6c-9011-8ed265f06a93" providerId="ADAL" clId="{4C9DB5BA-0887-45C6-925D-A047F4C85098}" dt="2026-06-19T09:37:01.560" v="512" actId="1076"/>
          <ac:picMkLst>
            <pc:docMk/>
            <pc:sldMk cId="2069573855" sldId="290"/>
            <ac:picMk id="12" creationId="{058B4261-9F3C-503A-0549-6948FCC06241}"/>
          </ac:picMkLst>
        </pc:picChg>
        <pc:picChg chg="add mod ord topLvl">
          <ac:chgData name="Josep Núñez Riba" userId="de0a42bf-019d-4b6c-9011-8ed265f06a93" providerId="ADAL" clId="{4C9DB5BA-0887-45C6-925D-A047F4C85098}" dt="2026-06-19T09:37:01.560" v="512" actId="1076"/>
          <ac:picMkLst>
            <pc:docMk/>
            <pc:sldMk cId="2069573855" sldId="290"/>
            <ac:picMk id="13" creationId="{5258CF2C-3AFD-55E7-1D5D-C225D766F292}"/>
          </ac:picMkLst>
        </pc:picChg>
        <pc:picChg chg="add mod">
          <ac:chgData name="Josep Núñez Riba" userId="de0a42bf-019d-4b6c-9011-8ed265f06a93" providerId="ADAL" clId="{4C9DB5BA-0887-45C6-925D-A047F4C85098}" dt="2026-06-19T09:47:03.130" v="545" actId="164"/>
          <ac:picMkLst>
            <pc:docMk/>
            <pc:sldMk cId="2069573855" sldId="290"/>
            <ac:picMk id="18" creationId="{2DC85881-1E05-D361-A1F4-955CC2659D06}"/>
          </ac:picMkLst>
        </pc:picChg>
        <pc:picChg chg="add mod ord">
          <ac:chgData name="Josep Núñez Riba" userId="de0a42bf-019d-4b6c-9011-8ed265f06a93" providerId="ADAL" clId="{4C9DB5BA-0887-45C6-925D-A047F4C85098}" dt="2026-06-19T09:47:03.130" v="545" actId="164"/>
          <ac:picMkLst>
            <pc:docMk/>
            <pc:sldMk cId="2069573855" sldId="290"/>
            <ac:picMk id="20" creationId="{F57DAF20-865A-419E-F732-060F58CFADA7}"/>
          </ac:picMkLst>
        </pc:picChg>
        <pc:picChg chg="add mod">
          <ac:chgData name="Josep Núñez Riba" userId="de0a42bf-019d-4b6c-9011-8ed265f06a93" providerId="ADAL" clId="{4C9DB5BA-0887-45C6-925D-A047F4C85098}" dt="2026-06-19T09:47:03.130" v="545" actId="164"/>
          <ac:picMkLst>
            <pc:docMk/>
            <pc:sldMk cId="2069573855" sldId="290"/>
            <ac:picMk id="22" creationId="{A0F5F36E-66C5-E206-920E-B78F74E59119}"/>
          </ac:picMkLst>
        </pc:picChg>
        <pc:picChg chg="add mod">
          <ac:chgData name="Josep Núñez Riba" userId="de0a42bf-019d-4b6c-9011-8ed265f06a93" providerId="ADAL" clId="{4C9DB5BA-0887-45C6-925D-A047F4C85098}" dt="2026-06-19T09:37:01.560" v="512" actId="1076"/>
          <ac:picMkLst>
            <pc:docMk/>
            <pc:sldMk cId="2069573855" sldId="290"/>
            <ac:picMk id="2054" creationId="{5F6490FA-1195-3299-3351-EB0C967B48BA}"/>
          </ac:picMkLst>
        </pc:picChg>
      </pc:sldChg>
      <pc:sldChg chg="addSp modSp mod">
        <pc:chgData name="Josep Núñez Riba" userId="de0a42bf-019d-4b6c-9011-8ed265f06a93" providerId="ADAL" clId="{4C9DB5BA-0887-45C6-925D-A047F4C85098}" dt="2026-06-22T17:50:47.312" v="5900" actId="790"/>
        <pc:sldMkLst>
          <pc:docMk/>
          <pc:sldMk cId="2573234274" sldId="291"/>
        </pc:sldMkLst>
        <pc:spChg chg="mod">
          <ac:chgData name="Josep Núñez Riba" userId="de0a42bf-019d-4b6c-9011-8ed265f06a93" providerId="ADAL" clId="{4C9DB5BA-0887-45C6-925D-A047F4C85098}" dt="2026-06-22T17:50:47.312" v="5900" actId="790"/>
          <ac:spMkLst>
            <pc:docMk/>
            <pc:sldMk cId="2573234274" sldId="291"/>
            <ac:spMk id="2" creationId="{E164F4D3-8C04-DEE7-BEC5-956F0384EFFC}"/>
          </ac:spMkLst>
        </pc:spChg>
        <pc:spChg chg="mod">
          <ac:chgData name="Josep Núñez Riba" userId="de0a42bf-019d-4b6c-9011-8ed265f06a93" providerId="ADAL" clId="{4C9DB5BA-0887-45C6-925D-A047F4C85098}" dt="2026-06-18T23:43:40.919" v="5" actId="790"/>
          <ac:spMkLst>
            <pc:docMk/>
            <pc:sldMk cId="2573234274" sldId="291"/>
            <ac:spMk id="3" creationId="{EB1F74FE-AB2A-9699-A637-C1C05E86E6AE}"/>
          </ac:spMkLst>
        </pc:spChg>
        <pc:spChg chg="mod">
          <ac:chgData name="Josep Núñez Riba" userId="de0a42bf-019d-4b6c-9011-8ed265f06a93" providerId="ADAL" clId="{4C9DB5BA-0887-45C6-925D-A047F4C85098}" dt="2026-06-22T17:50:47.312" v="5900" actId="790"/>
          <ac:spMkLst>
            <pc:docMk/>
            <pc:sldMk cId="2573234274" sldId="291"/>
            <ac:spMk id="4" creationId="{56ABA6FD-9462-312B-0526-20EDD9CD4C27}"/>
          </ac:spMkLst>
        </pc:spChg>
        <pc:spChg chg="mod">
          <ac:chgData name="Josep Núñez Riba" userId="de0a42bf-019d-4b6c-9011-8ed265f06a93" providerId="ADAL" clId="{4C9DB5BA-0887-45C6-925D-A047F4C85098}" dt="2026-06-22T17:50:47.312" v="5900" actId="790"/>
          <ac:spMkLst>
            <pc:docMk/>
            <pc:sldMk cId="2573234274" sldId="291"/>
            <ac:spMk id="6" creationId="{1F741F90-1A0D-9BD8-B449-247C24BA7FC0}"/>
          </ac:spMkLst>
        </pc:spChg>
        <pc:spChg chg="mod">
          <ac:chgData name="Josep Núñez Riba" userId="de0a42bf-019d-4b6c-9011-8ed265f06a93" providerId="ADAL" clId="{4C9DB5BA-0887-45C6-925D-A047F4C85098}" dt="2026-06-22T17:50:47.312" v="5900" actId="790"/>
          <ac:spMkLst>
            <pc:docMk/>
            <pc:sldMk cId="2573234274" sldId="291"/>
            <ac:spMk id="9" creationId="{522D24AD-2A5B-EC32-28FC-F008F63D6624}"/>
          </ac:spMkLst>
        </pc:spChg>
        <pc:spChg chg="mod">
          <ac:chgData name="Josep Núñez Riba" userId="de0a42bf-019d-4b6c-9011-8ed265f06a93" providerId="ADAL" clId="{4C9DB5BA-0887-45C6-925D-A047F4C85098}" dt="2026-06-22T17:50:47.312" v="5900" actId="790"/>
          <ac:spMkLst>
            <pc:docMk/>
            <pc:sldMk cId="2573234274" sldId="291"/>
            <ac:spMk id="10" creationId="{CBE7EC16-F2EA-D0A1-5671-5852B71698F3}"/>
          </ac:spMkLst>
        </pc:spChg>
        <pc:spChg chg="mod">
          <ac:chgData name="Josep Núñez Riba" userId="de0a42bf-019d-4b6c-9011-8ed265f06a93" providerId="ADAL" clId="{4C9DB5BA-0887-45C6-925D-A047F4C85098}" dt="2026-06-22T17:50:47.312" v="5900" actId="790"/>
          <ac:spMkLst>
            <pc:docMk/>
            <pc:sldMk cId="2573234274" sldId="291"/>
            <ac:spMk id="11" creationId="{3E4901DF-0222-3F15-08BA-ECAEEBCFD085}"/>
          </ac:spMkLst>
        </pc:spChg>
        <pc:spChg chg="mod">
          <ac:chgData name="Josep Núñez Riba" userId="de0a42bf-019d-4b6c-9011-8ed265f06a93" providerId="ADAL" clId="{4C9DB5BA-0887-45C6-925D-A047F4C85098}" dt="2026-06-22T17:50:47.312" v="5900" actId="790"/>
          <ac:spMkLst>
            <pc:docMk/>
            <pc:sldMk cId="2573234274" sldId="291"/>
            <ac:spMk id="54" creationId="{01750E5F-E4D5-2D0B-7025-DDDB19CFD916}"/>
          </ac:spMkLst>
        </pc:spChg>
        <pc:spChg chg="mod">
          <ac:chgData name="Josep Núñez Riba" userId="de0a42bf-019d-4b6c-9011-8ed265f06a93" providerId="ADAL" clId="{4C9DB5BA-0887-45C6-925D-A047F4C85098}" dt="2026-06-18T23:43:40.919" v="5" actId="790"/>
          <ac:spMkLst>
            <pc:docMk/>
            <pc:sldMk cId="2573234274" sldId="291"/>
            <ac:spMk id="60" creationId="{3645E00A-B943-C745-5190-540ABD8AE9EB}"/>
          </ac:spMkLst>
        </pc:spChg>
        <pc:spChg chg="mod">
          <ac:chgData name="Josep Núñez Riba" userId="de0a42bf-019d-4b6c-9011-8ed265f06a93" providerId="ADAL" clId="{4C9DB5BA-0887-45C6-925D-A047F4C85098}" dt="2026-06-18T23:43:40.919" v="5" actId="790"/>
          <ac:spMkLst>
            <pc:docMk/>
            <pc:sldMk cId="2573234274" sldId="291"/>
            <ac:spMk id="79" creationId="{BCEA9384-30D9-2F29-5BFC-4C58BB7EA0A4}"/>
          </ac:spMkLst>
        </pc:spChg>
        <pc:spChg chg="mod">
          <ac:chgData name="Josep Núñez Riba" userId="de0a42bf-019d-4b6c-9011-8ed265f06a93" providerId="ADAL" clId="{4C9DB5BA-0887-45C6-925D-A047F4C85098}" dt="2026-06-18T23:43:40.919" v="5" actId="790"/>
          <ac:spMkLst>
            <pc:docMk/>
            <pc:sldMk cId="2573234274" sldId="291"/>
            <ac:spMk id="80" creationId="{4AAA2072-9980-1193-6F8D-F840C23FC739}"/>
          </ac:spMkLst>
        </pc:spChg>
        <pc:spChg chg="mod">
          <ac:chgData name="Josep Núñez Riba" userId="de0a42bf-019d-4b6c-9011-8ed265f06a93" providerId="ADAL" clId="{4C9DB5BA-0887-45C6-925D-A047F4C85098}" dt="2026-06-22T17:50:47.312" v="5900" actId="790"/>
          <ac:spMkLst>
            <pc:docMk/>
            <pc:sldMk cId="2573234274" sldId="291"/>
            <ac:spMk id="83" creationId="{09D003CD-4348-2833-E8A4-4458CD4F146D}"/>
          </ac:spMkLst>
        </pc:spChg>
        <pc:spChg chg="mod">
          <ac:chgData name="Josep Núñez Riba" userId="de0a42bf-019d-4b6c-9011-8ed265f06a93" providerId="ADAL" clId="{4C9DB5BA-0887-45C6-925D-A047F4C85098}" dt="2026-06-22T17:50:47.312" v="5900" actId="790"/>
          <ac:spMkLst>
            <pc:docMk/>
            <pc:sldMk cId="2573234274" sldId="291"/>
            <ac:spMk id="89" creationId="{B7DEB086-716C-681C-1150-8777AAB3B48A}"/>
          </ac:spMkLst>
        </pc:spChg>
        <pc:spChg chg="mod">
          <ac:chgData name="Josep Núñez Riba" userId="de0a42bf-019d-4b6c-9011-8ed265f06a93" providerId="ADAL" clId="{4C9DB5BA-0887-45C6-925D-A047F4C85098}" dt="2026-06-18T23:43:40.919" v="5" actId="790"/>
          <ac:spMkLst>
            <pc:docMk/>
            <pc:sldMk cId="2573234274" sldId="291"/>
            <ac:spMk id="91" creationId="{B99EAB08-5218-67CD-90F7-B20B019EDB08}"/>
          </ac:spMkLst>
        </pc:spChg>
        <pc:spChg chg="mod">
          <ac:chgData name="Josep Núñez Riba" userId="de0a42bf-019d-4b6c-9011-8ed265f06a93" providerId="ADAL" clId="{4C9DB5BA-0887-45C6-925D-A047F4C85098}" dt="2026-06-22T17:50:47.312" v="5900" actId="790"/>
          <ac:spMkLst>
            <pc:docMk/>
            <pc:sldMk cId="2573234274" sldId="291"/>
            <ac:spMk id="95" creationId="{869726D5-20F0-1969-B3DF-38E01B21098C}"/>
          </ac:spMkLst>
        </pc:spChg>
        <pc:spChg chg="mod">
          <ac:chgData name="Josep Núñez Riba" userId="de0a42bf-019d-4b6c-9011-8ed265f06a93" providerId="ADAL" clId="{4C9DB5BA-0887-45C6-925D-A047F4C85098}" dt="2026-06-18T23:43:40.919" v="5" actId="790"/>
          <ac:spMkLst>
            <pc:docMk/>
            <pc:sldMk cId="2573234274" sldId="291"/>
            <ac:spMk id="97" creationId="{E180D47A-2F1A-D1CC-433E-C4338AD890F0}"/>
          </ac:spMkLst>
        </pc:spChg>
        <pc:grpChg chg="add mod">
          <ac:chgData name="Josep Núñez Riba" userId="de0a42bf-019d-4b6c-9011-8ed265f06a93" providerId="ADAL" clId="{4C9DB5BA-0887-45C6-925D-A047F4C85098}" dt="2026-06-22T17:06:43.984" v="5026"/>
          <ac:grpSpMkLst>
            <pc:docMk/>
            <pc:sldMk cId="2573234274" sldId="291"/>
            <ac:grpSpMk id="5" creationId="{D08E58F6-BEC0-325A-8D89-0EBE33A29C60}"/>
          </ac:grpSpMkLst>
        </pc:grpChg>
        <pc:picChg chg="mod">
          <ac:chgData name="Josep Núñez Riba" userId="de0a42bf-019d-4b6c-9011-8ed265f06a93" providerId="ADAL" clId="{4C9DB5BA-0887-45C6-925D-A047F4C85098}" dt="2026-06-22T17:06:43.984" v="5026"/>
          <ac:picMkLst>
            <pc:docMk/>
            <pc:sldMk cId="2573234274" sldId="291"/>
            <ac:picMk id="12" creationId="{6A4CFB1B-AC13-C364-0EDF-33AF37D220BC}"/>
          </ac:picMkLst>
        </pc:picChg>
        <pc:picChg chg="mod">
          <ac:chgData name="Josep Núñez Riba" userId="de0a42bf-019d-4b6c-9011-8ed265f06a93" providerId="ADAL" clId="{4C9DB5BA-0887-45C6-925D-A047F4C85098}" dt="2026-06-22T17:06:43.984" v="5026"/>
          <ac:picMkLst>
            <pc:docMk/>
            <pc:sldMk cId="2573234274" sldId="291"/>
            <ac:picMk id="13" creationId="{3EB1CCD0-5E88-6204-6BBF-9343FD7FE694}"/>
          </ac:picMkLst>
        </pc:picChg>
      </pc:sldChg>
      <pc:sldChg chg="modSp mod">
        <pc:chgData name="Josep Núñez Riba" userId="de0a42bf-019d-4b6c-9011-8ed265f06a93" providerId="ADAL" clId="{4C9DB5BA-0887-45C6-925D-A047F4C85098}" dt="2026-06-23T07:10:07.891" v="5923"/>
        <pc:sldMkLst>
          <pc:docMk/>
          <pc:sldMk cId="1921321208" sldId="292"/>
        </pc:sldMkLst>
        <pc:spChg chg="mod">
          <ac:chgData name="Josep Núñez Riba" userId="de0a42bf-019d-4b6c-9011-8ed265f06a93" providerId="ADAL" clId="{4C9DB5BA-0887-45C6-925D-A047F4C85098}" dt="2026-06-23T07:10:07.891" v="5923"/>
          <ac:spMkLst>
            <pc:docMk/>
            <pc:sldMk cId="1921321208" sldId="292"/>
            <ac:spMk id="2" creationId="{98217D2E-CE16-6428-87C2-552607BA5718}"/>
          </ac:spMkLst>
        </pc:spChg>
        <pc:spChg chg="mod">
          <ac:chgData name="Josep Núñez Riba" userId="de0a42bf-019d-4b6c-9011-8ed265f06a93" providerId="ADAL" clId="{4C9DB5BA-0887-45C6-925D-A047F4C85098}" dt="2026-06-22T17:50:47.312" v="5900" actId="790"/>
          <ac:spMkLst>
            <pc:docMk/>
            <pc:sldMk cId="1921321208" sldId="292"/>
            <ac:spMk id="3" creationId="{6EF9A189-FE55-1E2A-59EB-8D2B63773706}"/>
          </ac:spMkLst>
        </pc:spChg>
        <pc:spChg chg="mod">
          <ac:chgData name="Josep Núñez Riba" userId="de0a42bf-019d-4b6c-9011-8ed265f06a93" providerId="ADAL" clId="{4C9DB5BA-0887-45C6-925D-A047F4C85098}" dt="2026-06-22T17:50:47.312" v="5900" actId="790"/>
          <ac:spMkLst>
            <pc:docMk/>
            <pc:sldMk cId="1921321208" sldId="292"/>
            <ac:spMk id="4" creationId="{77A01ACE-4335-8F55-DC49-5FD1E18D20DE}"/>
          </ac:spMkLst>
        </pc:spChg>
        <pc:spChg chg="mod">
          <ac:chgData name="Josep Núñez Riba" userId="de0a42bf-019d-4b6c-9011-8ed265f06a93" providerId="ADAL" clId="{4C9DB5BA-0887-45C6-925D-A047F4C85098}" dt="2026-06-22T17:50:47.312" v="5900" actId="790"/>
          <ac:spMkLst>
            <pc:docMk/>
            <pc:sldMk cId="1921321208" sldId="292"/>
            <ac:spMk id="12" creationId="{FE9B7C07-6900-2F69-3F4F-6B6056F5E745}"/>
          </ac:spMkLst>
        </pc:spChg>
        <pc:spChg chg="mod">
          <ac:chgData name="Josep Núñez Riba" userId="de0a42bf-019d-4b6c-9011-8ed265f06a93" providerId="ADAL" clId="{4C9DB5BA-0887-45C6-925D-A047F4C85098}" dt="2026-06-18T23:43:40.919" v="5" actId="790"/>
          <ac:spMkLst>
            <pc:docMk/>
            <pc:sldMk cId="1921321208" sldId="292"/>
            <ac:spMk id="14" creationId="{2F9E0710-13E1-D36B-2714-49D41E336777}"/>
          </ac:spMkLst>
        </pc:spChg>
        <pc:spChg chg="mod">
          <ac:chgData name="Josep Núñez Riba" userId="de0a42bf-019d-4b6c-9011-8ed265f06a93" providerId="ADAL" clId="{4C9DB5BA-0887-45C6-925D-A047F4C85098}" dt="2026-06-22T17:50:47.312" v="5900" actId="790"/>
          <ac:spMkLst>
            <pc:docMk/>
            <pc:sldMk cId="1921321208" sldId="292"/>
            <ac:spMk id="19" creationId="{335F65A4-38A0-F420-58D1-D7F3F8A62AB9}"/>
          </ac:spMkLst>
        </pc:spChg>
        <pc:spChg chg="mod">
          <ac:chgData name="Josep Núñez Riba" userId="de0a42bf-019d-4b6c-9011-8ed265f06a93" providerId="ADAL" clId="{4C9DB5BA-0887-45C6-925D-A047F4C85098}" dt="2026-06-18T23:43:40.919" v="5" actId="790"/>
          <ac:spMkLst>
            <pc:docMk/>
            <pc:sldMk cId="1921321208" sldId="292"/>
            <ac:spMk id="25" creationId="{3C6289F5-8178-4517-BB00-6B049C7699E5}"/>
          </ac:spMkLst>
        </pc:spChg>
        <pc:spChg chg="mod">
          <ac:chgData name="Josep Núñez Riba" userId="de0a42bf-019d-4b6c-9011-8ed265f06a93" providerId="ADAL" clId="{4C9DB5BA-0887-45C6-925D-A047F4C85098}" dt="2026-06-22T17:50:47.312" v="5900" actId="790"/>
          <ac:spMkLst>
            <pc:docMk/>
            <pc:sldMk cId="1921321208" sldId="292"/>
            <ac:spMk id="27" creationId="{E453719D-185F-E685-8A38-1D247CD58336}"/>
          </ac:spMkLst>
        </pc:spChg>
        <pc:spChg chg="mod">
          <ac:chgData name="Josep Núñez Riba" userId="de0a42bf-019d-4b6c-9011-8ed265f06a93" providerId="ADAL" clId="{4C9DB5BA-0887-45C6-925D-A047F4C85098}" dt="2026-06-22T17:50:47.312" v="5900" actId="790"/>
          <ac:spMkLst>
            <pc:docMk/>
            <pc:sldMk cId="1921321208" sldId="292"/>
            <ac:spMk id="33" creationId="{3A0D44CF-46BF-2E99-F24D-D62844F04A0A}"/>
          </ac:spMkLst>
        </pc:spChg>
        <pc:spChg chg="mod">
          <ac:chgData name="Josep Núñez Riba" userId="de0a42bf-019d-4b6c-9011-8ed265f06a93" providerId="ADAL" clId="{4C9DB5BA-0887-45C6-925D-A047F4C85098}" dt="2026-06-22T17:50:47.312" v="5900" actId="790"/>
          <ac:spMkLst>
            <pc:docMk/>
            <pc:sldMk cId="1921321208" sldId="292"/>
            <ac:spMk id="35" creationId="{7C2F38B3-F9A6-3956-067C-4EF5BB79F991}"/>
          </ac:spMkLst>
        </pc:spChg>
        <pc:spChg chg="mod">
          <ac:chgData name="Josep Núñez Riba" userId="de0a42bf-019d-4b6c-9011-8ed265f06a93" providerId="ADAL" clId="{4C9DB5BA-0887-45C6-925D-A047F4C85098}" dt="2026-06-22T17:50:47.312" v="5900" actId="790"/>
          <ac:spMkLst>
            <pc:docMk/>
            <pc:sldMk cId="1921321208" sldId="292"/>
            <ac:spMk id="37" creationId="{060A5D9F-3AA6-827F-3E46-2A68A8E97787}"/>
          </ac:spMkLst>
        </pc:spChg>
        <pc:spChg chg="mod">
          <ac:chgData name="Josep Núñez Riba" userId="de0a42bf-019d-4b6c-9011-8ed265f06a93" providerId="ADAL" clId="{4C9DB5BA-0887-45C6-925D-A047F4C85098}" dt="2026-06-18T23:43:40.919" v="5" actId="790"/>
          <ac:spMkLst>
            <pc:docMk/>
            <pc:sldMk cId="1921321208" sldId="292"/>
            <ac:spMk id="39" creationId="{5E294FC7-806E-BD68-CCA4-0073BA87C16C}"/>
          </ac:spMkLst>
        </pc:spChg>
        <pc:spChg chg="mod">
          <ac:chgData name="Josep Núñez Riba" userId="de0a42bf-019d-4b6c-9011-8ed265f06a93" providerId="ADAL" clId="{4C9DB5BA-0887-45C6-925D-A047F4C85098}" dt="2026-06-18T23:43:40.919" v="5" actId="790"/>
          <ac:spMkLst>
            <pc:docMk/>
            <pc:sldMk cId="1921321208" sldId="292"/>
            <ac:spMk id="53" creationId="{88D125E5-0DB1-E051-116D-94CE62AA9A8A}"/>
          </ac:spMkLst>
        </pc:spChg>
        <pc:spChg chg="mod">
          <ac:chgData name="Josep Núñez Riba" userId="de0a42bf-019d-4b6c-9011-8ed265f06a93" providerId="ADAL" clId="{4C9DB5BA-0887-45C6-925D-A047F4C85098}" dt="2026-06-22T17:50:47.312" v="5900" actId="790"/>
          <ac:spMkLst>
            <pc:docMk/>
            <pc:sldMk cId="1921321208" sldId="292"/>
            <ac:spMk id="64" creationId="{057A75BD-5345-34C1-6487-C400EB0881E1}"/>
          </ac:spMkLst>
        </pc:spChg>
        <pc:spChg chg="mod">
          <ac:chgData name="Josep Núñez Riba" userId="de0a42bf-019d-4b6c-9011-8ed265f06a93" providerId="ADAL" clId="{4C9DB5BA-0887-45C6-925D-A047F4C85098}" dt="2026-06-22T17:50:47.312" v="5900" actId="790"/>
          <ac:spMkLst>
            <pc:docMk/>
            <pc:sldMk cId="1921321208" sldId="292"/>
            <ac:spMk id="66" creationId="{340BF889-3330-8737-B387-9B340036030F}"/>
          </ac:spMkLst>
        </pc:spChg>
        <pc:spChg chg="mod">
          <ac:chgData name="Josep Núñez Riba" userId="de0a42bf-019d-4b6c-9011-8ed265f06a93" providerId="ADAL" clId="{4C9DB5BA-0887-45C6-925D-A047F4C85098}" dt="2026-06-18T23:43:40.919" v="5" actId="790"/>
          <ac:spMkLst>
            <pc:docMk/>
            <pc:sldMk cId="1921321208" sldId="292"/>
            <ac:spMk id="67" creationId="{A2072F0B-56E6-97D1-8B69-2F5D97167515}"/>
          </ac:spMkLst>
        </pc:spChg>
        <pc:spChg chg="mod">
          <ac:chgData name="Josep Núñez Riba" userId="de0a42bf-019d-4b6c-9011-8ed265f06a93" providerId="ADAL" clId="{4C9DB5BA-0887-45C6-925D-A047F4C85098}" dt="2026-06-18T23:43:40.919" v="5" actId="790"/>
          <ac:spMkLst>
            <pc:docMk/>
            <pc:sldMk cId="1921321208" sldId="292"/>
            <ac:spMk id="68" creationId="{51FB7EF3-6BF6-FE96-4555-29A3C91BE7FB}"/>
          </ac:spMkLst>
        </pc:spChg>
      </pc:sldChg>
      <pc:sldChg chg="modSp mod">
        <pc:chgData name="Josep Núñez Riba" userId="de0a42bf-019d-4b6c-9011-8ed265f06a93" providerId="ADAL" clId="{4C9DB5BA-0887-45C6-925D-A047F4C85098}" dt="2026-06-23T07:10:42.745" v="5933" actId="20577"/>
        <pc:sldMkLst>
          <pc:docMk/>
          <pc:sldMk cId="1420115471" sldId="296"/>
        </pc:sldMkLst>
        <pc:spChg chg="mod">
          <ac:chgData name="Josep Núñez Riba" userId="de0a42bf-019d-4b6c-9011-8ed265f06a93" providerId="ADAL" clId="{4C9DB5BA-0887-45C6-925D-A047F4C85098}" dt="2026-06-23T07:10:42.745" v="5933" actId="20577"/>
          <ac:spMkLst>
            <pc:docMk/>
            <pc:sldMk cId="1420115471" sldId="296"/>
            <ac:spMk id="2" creationId="{B44BFA7E-EEFF-6A21-9822-0BFD0D771F81}"/>
          </ac:spMkLst>
        </pc:spChg>
        <pc:spChg chg="mod">
          <ac:chgData name="Josep Núñez Riba" userId="de0a42bf-019d-4b6c-9011-8ed265f06a93" providerId="ADAL" clId="{4C9DB5BA-0887-45C6-925D-A047F4C85098}" dt="2026-06-22T17:50:47.312" v="5900" actId="790"/>
          <ac:spMkLst>
            <pc:docMk/>
            <pc:sldMk cId="1420115471" sldId="296"/>
            <ac:spMk id="3" creationId="{C8AE216D-FEED-E4A8-8411-5CAE3A0F05D8}"/>
          </ac:spMkLst>
        </pc:spChg>
        <pc:spChg chg="mod">
          <ac:chgData name="Josep Núñez Riba" userId="de0a42bf-019d-4b6c-9011-8ed265f06a93" providerId="ADAL" clId="{4C9DB5BA-0887-45C6-925D-A047F4C85098}" dt="2026-06-22T17:50:47.312" v="5900" actId="790"/>
          <ac:spMkLst>
            <pc:docMk/>
            <pc:sldMk cId="1420115471" sldId="296"/>
            <ac:spMk id="31" creationId="{F1D052C3-5F72-CEAD-C120-CC8398DA0446}"/>
          </ac:spMkLst>
        </pc:spChg>
        <pc:spChg chg="mod">
          <ac:chgData name="Josep Núñez Riba" userId="de0a42bf-019d-4b6c-9011-8ed265f06a93" providerId="ADAL" clId="{4C9DB5BA-0887-45C6-925D-A047F4C85098}" dt="2026-06-18T23:43:40.919" v="5" actId="790"/>
          <ac:spMkLst>
            <pc:docMk/>
            <pc:sldMk cId="1420115471" sldId="296"/>
            <ac:spMk id="35" creationId="{7252CDE0-E38C-09C1-0DC1-AF78F1B383F8}"/>
          </ac:spMkLst>
        </pc:spChg>
        <pc:spChg chg="mod">
          <ac:chgData name="Josep Núñez Riba" userId="de0a42bf-019d-4b6c-9011-8ed265f06a93" providerId="ADAL" clId="{4C9DB5BA-0887-45C6-925D-A047F4C85098}" dt="2026-06-22T17:50:47.312" v="5900" actId="790"/>
          <ac:spMkLst>
            <pc:docMk/>
            <pc:sldMk cId="1420115471" sldId="296"/>
            <ac:spMk id="36" creationId="{33D5FB9B-2C05-8C61-AFD3-948B8518A062}"/>
          </ac:spMkLst>
        </pc:spChg>
        <pc:spChg chg="mod">
          <ac:chgData name="Josep Núñez Riba" userId="de0a42bf-019d-4b6c-9011-8ed265f06a93" providerId="ADAL" clId="{4C9DB5BA-0887-45C6-925D-A047F4C85098}" dt="2026-06-18T23:43:40.919" v="5" actId="790"/>
          <ac:spMkLst>
            <pc:docMk/>
            <pc:sldMk cId="1420115471" sldId="296"/>
            <ac:spMk id="40" creationId="{AEB304C8-D213-75F4-75AC-04C20EEB9DAF}"/>
          </ac:spMkLst>
        </pc:spChg>
        <pc:spChg chg="mod">
          <ac:chgData name="Josep Núñez Riba" userId="de0a42bf-019d-4b6c-9011-8ed265f06a93" providerId="ADAL" clId="{4C9DB5BA-0887-45C6-925D-A047F4C85098}" dt="2026-06-22T17:50:47.312" v="5900" actId="790"/>
          <ac:spMkLst>
            <pc:docMk/>
            <pc:sldMk cId="1420115471" sldId="296"/>
            <ac:spMk id="42" creationId="{0992A06D-BDDD-FA39-B0BE-5C81B77781FE}"/>
          </ac:spMkLst>
        </pc:spChg>
        <pc:spChg chg="mod">
          <ac:chgData name="Josep Núñez Riba" userId="de0a42bf-019d-4b6c-9011-8ed265f06a93" providerId="ADAL" clId="{4C9DB5BA-0887-45C6-925D-A047F4C85098}" dt="2026-06-22T17:50:47.312" v="5900" actId="790"/>
          <ac:spMkLst>
            <pc:docMk/>
            <pc:sldMk cId="1420115471" sldId="296"/>
            <ac:spMk id="43" creationId="{484B46FF-3151-18A9-9FB7-5CC7A5FB0948}"/>
          </ac:spMkLst>
        </pc:spChg>
        <pc:spChg chg="mod">
          <ac:chgData name="Josep Núñez Riba" userId="de0a42bf-019d-4b6c-9011-8ed265f06a93" providerId="ADAL" clId="{4C9DB5BA-0887-45C6-925D-A047F4C85098}" dt="2026-06-22T17:50:47.312" v="5900" actId="790"/>
          <ac:spMkLst>
            <pc:docMk/>
            <pc:sldMk cId="1420115471" sldId="296"/>
            <ac:spMk id="45" creationId="{EBA18E68-E8F2-6333-9457-3F1F77904805}"/>
          </ac:spMkLst>
        </pc:spChg>
        <pc:spChg chg="mod">
          <ac:chgData name="Josep Núñez Riba" userId="de0a42bf-019d-4b6c-9011-8ed265f06a93" providerId="ADAL" clId="{4C9DB5BA-0887-45C6-925D-A047F4C85098}" dt="2026-06-22T17:50:47.312" v="5900" actId="790"/>
          <ac:spMkLst>
            <pc:docMk/>
            <pc:sldMk cId="1420115471" sldId="296"/>
            <ac:spMk id="48" creationId="{C757FA35-6413-334D-40F9-7994CEAB0366}"/>
          </ac:spMkLst>
        </pc:spChg>
        <pc:spChg chg="mod">
          <ac:chgData name="Josep Núñez Riba" userId="de0a42bf-019d-4b6c-9011-8ed265f06a93" providerId="ADAL" clId="{4C9DB5BA-0887-45C6-925D-A047F4C85098}" dt="2026-06-22T17:50:47.312" v="5900" actId="790"/>
          <ac:spMkLst>
            <pc:docMk/>
            <pc:sldMk cId="1420115471" sldId="296"/>
            <ac:spMk id="49" creationId="{CE6214F6-B4BB-B14F-7D32-343090B3347B}"/>
          </ac:spMkLst>
        </pc:spChg>
        <pc:spChg chg="mod">
          <ac:chgData name="Josep Núñez Riba" userId="de0a42bf-019d-4b6c-9011-8ed265f06a93" providerId="ADAL" clId="{4C9DB5BA-0887-45C6-925D-A047F4C85098}" dt="2026-06-22T17:50:47.312" v="5900" actId="790"/>
          <ac:spMkLst>
            <pc:docMk/>
            <pc:sldMk cId="1420115471" sldId="296"/>
            <ac:spMk id="52" creationId="{A1EC3174-51BE-E078-509F-F63EC5869624}"/>
          </ac:spMkLst>
        </pc:spChg>
        <pc:spChg chg="mod">
          <ac:chgData name="Josep Núñez Riba" userId="de0a42bf-019d-4b6c-9011-8ed265f06a93" providerId="ADAL" clId="{4C9DB5BA-0887-45C6-925D-A047F4C85098}" dt="2026-06-18T23:43:40.919" v="5" actId="790"/>
          <ac:spMkLst>
            <pc:docMk/>
            <pc:sldMk cId="1420115471" sldId="296"/>
            <ac:spMk id="54" creationId="{F21E52EB-D9B1-32A7-5122-90CC4C23B747}"/>
          </ac:spMkLst>
        </pc:spChg>
        <pc:spChg chg="mod">
          <ac:chgData name="Josep Núñez Riba" userId="de0a42bf-019d-4b6c-9011-8ed265f06a93" providerId="ADAL" clId="{4C9DB5BA-0887-45C6-925D-A047F4C85098}" dt="2026-06-22T17:50:47.312" v="5900" actId="790"/>
          <ac:spMkLst>
            <pc:docMk/>
            <pc:sldMk cId="1420115471" sldId="296"/>
            <ac:spMk id="55" creationId="{58A75D5F-B9E3-EFB7-B72E-E4A015603D67}"/>
          </ac:spMkLst>
        </pc:spChg>
      </pc:sldChg>
      <pc:sldChg chg="addSp delSp modSp mod">
        <pc:chgData name="Josep Núñez Riba" userId="de0a42bf-019d-4b6c-9011-8ed265f06a93" providerId="ADAL" clId="{4C9DB5BA-0887-45C6-925D-A047F4C85098}" dt="2026-06-23T07:09:02.419" v="5916" actId="20577"/>
        <pc:sldMkLst>
          <pc:docMk/>
          <pc:sldMk cId="785730118" sldId="298"/>
        </pc:sldMkLst>
        <pc:spChg chg="mod">
          <ac:chgData name="Josep Núñez Riba" userId="de0a42bf-019d-4b6c-9011-8ed265f06a93" providerId="ADAL" clId="{4C9DB5BA-0887-45C6-925D-A047F4C85098}" dt="2026-06-23T07:09:02.419" v="5916" actId="20577"/>
          <ac:spMkLst>
            <pc:docMk/>
            <pc:sldMk cId="785730118" sldId="298"/>
            <ac:spMk id="2" creationId="{ECD7A842-712D-2B5A-8DBF-010824188F5B}"/>
          </ac:spMkLst>
        </pc:spChg>
        <pc:spChg chg="mod">
          <ac:chgData name="Josep Núñez Riba" userId="de0a42bf-019d-4b6c-9011-8ed265f06a93" providerId="ADAL" clId="{4C9DB5BA-0887-45C6-925D-A047F4C85098}" dt="2026-06-22T17:50:47.312" v="5900" actId="790"/>
          <ac:spMkLst>
            <pc:docMk/>
            <pc:sldMk cId="785730118" sldId="298"/>
            <ac:spMk id="3" creationId="{89B134A8-3882-72E5-F52B-A9EBDF1FF69D}"/>
          </ac:spMkLst>
        </pc:spChg>
        <pc:spChg chg="mod">
          <ac:chgData name="Josep Núñez Riba" userId="de0a42bf-019d-4b6c-9011-8ed265f06a93" providerId="ADAL" clId="{4C9DB5BA-0887-45C6-925D-A047F4C85098}" dt="2026-06-18T23:43:40.919" v="5" actId="790"/>
          <ac:spMkLst>
            <pc:docMk/>
            <pc:sldMk cId="785730118" sldId="298"/>
            <ac:spMk id="5" creationId="{7532591F-6DC0-EB83-BEF1-D871F6125956}"/>
          </ac:spMkLst>
        </pc:spChg>
        <pc:spChg chg="mod">
          <ac:chgData name="Josep Núñez Riba" userId="de0a42bf-019d-4b6c-9011-8ed265f06a93" providerId="ADAL" clId="{4C9DB5BA-0887-45C6-925D-A047F4C85098}" dt="2026-06-18T23:43:40.919" v="5" actId="790"/>
          <ac:spMkLst>
            <pc:docMk/>
            <pc:sldMk cId="785730118" sldId="298"/>
            <ac:spMk id="6" creationId="{F6070492-5F19-DB06-2E27-903FF4DBBDF9}"/>
          </ac:spMkLst>
        </pc:spChg>
        <pc:spChg chg="mod">
          <ac:chgData name="Josep Núñez Riba" userId="de0a42bf-019d-4b6c-9011-8ed265f06a93" providerId="ADAL" clId="{4C9DB5BA-0887-45C6-925D-A047F4C85098}" dt="2026-06-22T17:50:47.312" v="5900" actId="790"/>
          <ac:spMkLst>
            <pc:docMk/>
            <pc:sldMk cId="785730118" sldId="298"/>
            <ac:spMk id="9" creationId="{8B0EFF2D-5AC0-8924-0948-B49B8C2900B3}"/>
          </ac:spMkLst>
        </pc:spChg>
        <pc:spChg chg="mod">
          <ac:chgData name="Josep Núñez Riba" userId="de0a42bf-019d-4b6c-9011-8ed265f06a93" providerId="ADAL" clId="{4C9DB5BA-0887-45C6-925D-A047F4C85098}" dt="2026-06-18T23:43:40.919" v="5" actId="790"/>
          <ac:spMkLst>
            <pc:docMk/>
            <pc:sldMk cId="785730118" sldId="298"/>
            <ac:spMk id="12" creationId="{BBCC4F03-4D46-D581-FEF9-0F338BAA2CB3}"/>
          </ac:spMkLst>
        </pc:spChg>
        <pc:spChg chg="mod">
          <ac:chgData name="Josep Núñez Riba" userId="de0a42bf-019d-4b6c-9011-8ed265f06a93" providerId="ADAL" clId="{4C9DB5BA-0887-45C6-925D-A047F4C85098}" dt="2026-06-18T23:43:40.919" v="5" actId="790"/>
          <ac:spMkLst>
            <pc:docMk/>
            <pc:sldMk cId="785730118" sldId="298"/>
            <ac:spMk id="13" creationId="{CC149740-E0C6-D621-EFCB-720B28BEF7A8}"/>
          </ac:spMkLst>
        </pc:spChg>
        <pc:spChg chg="add mod">
          <ac:chgData name="Josep Núñez Riba" userId="de0a42bf-019d-4b6c-9011-8ed265f06a93" providerId="ADAL" clId="{4C9DB5BA-0887-45C6-925D-A047F4C85098}" dt="2026-06-22T17:50:47.312" v="5900" actId="790"/>
          <ac:spMkLst>
            <pc:docMk/>
            <pc:sldMk cId="785730118" sldId="298"/>
            <ac:spMk id="14" creationId="{ED416D49-7CD7-5E89-1407-EC8C31304E78}"/>
          </ac:spMkLst>
        </pc:spChg>
        <pc:spChg chg="mod">
          <ac:chgData name="Josep Núñez Riba" userId="de0a42bf-019d-4b6c-9011-8ed265f06a93" providerId="ADAL" clId="{4C9DB5BA-0887-45C6-925D-A047F4C85098}" dt="2026-06-19T10:57:40.041" v="639" actId="14100"/>
          <ac:spMkLst>
            <pc:docMk/>
            <pc:sldMk cId="785730118" sldId="298"/>
            <ac:spMk id="19" creationId="{F3CE09E3-5765-23A8-4097-11D9BDEF2A71}"/>
          </ac:spMkLst>
        </pc:spChg>
        <pc:spChg chg="mod">
          <ac:chgData name="Josep Núñez Riba" userId="de0a42bf-019d-4b6c-9011-8ed265f06a93" providerId="ADAL" clId="{4C9DB5BA-0887-45C6-925D-A047F4C85098}" dt="2026-06-22T17:50:47.312" v="5900" actId="790"/>
          <ac:spMkLst>
            <pc:docMk/>
            <pc:sldMk cId="785730118" sldId="298"/>
            <ac:spMk id="26" creationId="{47242BDC-A5E5-2BED-CEED-8C2A1AF32283}"/>
          </ac:spMkLst>
        </pc:spChg>
        <pc:spChg chg="mod">
          <ac:chgData name="Josep Núñez Riba" userId="de0a42bf-019d-4b6c-9011-8ed265f06a93" providerId="ADAL" clId="{4C9DB5BA-0887-45C6-925D-A047F4C85098}" dt="2026-06-22T17:50:47.312" v="5900" actId="790"/>
          <ac:spMkLst>
            <pc:docMk/>
            <pc:sldMk cId="785730118" sldId="298"/>
            <ac:spMk id="29" creationId="{683B78DD-B2A2-D0E9-1F52-F2ADCF3A95DA}"/>
          </ac:spMkLst>
        </pc:spChg>
        <pc:spChg chg="mod">
          <ac:chgData name="Josep Núñez Riba" userId="de0a42bf-019d-4b6c-9011-8ed265f06a93" providerId="ADAL" clId="{4C9DB5BA-0887-45C6-925D-A047F4C85098}" dt="2026-06-22T17:50:47.312" v="5900" actId="790"/>
          <ac:spMkLst>
            <pc:docMk/>
            <pc:sldMk cId="785730118" sldId="298"/>
            <ac:spMk id="32" creationId="{BDB62743-65AA-FC52-EEF6-F94418936E02}"/>
          </ac:spMkLst>
        </pc:spChg>
        <pc:spChg chg="mod">
          <ac:chgData name="Josep Núñez Riba" userId="de0a42bf-019d-4b6c-9011-8ed265f06a93" providerId="ADAL" clId="{4C9DB5BA-0887-45C6-925D-A047F4C85098}" dt="2026-06-22T17:50:47.312" v="5900" actId="790"/>
          <ac:spMkLst>
            <pc:docMk/>
            <pc:sldMk cId="785730118" sldId="298"/>
            <ac:spMk id="34" creationId="{D6D9F29A-1E5A-05A1-EA45-F10E8C764BEE}"/>
          </ac:spMkLst>
        </pc:spChg>
        <pc:spChg chg="mod">
          <ac:chgData name="Josep Núñez Riba" userId="de0a42bf-019d-4b6c-9011-8ed265f06a93" providerId="ADAL" clId="{4C9DB5BA-0887-45C6-925D-A047F4C85098}" dt="2026-06-22T17:50:47.312" v="5900" actId="790"/>
          <ac:spMkLst>
            <pc:docMk/>
            <pc:sldMk cId="785730118" sldId="298"/>
            <ac:spMk id="35" creationId="{3DC2FD17-6372-D980-F68F-EFF95B69E7A9}"/>
          </ac:spMkLst>
        </pc:spChg>
        <pc:spChg chg="add mod">
          <ac:chgData name="Josep Núñez Riba" userId="de0a42bf-019d-4b6c-9011-8ed265f06a93" providerId="ADAL" clId="{4C9DB5BA-0887-45C6-925D-A047F4C85098}" dt="2026-06-22T17:50:47.312" v="5900" actId="790"/>
          <ac:spMkLst>
            <pc:docMk/>
            <pc:sldMk cId="785730118" sldId="298"/>
            <ac:spMk id="41" creationId="{FF7939DC-005D-F00F-A489-1EB955856CED}"/>
          </ac:spMkLst>
        </pc:spChg>
        <pc:grpChg chg="mod">
          <ac:chgData name="Josep Núñez Riba" userId="de0a42bf-019d-4b6c-9011-8ed265f06a93" providerId="ADAL" clId="{4C9DB5BA-0887-45C6-925D-A047F4C85098}" dt="2026-06-22T09:16:11.366" v="3075" actId="1035"/>
          <ac:grpSpMkLst>
            <pc:docMk/>
            <pc:sldMk cId="785730118" sldId="298"/>
            <ac:grpSpMk id="4" creationId="{68C5E65F-2FB1-1FB7-2410-17879ECC7339}"/>
          </ac:grpSpMkLst>
        </pc:grpChg>
        <pc:grpChg chg="mod">
          <ac:chgData name="Josep Núñez Riba" userId="de0a42bf-019d-4b6c-9011-8ed265f06a93" providerId="ADAL" clId="{4C9DB5BA-0887-45C6-925D-A047F4C85098}" dt="2026-06-22T09:16:11.366" v="3075" actId="1035"/>
          <ac:grpSpMkLst>
            <pc:docMk/>
            <pc:sldMk cId="785730118" sldId="298"/>
            <ac:grpSpMk id="8" creationId="{172897CF-2B9C-981C-78D3-BC11DA8A809F}"/>
          </ac:grpSpMkLst>
        </pc:grpChg>
        <pc:grpChg chg="mod">
          <ac:chgData name="Josep Núñez Riba" userId="de0a42bf-019d-4b6c-9011-8ed265f06a93" providerId="ADAL" clId="{4C9DB5BA-0887-45C6-925D-A047F4C85098}" dt="2026-06-22T09:16:11.366" v="3075" actId="1035"/>
          <ac:grpSpMkLst>
            <pc:docMk/>
            <pc:sldMk cId="785730118" sldId="298"/>
            <ac:grpSpMk id="11" creationId="{E5CE50C4-FA73-D8E1-0D12-7F0837E4621E}"/>
          </ac:grpSpMkLst>
        </pc:grpChg>
        <pc:grpChg chg="mod">
          <ac:chgData name="Josep Núñez Riba" userId="de0a42bf-019d-4b6c-9011-8ed265f06a93" providerId="ADAL" clId="{4C9DB5BA-0887-45C6-925D-A047F4C85098}" dt="2026-06-22T09:16:11.366" v="3075" actId="1035"/>
          <ac:grpSpMkLst>
            <pc:docMk/>
            <pc:sldMk cId="785730118" sldId="298"/>
            <ac:grpSpMk id="24" creationId="{FD52BB41-6984-9039-B589-EE1D8F2BD7FA}"/>
          </ac:grpSpMkLst>
        </pc:grpChg>
        <pc:grpChg chg="mod">
          <ac:chgData name="Josep Núñez Riba" userId="de0a42bf-019d-4b6c-9011-8ed265f06a93" providerId="ADAL" clId="{4C9DB5BA-0887-45C6-925D-A047F4C85098}" dt="2026-06-22T09:16:11.366" v="3075" actId="1035"/>
          <ac:grpSpMkLst>
            <pc:docMk/>
            <pc:sldMk cId="785730118" sldId="298"/>
            <ac:grpSpMk id="27" creationId="{87DF858D-098A-40B8-ADD3-B3B4B249CA2E}"/>
          </ac:grpSpMkLst>
        </pc:grpChg>
        <pc:grpChg chg="mod">
          <ac:chgData name="Josep Núñez Riba" userId="de0a42bf-019d-4b6c-9011-8ed265f06a93" providerId="ADAL" clId="{4C9DB5BA-0887-45C6-925D-A047F4C85098}" dt="2026-06-22T09:16:11.366" v="3075" actId="1035"/>
          <ac:grpSpMkLst>
            <pc:docMk/>
            <pc:sldMk cId="785730118" sldId="298"/>
            <ac:grpSpMk id="30" creationId="{3931A48D-3D2A-A50E-7833-BDFB1493CBFF}"/>
          </ac:grpSpMkLst>
        </pc:grpChg>
        <pc:grpChg chg="mod">
          <ac:chgData name="Josep Núñez Riba" userId="de0a42bf-019d-4b6c-9011-8ed265f06a93" providerId="ADAL" clId="{4C9DB5BA-0887-45C6-925D-A047F4C85098}" dt="2026-06-22T09:16:11.366" v="3075" actId="1035"/>
          <ac:grpSpMkLst>
            <pc:docMk/>
            <pc:sldMk cId="785730118" sldId="298"/>
            <ac:grpSpMk id="33" creationId="{927C41AB-2A7A-663D-0EC3-3F64E8CC6A85}"/>
          </ac:grpSpMkLst>
        </pc:grpChg>
        <pc:graphicFrameChg chg="mod modGraphic">
          <ac:chgData name="Josep Núñez Riba" userId="de0a42bf-019d-4b6c-9011-8ed265f06a93" providerId="ADAL" clId="{4C9DB5BA-0887-45C6-925D-A047F4C85098}" dt="2026-06-22T09:16:11.366" v="3075" actId="1035"/>
          <ac:graphicFrameMkLst>
            <pc:docMk/>
            <pc:sldMk cId="785730118" sldId="298"/>
            <ac:graphicFrameMk id="10" creationId="{1D619EB5-3E1A-BC64-BE35-4AEB6B209F1F}"/>
          </ac:graphicFrameMkLst>
        </pc:graphicFrameChg>
        <pc:picChg chg="add mod">
          <ac:chgData name="Josep Núñez Riba" userId="de0a42bf-019d-4b6c-9011-8ed265f06a93" providerId="ADAL" clId="{4C9DB5BA-0887-45C6-925D-A047F4C85098}" dt="2026-06-22T09:16:11.366" v="3075" actId="1035"/>
          <ac:picMkLst>
            <pc:docMk/>
            <pc:sldMk cId="785730118" sldId="298"/>
            <ac:picMk id="40" creationId="{6A14C002-3868-D634-1EE0-28CBF3BD1D0A}"/>
          </ac:picMkLst>
        </pc:picChg>
      </pc:sldChg>
      <pc:sldChg chg="modSp mod">
        <pc:chgData name="Josep Núñez Riba" userId="de0a42bf-019d-4b6c-9011-8ed265f06a93" providerId="ADAL" clId="{4C9DB5BA-0887-45C6-925D-A047F4C85098}" dt="2026-06-23T07:09:20.159" v="5919" actId="20577"/>
        <pc:sldMkLst>
          <pc:docMk/>
          <pc:sldMk cId="2886585258" sldId="299"/>
        </pc:sldMkLst>
        <pc:spChg chg="mod">
          <ac:chgData name="Josep Núñez Riba" userId="de0a42bf-019d-4b6c-9011-8ed265f06a93" providerId="ADAL" clId="{4C9DB5BA-0887-45C6-925D-A047F4C85098}" dt="2026-06-23T07:09:20.159" v="5919" actId="20577"/>
          <ac:spMkLst>
            <pc:docMk/>
            <pc:sldMk cId="2886585258" sldId="299"/>
            <ac:spMk id="2" creationId="{7843E983-60B5-886A-27AB-BEC98E155A59}"/>
          </ac:spMkLst>
        </pc:spChg>
      </pc:sldChg>
      <pc:sldChg chg="modSp mod">
        <pc:chgData name="Josep Núñez Riba" userId="de0a42bf-019d-4b6c-9011-8ed265f06a93" providerId="ADAL" clId="{4C9DB5BA-0887-45C6-925D-A047F4C85098}" dt="2026-06-22T17:50:47.312" v="5900" actId="790"/>
        <pc:sldMkLst>
          <pc:docMk/>
          <pc:sldMk cId="1149830282" sldId="300"/>
        </pc:sldMkLst>
        <pc:spChg chg="mod">
          <ac:chgData name="Josep Núñez Riba" userId="de0a42bf-019d-4b6c-9011-8ed265f06a93" providerId="ADAL" clId="{4C9DB5BA-0887-45C6-925D-A047F4C85098}" dt="2026-06-22T17:50:47.312" v="5900" actId="790"/>
          <ac:spMkLst>
            <pc:docMk/>
            <pc:sldMk cId="1149830282" sldId="300"/>
            <ac:spMk id="2" creationId="{52426E1E-F667-DAE4-A135-3687A5D62CD5}"/>
          </ac:spMkLst>
        </pc:spChg>
        <pc:spChg chg="mod">
          <ac:chgData name="Josep Núñez Riba" userId="de0a42bf-019d-4b6c-9011-8ed265f06a93" providerId="ADAL" clId="{4C9DB5BA-0887-45C6-925D-A047F4C85098}" dt="2026-06-22T17:50:47.312" v="5900" actId="790"/>
          <ac:spMkLst>
            <pc:docMk/>
            <pc:sldMk cId="1149830282" sldId="300"/>
            <ac:spMk id="6" creationId="{9DF90547-2373-FFDF-FF41-1E01837C6FA2}"/>
          </ac:spMkLst>
        </pc:spChg>
        <pc:spChg chg="mod">
          <ac:chgData name="Josep Núñez Riba" userId="de0a42bf-019d-4b6c-9011-8ed265f06a93" providerId="ADAL" clId="{4C9DB5BA-0887-45C6-925D-A047F4C85098}" dt="2026-06-22T17:50:47.312" v="5900" actId="790"/>
          <ac:spMkLst>
            <pc:docMk/>
            <pc:sldMk cId="1149830282" sldId="300"/>
            <ac:spMk id="12" creationId="{0834A9A1-7B8D-C85B-52E3-8F67A000AD78}"/>
          </ac:spMkLst>
        </pc:spChg>
        <pc:spChg chg="mod">
          <ac:chgData name="Josep Núñez Riba" userId="de0a42bf-019d-4b6c-9011-8ed265f06a93" providerId="ADAL" clId="{4C9DB5BA-0887-45C6-925D-A047F4C85098}" dt="2026-06-22T17:50:47.312" v="5900" actId="790"/>
          <ac:spMkLst>
            <pc:docMk/>
            <pc:sldMk cId="1149830282" sldId="300"/>
            <ac:spMk id="16" creationId="{90550719-F3F8-EAAF-7449-4733CFF4DE87}"/>
          </ac:spMkLst>
        </pc:spChg>
        <pc:spChg chg="mod">
          <ac:chgData name="Josep Núñez Riba" userId="de0a42bf-019d-4b6c-9011-8ed265f06a93" providerId="ADAL" clId="{4C9DB5BA-0887-45C6-925D-A047F4C85098}" dt="2026-06-22T17:50:47.312" v="5900" actId="790"/>
          <ac:spMkLst>
            <pc:docMk/>
            <pc:sldMk cId="1149830282" sldId="300"/>
            <ac:spMk id="33" creationId="{8D295512-0F41-4CE3-D3B3-CF171571E4BB}"/>
          </ac:spMkLst>
        </pc:spChg>
        <pc:spChg chg="mod">
          <ac:chgData name="Josep Núñez Riba" userId="de0a42bf-019d-4b6c-9011-8ed265f06a93" providerId="ADAL" clId="{4C9DB5BA-0887-45C6-925D-A047F4C85098}" dt="2026-06-22T17:50:47.312" v="5900" actId="790"/>
          <ac:spMkLst>
            <pc:docMk/>
            <pc:sldMk cId="1149830282" sldId="300"/>
            <ac:spMk id="36" creationId="{2165D052-A8E3-76F8-55EA-4F873AA470D8}"/>
          </ac:spMkLst>
        </pc:spChg>
        <pc:spChg chg="mod">
          <ac:chgData name="Josep Núñez Riba" userId="de0a42bf-019d-4b6c-9011-8ed265f06a93" providerId="ADAL" clId="{4C9DB5BA-0887-45C6-925D-A047F4C85098}" dt="2026-06-22T17:50:47.312" v="5900" actId="790"/>
          <ac:spMkLst>
            <pc:docMk/>
            <pc:sldMk cId="1149830282" sldId="300"/>
            <ac:spMk id="38" creationId="{C30FC1D4-B095-8380-B5E4-5D92D74E3F3A}"/>
          </ac:spMkLst>
        </pc:spChg>
        <pc:spChg chg="mod">
          <ac:chgData name="Josep Núñez Riba" userId="de0a42bf-019d-4b6c-9011-8ed265f06a93" providerId="ADAL" clId="{4C9DB5BA-0887-45C6-925D-A047F4C85098}" dt="2026-06-22T17:50:47.312" v="5900" actId="790"/>
          <ac:spMkLst>
            <pc:docMk/>
            <pc:sldMk cId="1149830282" sldId="300"/>
            <ac:spMk id="41" creationId="{DAE1E77E-6D86-B640-1C88-24259C057667}"/>
          </ac:spMkLst>
        </pc:spChg>
        <pc:spChg chg="mod">
          <ac:chgData name="Josep Núñez Riba" userId="de0a42bf-019d-4b6c-9011-8ed265f06a93" providerId="ADAL" clId="{4C9DB5BA-0887-45C6-925D-A047F4C85098}" dt="2026-06-22T17:50:47.312" v="5900" actId="790"/>
          <ac:spMkLst>
            <pc:docMk/>
            <pc:sldMk cId="1149830282" sldId="300"/>
            <ac:spMk id="61" creationId="{7A11B550-0CB0-600A-33FA-54EB7D37D27F}"/>
          </ac:spMkLst>
        </pc:spChg>
        <pc:spChg chg="mod">
          <ac:chgData name="Josep Núñez Riba" userId="de0a42bf-019d-4b6c-9011-8ed265f06a93" providerId="ADAL" clId="{4C9DB5BA-0887-45C6-925D-A047F4C85098}" dt="2026-06-22T17:50:47.312" v="5900" actId="790"/>
          <ac:spMkLst>
            <pc:docMk/>
            <pc:sldMk cId="1149830282" sldId="300"/>
            <ac:spMk id="65" creationId="{99E9BF64-BAEC-737D-A1A5-0899831FAF85}"/>
          </ac:spMkLst>
        </pc:spChg>
      </pc:sldChg>
      <pc:sldChg chg="modSp mod">
        <pc:chgData name="Josep Núñez Riba" userId="de0a42bf-019d-4b6c-9011-8ed265f06a93" providerId="ADAL" clId="{4C9DB5BA-0887-45C6-925D-A047F4C85098}" dt="2026-06-22T17:50:51.292" v="5901" actId="313"/>
        <pc:sldMkLst>
          <pc:docMk/>
          <pc:sldMk cId="3752042665" sldId="301"/>
        </pc:sldMkLst>
        <pc:spChg chg="mod">
          <ac:chgData name="Josep Núñez Riba" userId="de0a42bf-019d-4b6c-9011-8ed265f06a93" providerId="ADAL" clId="{4C9DB5BA-0887-45C6-925D-A047F4C85098}" dt="2026-06-22T17:50:47.312" v="5900" actId="790"/>
          <ac:spMkLst>
            <pc:docMk/>
            <pc:sldMk cId="3752042665" sldId="301"/>
            <ac:spMk id="44" creationId="{88B2CFDF-A006-C618-7CB9-2F1C460C5581}"/>
          </ac:spMkLst>
        </pc:spChg>
        <pc:spChg chg="mod">
          <ac:chgData name="Josep Núñez Riba" userId="de0a42bf-019d-4b6c-9011-8ed265f06a93" providerId="ADAL" clId="{4C9DB5BA-0887-45C6-925D-A047F4C85098}" dt="2026-06-22T17:50:47.312" v="5900" actId="790"/>
          <ac:spMkLst>
            <pc:docMk/>
            <pc:sldMk cId="3752042665" sldId="301"/>
            <ac:spMk id="47" creationId="{1BDDB972-478F-9187-5B61-9518B45AA883}"/>
          </ac:spMkLst>
        </pc:spChg>
        <pc:spChg chg="mod">
          <ac:chgData name="Josep Núñez Riba" userId="de0a42bf-019d-4b6c-9011-8ed265f06a93" providerId="ADAL" clId="{4C9DB5BA-0887-45C6-925D-A047F4C85098}" dt="2026-06-22T17:50:47.312" v="5900" actId="790"/>
          <ac:spMkLst>
            <pc:docMk/>
            <pc:sldMk cId="3752042665" sldId="301"/>
            <ac:spMk id="49" creationId="{0AAB75BF-2812-1D4C-6FB3-047D9DF2B70C}"/>
          </ac:spMkLst>
        </pc:spChg>
        <pc:spChg chg="mod">
          <ac:chgData name="Josep Núñez Riba" userId="de0a42bf-019d-4b6c-9011-8ed265f06a93" providerId="ADAL" clId="{4C9DB5BA-0887-45C6-925D-A047F4C85098}" dt="2026-06-19T10:23:30.917" v="555" actId="6549"/>
          <ac:spMkLst>
            <pc:docMk/>
            <pc:sldMk cId="3752042665" sldId="301"/>
            <ac:spMk id="900" creationId="{F039A48F-B4CE-C739-93A4-90FD9274306A}"/>
          </ac:spMkLst>
        </pc:spChg>
        <pc:spChg chg="mod">
          <ac:chgData name="Josep Núñez Riba" userId="de0a42bf-019d-4b6c-9011-8ed265f06a93" providerId="ADAL" clId="{4C9DB5BA-0887-45C6-925D-A047F4C85098}" dt="2026-06-22T17:50:47.312" v="5900" actId="790"/>
          <ac:spMkLst>
            <pc:docMk/>
            <pc:sldMk cId="3752042665" sldId="301"/>
            <ac:spMk id="910" creationId="{19631E19-5DB6-BE83-A649-A4A090852B73}"/>
          </ac:spMkLst>
        </pc:spChg>
        <pc:spChg chg="mod">
          <ac:chgData name="Josep Núñez Riba" userId="de0a42bf-019d-4b6c-9011-8ed265f06a93" providerId="ADAL" clId="{4C9DB5BA-0887-45C6-925D-A047F4C85098}" dt="2026-06-22T17:50:47.312" v="5900" actId="790"/>
          <ac:spMkLst>
            <pc:docMk/>
            <pc:sldMk cId="3752042665" sldId="301"/>
            <ac:spMk id="911" creationId="{45C8C01B-8236-DFE1-C2E7-9D7EF7527B4F}"/>
          </ac:spMkLst>
        </pc:spChg>
        <pc:spChg chg="mod">
          <ac:chgData name="Josep Núñez Riba" userId="de0a42bf-019d-4b6c-9011-8ed265f06a93" providerId="ADAL" clId="{4C9DB5BA-0887-45C6-925D-A047F4C85098}" dt="2026-06-22T17:50:47.312" v="5900" actId="790"/>
          <ac:spMkLst>
            <pc:docMk/>
            <pc:sldMk cId="3752042665" sldId="301"/>
            <ac:spMk id="944" creationId="{6184A6A2-B4E5-2931-326D-C93BFB8BA57F}"/>
          </ac:spMkLst>
        </pc:spChg>
        <pc:spChg chg="mod">
          <ac:chgData name="Josep Núñez Riba" userId="de0a42bf-019d-4b6c-9011-8ed265f06a93" providerId="ADAL" clId="{4C9DB5BA-0887-45C6-925D-A047F4C85098}" dt="2026-06-22T17:50:47.312" v="5900" actId="790"/>
          <ac:spMkLst>
            <pc:docMk/>
            <pc:sldMk cId="3752042665" sldId="301"/>
            <ac:spMk id="945" creationId="{6ACC4F09-83E8-B2D4-AFDC-55EFE2CBF9F4}"/>
          </ac:spMkLst>
        </pc:spChg>
        <pc:spChg chg="mod">
          <ac:chgData name="Josep Núñez Riba" userId="de0a42bf-019d-4b6c-9011-8ed265f06a93" providerId="ADAL" clId="{4C9DB5BA-0887-45C6-925D-A047F4C85098}" dt="2026-06-22T17:50:47.312" v="5900" actId="790"/>
          <ac:spMkLst>
            <pc:docMk/>
            <pc:sldMk cId="3752042665" sldId="301"/>
            <ac:spMk id="1017" creationId="{D85F07CC-6D2A-2259-03C9-A8CB16799339}"/>
          </ac:spMkLst>
        </pc:spChg>
        <pc:spChg chg="mod">
          <ac:chgData name="Josep Núñez Riba" userId="de0a42bf-019d-4b6c-9011-8ed265f06a93" providerId="ADAL" clId="{4C9DB5BA-0887-45C6-925D-A047F4C85098}" dt="2026-06-22T17:50:47.312" v="5900" actId="790"/>
          <ac:spMkLst>
            <pc:docMk/>
            <pc:sldMk cId="3752042665" sldId="301"/>
            <ac:spMk id="1022" creationId="{3EB0453E-FFED-7FAA-94EA-C49392A45C78}"/>
          </ac:spMkLst>
        </pc:spChg>
        <pc:spChg chg="mod">
          <ac:chgData name="Josep Núñez Riba" userId="de0a42bf-019d-4b6c-9011-8ed265f06a93" providerId="ADAL" clId="{4C9DB5BA-0887-45C6-925D-A047F4C85098}" dt="2026-06-22T17:50:47.312" v="5900" actId="790"/>
          <ac:spMkLst>
            <pc:docMk/>
            <pc:sldMk cId="3752042665" sldId="301"/>
            <ac:spMk id="1030" creationId="{B8B0C687-6A06-4F9B-8FC4-674A59C03253}"/>
          </ac:spMkLst>
        </pc:spChg>
        <pc:spChg chg="mod">
          <ac:chgData name="Josep Núñez Riba" userId="de0a42bf-019d-4b6c-9011-8ed265f06a93" providerId="ADAL" clId="{4C9DB5BA-0887-45C6-925D-A047F4C85098}" dt="2026-06-22T17:50:51.292" v="5901" actId="313"/>
          <ac:spMkLst>
            <pc:docMk/>
            <pc:sldMk cId="3752042665" sldId="301"/>
            <ac:spMk id="1035" creationId="{045673E7-F2A8-3067-43C3-9E79802126D4}"/>
          </ac:spMkLst>
        </pc:spChg>
      </pc:sldChg>
      <pc:sldChg chg="addSp modSp mod">
        <pc:chgData name="Josep Núñez Riba" userId="de0a42bf-019d-4b6c-9011-8ed265f06a93" providerId="ADAL" clId="{4C9DB5BA-0887-45C6-925D-A047F4C85098}" dt="2026-06-23T07:10:56.318" v="5934" actId="20577"/>
        <pc:sldMkLst>
          <pc:docMk/>
          <pc:sldMk cId="298922505" sldId="304"/>
        </pc:sldMkLst>
        <pc:spChg chg="mod">
          <ac:chgData name="Josep Núñez Riba" userId="de0a42bf-019d-4b6c-9011-8ed265f06a93" providerId="ADAL" clId="{4C9DB5BA-0887-45C6-925D-A047F4C85098}" dt="2026-06-23T07:10:56.318" v="5934" actId="20577"/>
          <ac:spMkLst>
            <pc:docMk/>
            <pc:sldMk cId="298922505" sldId="304"/>
            <ac:spMk id="2" creationId="{52F0EC7A-1048-CE9A-57BC-F36FD96893DB}"/>
          </ac:spMkLst>
        </pc:spChg>
        <pc:spChg chg="mod">
          <ac:chgData name="Josep Núñez Riba" userId="de0a42bf-019d-4b6c-9011-8ed265f06a93" providerId="ADAL" clId="{4C9DB5BA-0887-45C6-925D-A047F4C85098}" dt="2026-06-22T17:50:47.312" v="5900" actId="790"/>
          <ac:spMkLst>
            <pc:docMk/>
            <pc:sldMk cId="298922505" sldId="304"/>
            <ac:spMk id="9" creationId="{EAC0F7C4-5B38-2E7E-A8A5-4F36627847AC}"/>
          </ac:spMkLst>
        </pc:spChg>
        <pc:spChg chg="mod">
          <ac:chgData name="Josep Núñez Riba" userId="de0a42bf-019d-4b6c-9011-8ed265f06a93" providerId="ADAL" clId="{4C9DB5BA-0887-45C6-925D-A047F4C85098}" dt="2026-06-22T17:50:47.312" v="5900" actId="790"/>
          <ac:spMkLst>
            <pc:docMk/>
            <pc:sldMk cId="298922505" sldId="304"/>
            <ac:spMk id="10" creationId="{F353D934-7076-3BE0-B40D-1961B2A6E927}"/>
          </ac:spMkLst>
        </pc:spChg>
        <pc:spChg chg="mod">
          <ac:chgData name="Josep Núñez Riba" userId="de0a42bf-019d-4b6c-9011-8ed265f06a93" providerId="ADAL" clId="{4C9DB5BA-0887-45C6-925D-A047F4C85098}" dt="2026-06-22T17:13:16.934" v="5102" actId="1035"/>
          <ac:spMkLst>
            <pc:docMk/>
            <pc:sldMk cId="298922505" sldId="304"/>
            <ac:spMk id="11" creationId="{0D6B0EF1-9E2B-00E4-4466-B41A8130C33D}"/>
          </ac:spMkLst>
        </pc:spChg>
        <pc:spChg chg="mod">
          <ac:chgData name="Josep Núñez Riba" userId="de0a42bf-019d-4b6c-9011-8ed265f06a93" providerId="ADAL" clId="{4C9DB5BA-0887-45C6-925D-A047F4C85098}" dt="2026-06-22T17:50:47.312" v="5900" actId="790"/>
          <ac:spMkLst>
            <pc:docMk/>
            <pc:sldMk cId="298922505" sldId="304"/>
            <ac:spMk id="54" creationId="{7B20C424-CDF8-4A33-5BC8-927BE1412097}"/>
          </ac:spMkLst>
        </pc:spChg>
        <pc:spChg chg="mod">
          <ac:chgData name="Josep Núñez Riba" userId="de0a42bf-019d-4b6c-9011-8ed265f06a93" providerId="ADAL" clId="{4C9DB5BA-0887-45C6-925D-A047F4C85098}" dt="2026-06-22T17:50:47.312" v="5900" actId="790"/>
          <ac:spMkLst>
            <pc:docMk/>
            <pc:sldMk cId="298922505" sldId="304"/>
            <ac:spMk id="60" creationId="{DB899E77-3456-270E-E54A-3C007D375EBF}"/>
          </ac:spMkLst>
        </pc:spChg>
        <pc:spChg chg="mod">
          <ac:chgData name="Josep Núñez Riba" userId="de0a42bf-019d-4b6c-9011-8ed265f06a93" providerId="ADAL" clId="{4C9DB5BA-0887-45C6-925D-A047F4C85098}" dt="2026-06-22T17:50:47.312" v="5900" actId="790"/>
          <ac:spMkLst>
            <pc:docMk/>
            <pc:sldMk cId="298922505" sldId="304"/>
            <ac:spMk id="83" creationId="{BBDD2233-965B-6B8A-4CB0-9651AC5C79A1}"/>
          </ac:spMkLst>
        </pc:spChg>
        <pc:spChg chg="mod">
          <ac:chgData name="Josep Núñez Riba" userId="de0a42bf-019d-4b6c-9011-8ed265f06a93" providerId="ADAL" clId="{4C9DB5BA-0887-45C6-925D-A047F4C85098}" dt="2026-06-22T17:50:47.312" v="5900" actId="790"/>
          <ac:spMkLst>
            <pc:docMk/>
            <pc:sldMk cId="298922505" sldId="304"/>
            <ac:spMk id="89" creationId="{654B2B3B-DC4A-C0E8-00FF-B16A6EA202F5}"/>
          </ac:spMkLst>
        </pc:spChg>
        <pc:spChg chg="mod">
          <ac:chgData name="Josep Núñez Riba" userId="de0a42bf-019d-4b6c-9011-8ed265f06a93" providerId="ADAL" clId="{4C9DB5BA-0887-45C6-925D-A047F4C85098}" dt="2026-06-22T17:50:47.312" v="5900" actId="790"/>
          <ac:spMkLst>
            <pc:docMk/>
            <pc:sldMk cId="298922505" sldId="304"/>
            <ac:spMk id="301" creationId="{6331DDF0-A929-97F5-B910-2C93D086D53A}"/>
          </ac:spMkLst>
        </pc:spChg>
        <pc:spChg chg="mod">
          <ac:chgData name="Josep Núñez Riba" userId="de0a42bf-019d-4b6c-9011-8ed265f06a93" providerId="ADAL" clId="{4C9DB5BA-0887-45C6-925D-A047F4C85098}" dt="2026-06-22T17:50:47.312" v="5900" actId="790"/>
          <ac:spMkLst>
            <pc:docMk/>
            <pc:sldMk cId="298922505" sldId="304"/>
            <ac:spMk id="303" creationId="{6331DDF0-A929-97F5-B910-2C93D086D53A}"/>
          </ac:spMkLst>
        </pc:spChg>
        <pc:spChg chg="mod">
          <ac:chgData name="Josep Núñez Riba" userId="de0a42bf-019d-4b6c-9011-8ed265f06a93" providerId="ADAL" clId="{4C9DB5BA-0887-45C6-925D-A047F4C85098}" dt="2026-06-22T17:50:47.312" v="5900" actId="790"/>
          <ac:spMkLst>
            <pc:docMk/>
            <pc:sldMk cId="298922505" sldId="304"/>
            <ac:spMk id="305" creationId="{6331DDF0-A929-97F5-B910-2C93D086D53A}"/>
          </ac:spMkLst>
        </pc:spChg>
        <pc:grpChg chg="add mod">
          <ac:chgData name="Josep Núñez Riba" userId="de0a42bf-019d-4b6c-9011-8ed265f06a93" providerId="ADAL" clId="{4C9DB5BA-0887-45C6-925D-A047F4C85098}" dt="2026-06-22T17:06:38.965" v="5023"/>
          <ac:grpSpMkLst>
            <pc:docMk/>
            <pc:sldMk cId="298922505" sldId="304"/>
            <ac:grpSpMk id="12" creationId="{6E1ABC94-84A5-9F5F-93A5-4DE9A3AFD942}"/>
          </ac:grpSpMkLst>
        </pc:grpChg>
        <pc:picChg chg="mod">
          <ac:chgData name="Josep Núñez Riba" userId="de0a42bf-019d-4b6c-9011-8ed265f06a93" providerId="ADAL" clId="{4C9DB5BA-0887-45C6-925D-A047F4C85098}" dt="2026-06-22T17:06:38.965" v="5023"/>
          <ac:picMkLst>
            <pc:docMk/>
            <pc:sldMk cId="298922505" sldId="304"/>
            <ac:picMk id="13" creationId="{A8B130A0-ECCA-A17E-CFBC-8FADDA8B27F3}"/>
          </ac:picMkLst>
        </pc:picChg>
        <pc:picChg chg="mod">
          <ac:chgData name="Josep Núñez Riba" userId="de0a42bf-019d-4b6c-9011-8ed265f06a93" providerId="ADAL" clId="{4C9DB5BA-0887-45C6-925D-A047F4C85098}" dt="2026-06-22T17:06:38.965" v="5023"/>
          <ac:picMkLst>
            <pc:docMk/>
            <pc:sldMk cId="298922505" sldId="304"/>
            <ac:picMk id="15" creationId="{C14CDF5A-A3F7-89C4-F398-F678BC63FC53}"/>
          </ac:picMkLst>
        </pc:picChg>
      </pc:sldChg>
      <pc:sldChg chg="modSp mod">
        <pc:chgData name="Josep Núñez Riba" userId="de0a42bf-019d-4b6c-9011-8ed265f06a93" providerId="ADAL" clId="{4C9DB5BA-0887-45C6-925D-A047F4C85098}" dt="2026-06-22T17:50:47.312" v="5900" actId="790"/>
        <pc:sldMkLst>
          <pc:docMk/>
          <pc:sldMk cId="1235959339" sldId="2147481998"/>
        </pc:sldMkLst>
        <pc:spChg chg="mod">
          <ac:chgData name="Josep Núñez Riba" userId="de0a42bf-019d-4b6c-9011-8ed265f06a93" providerId="ADAL" clId="{4C9DB5BA-0887-45C6-925D-A047F4C85098}" dt="2026-06-22T17:50:47.312" v="5900" actId="790"/>
          <ac:spMkLst>
            <pc:docMk/>
            <pc:sldMk cId="1235959339" sldId="2147481998"/>
            <ac:spMk id="2" creationId="{8192A7F1-C5C4-93D5-0A65-0575C6F82AB7}"/>
          </ac:spMkLst>
        </pc:spChg>
        <pc:spChg chg="mod">
          <ac:chgData name="Josep Núñez Riba" userId="de0a42bf-019d-4b6c-9011-8ed265f06a93" providerId="ADAL" clId="{4C9DB5BA-0887-45C6-925D-A047F4C85098}" dt="2026-06-22T17:50:47.312" v="5900" actId="790"/>
          <ac:spMkLst>
            <pc:docMk/>
            <pc:sldMk cId="1235959339" sldId="2147481998"/>
            <ac:spMk id="3" creationId="{422B91BB-17F6-77AF-7AD5-911BAB148879}"/>
          </ac:spMkLst>
        </pc:spChg>
      </pc:sldChg>
      <pc:sldChg chg="modSp mod">
        <pc:chgData name="Josep Núñez Riba" userId="de0a42bf-019d-4b6c-9011-8ed265f06a93" providerId="ADAL" clId="{4C9DB5BA-0887-45C6-925D-A047F4C85098}" dt="2026-06-23T07:09:15.065" v="5918" actId="20577"/>
        <pc:sldMkLst>
          <pc:docMk/>
          <pc:sldMk cId="1560107631" sldId="2147482007"/>
        </pc:sldMkLst>
        <pc:spChg chg="mod">
          <ac:chgData name="Josep Núñez Riba" userId="de0a42bf-019d-4b6c-9011-8ed265f06a93" providerId="ADAL" clId="{4C9DB5BA-0887-45C6-925D-A047F4C85098}" dt="2026-06-23T07:09:15.065" v="5918" actId="20577"/>
          <ac:spMkLst>
            <pc:docMk/>
            <pc:sldMk cId="1560107631" sldId="2147482007"/>
            <ac:spMk id="78" creationId="{D7D269A7-19BB-1D5D-BEBE-3D7E78AD05C8}"/>
          </ac:spMkLst>
        </pc:spChg>
      </pc:sldChg>
      <pc:sldChg chg="modSp mod">
        <pc:chgData name="Josep Núñez Riba" userId="de0a42bf-019d-4b6c-9011-8ed265f06a93" providerId="ADAL" clId="{4C9DB5BA-0887-45C6-925D-A047F4C85098}" dt="2026-06-23T07:09:11.646" v="5917" actId="20577"/>
        <pc:sldMkLst>
          <pc:docMk/>
          <pc:sldMk cId="2273577638" sldId="2147483611"/>
        </pc:sldMkLst>
        <pc:spChg chg="mod">
          <ac:chgData name="Josep Núñez Riba" userId="de0a42bf-019d-4b6c-9011-8ed265f06a93" providerId="ADAL" clId="{4C9DB5BA-0887-45C6-925D-A047F4C85098}" dt="2026-06-23T07:09:11.646" v="5917" actId="20577"/>
          <ac:spMkLst>
            <pc:docMk/>
            <pc:sldMk cId="2273577638" sldId="2147483611"/>
            <ac:spMk id="8" creationId="{38377B0B-F55B-D3B0-CF07-97FC40E0BDD3}"/>
          </ac:spMkLst>
        </pc:spChg>
      </pc:sldChg>
      <pc:sldChg chg="modSp mod">
        <pc:chgData name="Josep Núñez Riba" userId="de0a42bf-019d-4b6c-9011-8ed265f06a93" providerId="ADAL" clId="{4C9DB5BA-0887-45C6-925D-A047F4C85098}" dt="2026-06-22T17:50:47.312" v="5900" actId="790"/>
        <pc:sldMkLst>
          <pc:docMk/>
          <pc:sldMk cId="953560320" sldId="2147483626"/>
        </pc:sldMkLst>
        <pc:spChg chg="mod">
          <ac:chgData name="Josep Núñez Riba" userId="de0a42bf-019d-4b6c-9011-8ed265f06a93" providerId="ADAL" clId="{4C9DB5BA-0887-45C6-925D-A047F4C85098}" dt="2026-06-22T17:50:47.312" v="5900" actId="790"/>
          <ac:spMkLst>
            <pc:docMk/>
            <pc:sldMk cId="953560320" sldId="2147483626"/>
            <ac:spMk id="2" creationId="{8DE66426-F2B1-5877-8DC1-6CB332BBD844}"/>
          </ac:spMkLst>
        </pc:spChg>
        <pc:spChg chg="mod">
          <ac:chgData name="Josep Núñez Riba" userId="de0a42bf-019d-4b6c-9011-8ed265f06a93" providerId="ADAL" clId="{4C9DB5BA-0887-45C6-925D-A047F4C85098}" dt="2026-06-22T17:50:47.312" v="5900" actId="790"/>
          <ac:spMkLst>
            <pc:docMk/>
            <pc:sldMk cId="953560320" sldId="2147483626"/>
            <ac:spMk id="3" creationId="{A44F65CA-1B03-93C3-6825-37BF7C946470}"/>
          </ac:spMkLst>
        </pc:spChg>
        <pc:spChg chg="mod">
          <ac:chgData name="Josep Núñez Riba" userId="de0a42bf-019d-4b6c-9011-8ed265f06a93" providerId="ADAL" clId="{4C9DB5BA-0887-45C6-925D-A047F4C85098}" dt="2026-06-22T17:50:47.312" v="5900" actId="790"/>
          <ac:spMkLst>
            <pc:docMk/>
            <pc:sldMk cId="953560320" sldId="2147483626"/>
            <ac:spMk id="29" creationId="{C0A93AB1-A7DC-4AC1-963C-4BC50503F34B}"/>
          </ac:spMkLst>
        </pc:spChg>
      </pc:sldChg>
      <pc:sldChg chg="modSp mod">
        <pc:chgData name="Josep Núñez Riba" userId="de0a42bf-019d-4b6c-9011-8ed265f06a93" providerId="ADAL" clId="{4C9DB5BA-0887-45C6-925D-A047F4C85098}" dt="2026-06-22T17:50:47.312" v="5900" actId="790"/>
        <pc:sldMkLst>
          <pc:docMk/>
          <pc:sldMk cId="3428694700" sldId="2147483643"/>
        </pc:sldMkLst>
        <pc:spChg chg="mod">
          <ac:chgData name="Josep Núñez Riba" userId="de0a42bf-019d-4b6c-9011-8ed265f06a93" providerId="ADAL" clId="{4C9DB5BA-0887-45C6-925D-A047F4C85098}" dt="2026-06-18T23:43:40.919" v="5" actId="790"/>
          <ac:spMkLst>
            <pc:docMk/>
            <pc:sldMk cId="3428694700" sldId="2147483643"/>
            <ac:spMk id="3" creationId="{7F0CBBE8-1BB1-3B11-5414-873CAA0314F2}"/>
          </ac:spMkLst>
        </pc:spChg>
        <pc:spChg chg="mod">
          <ac:chgData name="Josep Núñez Riba" userId="de0a42bf-019d-4b6c-9011-8ed265f06a93" providerId="ADAL" clId="{4C9DB5BA-0887-45C6-925D-A047F4C85098}" dt="2026-06-22T17:50:47.312" v="5900" actId="790"/>
          <ac:spMkLst>
            <pc:docMk/>
            <pc:sldMk cId="3428694700" sldId="2147483643"/>
            <ac:spMk id="11" creationId="{D27F7DAE-FA40-2FDA-25A4-D6A84A575C68}"/>
          </ac:spMkLst>
        </pc:spChg>
        <pc:spChg chg="mod">
          <ac:chgData name="Josep Núñez Riba" userId="de0a42bf-019d-4b6c-9011-8ed265f06a93" providerId="ADAL" clId="{4C9DB5BA-0887-45C6-925D-A047F4C85098}" dt="2026-06-18T23:43:40.919" v="5" actId="790"/>
          <ac:spMkLst>
            <pc:docMk/>
            <pc:sldMk cId="3428694700" sldId="2147483643"/>
            <ac:spMk id="13" creationId="{96223F51-E401-C14B-301F-B4411598E4DA}"/>
          </ac:spMkLst>
        </pc:spChg>
        <pc:spChg chg="mod">
          <ac:chgData name="Josep Núñez Riba" userId="de0a42bf-019d-4b6c-9011-8ed265f06a93" providerId="ADAL" clId="{4C9DB5BA-0887-45C6-925D-A047F4C85098}" dt="2026-06-18T23:43:40.919" v="5" actId="790"/>
          <ac:spMkLst>
            <pc:docMk/>
            <pc:sldMk cId="3428694700" sldId="2147483643"/>
            <ac:spMk id="17" creationId="{8F1742A8-6222-550B-5813-8BC3674DF90F}"/>
          </ac:spMkLst>
        </pc:spChg>
        <pc:spChg chg="mod">
          <ac:chgData name="Josep Núñez Riba" userId="de0a42bf-019d-4b6c-9011-8ed265f06a93" providerId="ADAL" clId="{4C9DB5BA-0887-45C6-925D-A047F4C85098}" dt="2026-06-22T17:50:47.312" v="5900" actId="790"/>
          <ac:spMkLst>
            <pc:docMk/>
            <pc:sldMk cId="3428694700" sldId="2147483643"/>
            <ac:spMk id="21" creationId="{3F4F3F38-9356-1EBB-6DE6-89BB97EA226C}"/>
          </ac:spMkLst>
        </pc:spChg>
        <pc:spChg chg="mod">
          <ac:chgData name="Josep Núñez Riba" userId="de0a42bf-019d-4b6c-9011-8ed265f06a93" providerId="ADAL" clId="{4C9DB5BA-0887-45C6-925D-A047F4C85098}" dt="2026-06-18T23:43:40.919" v="5" actId="790"/>
          <ac:spMkLst>
            <pc:docMk/>
            <pc:sldMk cId="3428694700" sldId="2147483643"/>
            <ac:spMk id="22" creationId="{FD4795DC-0B42-2069-56E8-D7AAEC6332F1}"/>
          </ac:spMkLst>
        </pc:spChg>
        <pc:spChg chg="mod">
          <ac:chgData name="Josep Núñez Riba" userId="de0a42bf-019d-4b6c-9011-8ed265f06a93" providerId="ADAL" clId="{4C9DB5BA-0887-45C6-925D-A047F4C85098}" dt="2026-06-18T23:43:40.919" v="5" actId="790"/>
          <ac:spMkLst>
            <pc:docMk/>
            <pc:sldMk cId="3428694700" sldId="2147483643"/>
            <ac:spMk id="23" creationId="{E68196B8-A1E6-C72C-E22E-DBBC9A1E16F6}"/>
          </ac:spMkLst>
        </pc:spChg>
        <pc:spChg chg="mod">
          <ac:chgData name="Josep Núñez Riba" userId="de0a42bf-019d-4b6c-9011-8ed265f06a93" providerId="ADAL" clId="{4C9DB5BA-0887-45C6-925D-A047F4C85098}" dt="2026-06-22T17:50:47.312" v="5900" actId="790"/>
          <ac:spMkLst>
            <pc:docMk/>
            <pc:sldMk cId="3428694700" sldId="2147483643"/>
            <ac:spMk id="25" creationId="{95C819D4-126C-DE63-0C19-BD5F958BAE17}"/>
          </ac:spMkLst>
        </pc:spChg>
        <pc:spChg chg="mod">
          <ac:chgData name="Josep Núñez Riba" userId="de0a42bf-019d-4b6c-9011-8ed265f06a93" providerId="ADAL" clId="{4C9DB5BA-0887-45C6-925D-A047F4C85098}" dt="2026-06-22T17:50:47.312" v="5900" actId="790"/>
          <ac:spMkLst>
            <pc:docMk/>
            <pc:sldMk cId="3428694700" sldId="2147483643"/>
            <ac:spMk id="27" creationId="{4704C58E-71C5-28DA-D2FD-1357CE56569C}"/>
          </ac:spMkLst>
        </pc:spChg>
        <pc:spChg chg="mod">
          <ac:chgData name="Josep Núñez Riba" userId="de0a42bf-019d-4b6c-9011-8ed265f06a93" providerId="ADAL" clId="{4C9DB5BA-0887-45C6-925D-A047F4C85098}" dt="2026-06-18T23:43:40.919" v="5" actId="790"/>
          <ac:spMkLst>
            <pc:docMk/>
            <pc:sldMk cId="3428694700" sldId="2147483643"/>
            <ac:spMk id="29" creationId="{7583E30B-A529-488E-4241-9903854802A3}"/>
          </ac:spMkLst>
        </pc:spChg>
        <pc:spChg chg="mod">
          <ac:chgData name="Josep Núñez Riba" userId="de0a42bf-019d-4b6c-9011-8ed265f06a93" providerId="ADAL" clId="{4C9DB5BA-0887-45C6-925D-A047F4C85098}" dt="2026-06-22T17:50:47.312" v="5900" actId="790"/>
          <ac:spMkLst>
            <pc:docMk/>
            <pc:sldMk cId="3428694700" sldId="2147483643"/>
            <ac:spMk id="32" creationId="{583CAEB9-78AC-89A0-F09F-A73556441BC0}"/>
          </ac:spMkLst>
        </pc:spChg>
        <pc:spChg chg="mod">
          <ac:chgData name="Josep Núñez Riba" userId="de0a42bf-019d-4b6c-9011-8ed265f06a93" providerId="ADAL" clId="{4C9DB5BA-0887-45C6-925D-A047F4C85098}" dt="2026-06-22T17:50:47.312" v="5900" actId="790"/>
          <ac:spMkLst>
            <pc:docMk/>
            <pc:sldMk cId="3428694700" sldId="2147483643"/>
            <ac:spMk id="36" creationId="{042E9292-08D7-53BC-7F34-B8247E45DE85}"/>
          </ac:spMkLst>
        </pc:spChg>
        <pc:spChg chg="mod">
          <ac:chgData name="Josep Núñez Riba" userId="de0a42bf-019d-4b6c-9011-8ed265f06a93" providerId="ADAL" clId="{4C9DB5BA-0887-45C6-925D-A047F4C85098}" dt="2026-06-22T17:50:47.312" v="5900" actId="790"/>
          <ac:spMkLst>
            <pc:docMk/>
            <pc:sldMk cId="3428694700" sldId="2147483643"/>
            <ac:spMk id="37" creationId="{762F0930-2169-C27F-EF92-673339687892}"/>
          </ac:spMkLst>
        </pc:spChg>
        <pc:spChg chg="mod">
          <ac:chgData name="Josep Núñez Riba" userId="de0a42bf-019d-4b6c-9011-8ed265f06a93" providerId="ADAL" clId="{4C9DB5BA-0887-45C6-925D-A047F4C85098}" dt="2026-06-22T16:38:18.231" v="4679" actId="12789"/>
          <ac:spMkLst>
            <pc:docMk/>
            <pc:sldMk cId="3428694700" sldId="2147483643"/>
            <ac:spMk id="39" creationId="{F6DE2C35-C7A9-9899-6678-18BD8E991E1B}"/>
          </ac:spMkLst>
        </pc:spChg>
        <pc:spChg chg="mod">
          <ac:chgData name="Josep Núñez Riba" userId="de0a42bf-019d-4b6c-9011-8ed265f06a93" providerId="ADAL" clId="{4C9DB5BA-0887-45C6-925D-A047F4C85098}" dt="2026-06-22T16:38:18.231" v="4679" actId="12789"/>
          <ac:spMkLst>
            <pc:docMk/>
            <pc:sldMk cId="3428694700" sldId="2147483643"/>
            <ac:spMk id="40" creationId="{5F4C250B-0FDB-64EE-9073-8AD508E78350}"/>
          </ac:spMkLst>
        </pc:spChg>
        <pc:spChg chg="mod">
          <ac:chgData name="Josep Núñez Riba" userId="de0a42bf-019d-4b6c-9011-8ed265f06a93" providerId="ADAL" clId="{4C9DB5BA-0887-45C6-925D-A047F4C85098}" dt="2026-06-22T17:50:47.312" v="5900" actId="790"/>
          <ac:spMkLst>
            <pc:docMk/>
            <pc:sldMk cId="3428694700" sldId="2147483643"/>
            <ac:spMk id="41" creationId="{6A7B2B7B-E9C4-2ECC-1650-877C918DB785}"/>
          </ac:spMkLst>
        </pc:spChg>
        <pc:spChg chg="mod">
          <ac:chgData name="Josep Núñez Riba" userId="de0a42bf-019d-4b6c-9011-8ed265f06a93" providerId="ADAL" clId="{4C9DB5BA-0887-45C6-925D-A047F4C85098}" dt="2026-06-22T16:38:15.911" v="4678" actId="12789"/>
          <ac:spMkLst>
            <pc:docMk/>
            <pc:sldMk cId="3428694700" sldId="2147483643"/>
            <ac:spMk id="42" creationId="{7CAA49EF-B802-0CD9-1C09-4E0EC3E59EE3}"/>
          </ac:spMkLst>
        </pc:spChg>
        <pc:spChg chg="mod">
          <ac:chgData name="Josep Núñez Riba" userId="de0a42bf-019d-4b6c-9011-8ed265f06a93" providerId="ADAL" clId="{4C9DB5BA-0887-45C6-925D-A047F4C85098}" dt="2026-06-22T16:38:13.492" v="4677" actId="12789"/>
          <ac:spMkLst>
            <pc:docMk/>
            <pc:sldMk cId="3428694700" sldId="2147483643"/>
            <ac:spMk id="43" creationId="{35CF7E9D-53CC-A064-489A-81CF913C46CF}"/>
          </ac:spMkLst>
        </pc:spChg>
        <pc:spChg chg="mod">
          <ac:chgData name="Josep Núñez Riba" userId="de0a42bf-019d-4b6c-9011-8ed265f06a93" providerId="ADAL" clId="{4C9DB5BA-0887-45C6-925D-A047F4C85098}" dt="2026-06-22T16:38:13.492" v="4677" actId="12789"/>
          <ac:spMkLst>
            <pc:docMk/>
            <pc:sldMk cId="3428694700" sldId="2147483643"/>
            <ac:spMk id="44" creationId="{5CB428EA-0C08-9A8E-67D1-2A19267752CC}"/>
          </ac:spMkLst>
        </pc:spChg>
        <pc:spChg chg="mod">
          <ac:chgData name="Josep Núñez Riba" userId="de0a42bf-019d-4b6c-9011-8ed265f06a93" providerId="ADAL" clId="{4C9DB5BA-0887-45C6-925D-A047F4C85098}" dt="2026-06-22T16:38:11.282" v="4676" actId="12789"/>
          <ac:spMkLst>
            <pc:docMk/>
            <pc:sldMk cId="3428694700" sldId="2147483643"/>
            <ac:spMk id="45" creationId="{F461A5AC-F1D7-FF75-B8B0-507C929AB2DA}"/>
          </ac:spMkLst>
        </pc:spChg>
        <pc:spChg chg="mod">
          <ac:chgData name="Josep Núñez Riba" userId="de0a42bf-019d-4b6c-9011-8ed265f06a93" providerId="ADAL" clId="{4C9DB5BA-0887-45C6-925D-A047F4C85098}" dt="2026-06-22T16:38:11.282" v="4676" actId="12789"/>
          <ac:spMkLst>
            <pc:docMk/>
            <pc:sldMk cId="3428694700" sldId="2147483643"/>
            <ac:spMk id="46" creationId="{542D82E4-00C5-158E-203B-846D8966B27C}"/>
          </ac:spMkLst>
        </pc:spChg>
        <pc:spChg chg="mod">
          <ac:chgData name="Josep Núñez Riba" userId="de0a42bf-019d-4b6c-9011-8ed265f06a93" providerId="ADAL" clId="{4C9DB5BA-0887-45C6-925D-A047F4C85098}" dt="2026-06-22T17:50:47.312" v="5900" actId="790"/>
          <ac:spMkLst>
            <pc:docMk/>
            <pc:sldMk cId="3428694700" sldId="2147483643"/>
            <ac:spMk id="47" creationId="{3731E14C-A050-DC88-EEA1-09B7650A6D04}"/>
          </ac:spMkLst>
        </pc:spChg>
        <pc:spChg chg="mod">
          <ac:chgData name="Josep Núñez Riba" userId="de0a42bf-019d-4b6c-9011-8ed265f06a93" providerId="ADAL" clId="{4C9DB5BA-0887-45C6-925D-A047F4C85098}" dt="2026-06-22T16:38:08.281" v="4675" actId="12789"/>
          <ac:spMkLst>
            <pc:docMk/>
            <pc:sldMk cId="3428694700" sldId="2147483643"/>
            <ac:spMk id="48" creationId="{AF274BD2-AA76-4617-3FB6-F8DC48A56FDB}"/>
          </ac:spMkLst>
        </pc:spChg>
        <pc:spChg chg="mod">
          <ac:chgData name="Josep Núñez Riba" userId="de0a42bf-019d-4b6c-9011-8ed265f06a93" providerId="ADAL" clId="{4C9DB5BA-0887-45C6-925D-A047F4C85098}" dt="2026-06-18T23:43:40.919" v="5" actId="790"/>
          <ac:spMkLst>
            <pc:docMk/>
            <pc:sldMk cId="3428694700" sldId="2147483643"/>
            <ac:spMk id="49" creationId="{F02F9AF9-E559-D937-643C-03231EFD82AC}"/>
          </ac:spMkLst>
        </pc:spChg>
        <pc:spChg chg="mod">
          <ac:chgData name="Josep Núñez Riba" userId="de0a42bf-019d-4b6c-9011-8ed265f06a93" providerId="ADAL" clId="{4C9DB5BA-0887-45C6-925D-A047F4C85098}" dt="2026-06-18T23:43:40.919" v="5" actId="790"/>
          <ac:spMkLst>
            <pc:docMk/>
            <pc:sldMk cId="3428694700" sldId="2147483643"/>
            <ac:spMk id="53" creationId="{4B0750C4-2A59-1ACE-2019-D2C6ED08188A}"/>
          </ac:spMkLst>
        </pc:spChg>
        <pc:spChg chg="mod">
          <ac:chgData name="Josep Núñez Riba" userId="de0a42bf-019d-4b6c-9011-8ed265f06a93" providerId="ADAL" clId="{4C9DB5BA-0887-45C6-925D-A047F4C85098}" dt="2026-06-18T23:43:40.919" v="5" actId="790"/>
          <ac:spMkLst>
            <pc:docMk/>
            <pc:sldMk cId="3428694700" sldId="2147483643"/>
            <ac:spMk id="56" creationId="{0D87783E-6C57-C2E9-4C5F-D71B5AD0030C}"/>
          </ac:spMkLst>
        </pc:spChg>
        <pc:spChg chg="mod">
          <ac:chgData name="Josep Núñez Riba" userId="de0a42bf-019d-4b6c-9011-8ed265f06a93" providerId="ADAL" clId="{4C9DB5BA-0887-45C6-925D-A047F4C85098}" dt="2026-06-22T17:50:47.312" v="5900" actId="790"/>
          <ac:spMkLst>
            <pc:docMk/>
            <pc:sldMk cId="3428694700" sldId="2147483643"/>
            <ac:spMk id="73" creationId="{53B0177D-5FC5-5642-6E2C-09C7A54933EF}"/>
          </ac:spMkLst>
        </pc:spChg>
      </pc:sldChg>
      <pc:sldChg chg="addSp modSp mod">
        <pc:chgData name="Josep Núñez Riba" userId="de0a42bf-019d-4b6c-9011-8ed265f06a93" providerId="ADAL" clId="{4C9DB5BA-0887-45C6-925D-A047F4C85098}" dt="2026-06-22T17:50:47.312" v="5900" actId="790"/>
        <pc:sldMkLst>
          <pc:docMk/>
          <pc:sldMk cId="1290724998" sldId="2147483644"/>
        </pc:sldMkLst>
        <pc:spChg chg="mod">
          <ac:chgData name="Josep Núñez Riba" userId="de0a42bf-019d-4b6c-9011-8ed265f06a93" providerId="ADAL" clId="{4C9DB5BA-0887-45C6-925D-A047F4C85098}" dt="2026-06-22T17:50:47.312" v="5900" actId="790"/>
          <ac:spMkLst>
            <pc:docMk/>
            <pc:sldMk cId="1290724998" sldId="2147483644"/>
            <ac:spMk id="5" creationId="{B12770E4-AE2C-87A2-DB7C-7DB307EC8A98}"/>
          </ac:spMkLst>
        </pc:spChg>
        <pc:spChg chg="mod">
          <ac:chgData name="Josep Núñez Riba" userId="de0a42bf-019d-4b6c-9011-8ed265f06a93" providerId="ADAL" clId="{4C9DB5BA-0887-45C6-925D-A047F4C85098}" dt="2026-06-18T23:43:40.919" v="5" actId="790"/>
          <ac:spMkLst>
            <pc:docMk/>
            <pc:sldMk cId="1290724998" sldId="2147483644"/>
            <ac:spMk id="8" creationId="{D07CB7FA-F18F-2DB8-C25C-B3DB9C4C5F03}"/>
          </ac:spMkLst>
        </pc:spChg>
        <pc:spChg chg="mod">
          <ac:chgData name="Josep Núñez Riba" userId="de0a42bf-019d-4b6c-9011-8ed265f06a93" providerId="ADAL" clId="{4C9DB5BA-0887-45C6-925D-A047F4C85098}" dt="2026-06-22T17:50:47.312" v="5900" actId="790"/>
          <ac:spMkLst>
            <pc:docMk/>
            <pc:sldMk cId="1290724998" sldId="2147483644"/>
            <ac:spMk id="9" creationId="{5732BF39-1D0E-F719-EDC7-DE03DFFEFACE}"/>
          </ac:spMkLst>
        </pc:spChg>
        <pc:spChg chg="mod">
          <ac:chgData name="Josep Núñez Riba" userId="de0a42bf-019d-4b6c-9011-8ed265f06a93" providerId="ADAL" clId="{4C9DB5BA-0887-45C6-925D-A047F4C85098}" dt="2026-06-22T17:50:47.312" v="5900" actId="790"/>
          <ac:spMkLst>
            <pc:docMk/>
            <pc:sldMk cId="1290724998" sldId="2147483644"/>
            <ac:spMk id="14" creationId="{89BA26D7-71E5-1FB2-193E-DC210746BF3F}"/>
          </ac:spMkLst>
        </pc:spChg>
        <pc:spChg chg="mod">
          <ac:chgData name="Josep Núñez Riba" userId="de0a42bf-019d-4b6c-9011-8ed265f06a93" providerId="ADAL" clId="{4C9DB5BA-0887-45C6-925D-A047F4C85098}" dt="2026-06-22T17:50:47.312" v="5900" actId="790"/>
          <ac:spMkLst>
            <pc:docMk/>
            <pc:sldMk cId="1290724998" sldId="2147483644"/>
            <ac:spMk id="17" creationId="{06D02EB9-34AE-5644-144D-FF01B704BD13}"/>
          </ac:spMkLst>
        </pc:spChg>
        <pc:spChg chg="mod">
          <ac:chgData name="Josep Núñez Riba" userId="de0a42bf-019d-4b6c-9011-8ed265f06a93" providerId="ADAL" clId="{4C9DB5BA-0887-45C6-925D-A047F4C85098}" dt="2026-06-18T23:43:40.919" v="5" actId="790"/>
          <ac:spMkLst>
            <pc:docMk/>
            <pc:sldMk cId="1290724998" sldId="2147483644"/>
            <ac:spMk id="21" creationId="{223292AF-21CD-0199-29E1-16AFD24220D0}"/>
          </ac:spMkLst>
        </pc:spChg>
        <pc:spChg chg="mod">
          <ac:chgData name="Josep Núñez Riba" userId="de0a42bf-019d-4b6c-9011-8ed265f06a93" providerId="ADAL" clId="{4C9DB5BA-0887-45C6-925D-A047F4C85098}" dt="2026-06-22T17:50:47.312" v="5900" actId="790"/>
          <ac:spMkLst>
            <pc:docMk/>
            <pc:sldMk cId="1290724998" sldId="2147483644"/>
            <ac:spMk id="25" creationId="{E720C437-5633-225C-6982-99B725D69718}"/>
          </ac:spMkLst>
        </pc:spChg>
        <pc:spChg chg="mod">
          <ac:chgData name="Josep Núñez Riba" userId="de0a42bf-019d-4b6c-9011-8ed265f06a93" providerId="ADAL" clId="{4C9DB5BA-0887-45C6-925D-A047F4C85098}" dt="2026-06-18T23:43:40.919" v="5" actId="790"/>
          <ac:spMkLst>
            <pc:docMk/>
            <pc:sldMk cId="1290724998" sldId="2147483644"/>
            <ac:spMk id="26" creationId="{0C853E20-E67D-1E82-994E-A9B4E65A0B20}"/>
          </ac:spMkLst>
        </pc:spChg>
        <pc:spChg chg="mod">
          <ac:chgData name="Josep Núñez Riba" userId="de0a42bf-019d-4b6c-9011-8ed265f06a93" providerId="ADAL" clId="{4C9DB5BA-0887-45C6-925D-A047F4C85098}" dt="2026-06-18T23:43:40.919" v="5" actId="790"/>
          <ac:spMkLst>
            <pc:docMk/>
            <pc:sldMk cId="1290724998" sldId="2147483644"/>
            <ac:spMk id="38" creationId="{0C3A6F83-9D07-FBB8-769F-ECD026D9F1BC}"/>
          </ac:spMkLst>
        </pc:spChg>
        <pc:spChg chg="mod">
          <ac:chgData name="Josep Núñez Riba" userId="de0a42bf-019d-4b6c-9011-8ed265f06a93" providerId="ADAL" clId="{4C9DB5BA-0887-45C6-925D-A047F4C85098}" dt="2026-06-18T23:43:40.919" v="5" actId="790"/>
          <ac:spMkLst>
            <pc:docMk/>
            <pc:sldMk cId="1290724998" sldId="2147483644"/>
            <ac:spMk id="54" creationId="{58E70379-DDCE-BCA7-50CA-712983B2D7EA}"/>
          </ac:spMkLst>
        </pc:spChg>
        <pc:spChg chg="mod">
          <ac:chgData name="Josep Núñez Riba" userId="de0a42bf-019d-4b6c-9011-8ed265f06a93" providerId="ADAL" clId="{4C9DB5BA-0887-45C6-925D-A047F4C85098}" dt="2026-06-22T17:50:47.312" v="5900" actId="790"/>
          <ac:spMkLst>
            <pc:docMk/>
            <pc:sldMk cId="1290724998" sldId="2147483644"/>
            <ac:spMk id="70" creationId="{D6B4B4EB-ABC5-4EDD-EAC4-392B4E8D1350}"/>
          </ac:spMkLst>
        </pc:spChg>
        <pc:spChg chg="mod">
          <ac:chgData name="Josep Núñez Riba" userId="de0a42bf-019d-4b6c-9011-8ed265f06a93" providerId="ADAL" clId="{4C9DB5BA-0887-45C6-925D-A047F4C85098}" dt="2026-06-18T23:43:40.919" v="5" actId="790"/>
          <ac:spMkLst>
            <pc:docMk/>
            <pc:sldMk cId="1290724998" sldId="2147483644"/>
            <ac:spMk id="103" creationId="{0C5A03EE-B5F9-CA66-40B0-29FB6CCAFB15}"/>
          </ac:spMkLst>
        </pc:spChg>
        <pc:spChg chg="mod">
          <ac:chgData name="Josep Núñez Riba" userId="de0a42bf-019d-4b6c-9011-8ed265f06a93" providerId="ADAL" clId="{4C9DB5BA-0887-45C6-925D-A047F4C85098}" dt="2026-06-22T17:50:47.312" v="5900" actId="790"/>
          <ac:spMkLst>
            <pc:docMk/>
            <pc:sldMk cId="1290724998" sldId="2147483644"/>
            <ac:spMk id="122" creationId="{23635AA7-0C9D-8713-A794-CAD851A6C4DD}"/>
          </ac:spMkLst>
        </pc:spChg>
        <pc:spChg chg="mod">
          <ac:chgData name="Josep Núñez Riba" userId="de0a42bf-019d-4b6c-9011-8ed265f06a93" providerId="ADAL" clId="{4C9DB5BA-0887-45C6-925D-A047F4C85098}" dt="2026-06-22T17:50:47.312" v="5900" actId="790"/>
          <ac:spMkLst>
            <pc:docMk/>
            <pc:sldMk cId="1290724998" sldId="2147483644"/>
            <ac:spMk id="125" creationId="{5927488A-8691-4BB0-2F9A-6571CB92A013}"/>
          </ac:spMkLst>
        </pc:spChg>
        <pc:spChg chg="mod">
          <ac:chgData name="Josep Núñez Riba" userId="de0a42bf-019d-4b6c-9011-8ed265f06a93" providerId="ADAL" clId="{4C9DB5BA-0887-45C6-925D-A047F4C85098}" dt="2026-06-22T17:50:47.312" v="5900" actId="790"/>
          <ac:spMkLst>
            <pc:docMk/>
            <pc:sldMk cId="1290724998" sldId="2147483644"/>
            <ac:spMk id="132" creationId="{2A066AA3-7901-99FA-BF06-5369808DD129}"/>
          </ac:spMkLst>
        </pc:spChg>
        <pc:spChg chg="mod">
          <ac:chgData name="Josep Núñez Riba" userId="de0a42bf-019d-4b6c-9011-8ed265f06a93" providerId="ADAL" clId="{4C9DB5BA-0887-45C6-925D-A047F4C85098}" dt="2026-06-22T17:50:47.312" v="5900" actId="790"/>
          <ac:spMkLst>
            <pc:docMk/>
            <pc:sldMk cId="1290724998" sldId="2147483644"/>
            <ac:spMk id="142" creationId="{5C5840DB-1D67-9C91-A59A-BB14B4A9A6A3}"/>
          </ac:spMkLst>
        </pc:spChg>
        <pc:grpChg chg="add mod">
          <ac:chgData name="Josep Núñez Riba" userId="de0a42bf-019d-4b6c-9011-8ed265f06a93" providerId="ADAL" clId="{4C9DB5BA-0887-45C6-925D-A047F4C85098}" dt="2026-06-22T17:06:29.980" v="5021" actId="164"/>
          <ac:grpSpMkLst>
            <pc:docMk/>
            <pc:sldMk cId="1290724998" sldId="2147483644"/>
            <ac:grpSpMk id="19" creationId="{09480ED5-E51E-3EB1-1220-D12E9AD180D2}"/>
          </ac:grpSpMkLst>
        </pc:grpChg>
        <pc:picChg chg="add mod">
          <ac:chgData name="Josep Núñez Riba" userId="de0a42bf-019d-4b6c-9011-8ed265f06a93" providerId="ADAL" clId="{4C9DB5BA-0887-45C6-925D-A047F4C85098}" dt="2026-06-22T17:06:29.980" v="5021" actId="164"/>
          <ac:picMkLst>
            <pc:docMk/>
            <pc:sldMk cId="1290724998" sldId="2147483644"/>
            <ac:picMk id="4" creationId="{D1BCE84F-ABB4-EEE8-76C6-A79300201436}"/>
          </ac:picMkLst>
        </pc:picChg>
        <pc:picChg chg="add mod">
          <ac:chgData name="Josep Núñez Riba" userId="de0a42bf-019d-4b6c-9011-8ed265f06a93" providerId="ADAL" clId="{4C9DB5BA-0887-45C6-925D-A047F4C85098}" dt="2026-06-22T17:06:29.980" v="5021" actId="164"/>
          <ac:picMkLst>
            <pc:docMk/>
            <pc:sldMk cId="1290724998" sldId="2147483644"/>
            <ac:picMk id="15" creationId="{F98D02F3-AC23-928A-D3E3-9601271201AD}"/>
          </ac:picMkLst>
        </pc:picChg>
      </pc:sldChg>
      <pc:sldChg chg="addSp modSp mod">
        <pc:chgData name="Josep Núñez Riba" userId="de0a42bf-019d-4b6c-9011-8ed265f06a93" providerId="ADAL" clId="{4C9DB5BA-0887-45C6-925D-A047F4C85098}" dt="2026-06-22T17:50:47.312" v="5900" actId="790"/>
        <pc:sldMkLst>
          <pc:docMk/>
          <pc:sldMk cId="1574565320" sldId="2147483647"/>
        </pc:sldMkLst>
        <pc:spChg chg="mod">
          <ac:chgData name="Josep Núñez Riba" userId="de0a42bf-019d-4b6c-9011-8ed265f06a93" providerId="ADAL" clId="{4C9DB5BA-0887-45C6-925D-A047F4C85098}" dt="2026-06-22T17:50:47.312" v="5900" actId="790"/>
          <ac:spMkLst>
            <pc:docMk/>
            <pc:sldMk cId="1574565320" sldId="2147483647"/>
            <ac:spMk id="2" creationId="{86F6CBB0-AD33-A125-425B-028B7BAC7A06}"/>
          </ac:spMkLst>
        </pc:spChg>
        <pc:spChg chg="mod">
          <ac:chgData name="Josep Núñez Riba" userId="de0a42bf-019d-4b6c-9011-8ed265f06a93" providerId="ADAL" clId="{4C9DB5BA-0887-45C6-925D-A047F4C85098}" dt="2026-06-18T23:43:40.919" v="5" actId="790"/>
          <ac:spMkLst>
            <pc:docMk/>
            <pc:sldMk cId="1574565320" sldId="2147483647"/>
            <ac:spMk id="4" creationId="{1635183C-9B45-F67C-F3B6-F3AD444AEA65}"/>
          </ac:spMkLst>
        </pc:spChg>
        <pc:spChg chg="mod">
          <ac:chgData name="Josep Núñez Riba" userId="de0a42bf-019d-4b6c-9011-8ed265f06a93" providerId="ADAL" clId="{4C9DB5BA-0887-45C6-925D-A047F4C85098}" dt="2026-06-22T17:50:47.312" v="5900" actId="790"/>
          <ac:spMkLst>
            <pc:docMk/>
            <pc:sldMk cId="1574565320" sldId="2147483647"/>
            <ac:spMk id="6" creationId="{5B810F7E-0830-DCAB-E98D-3428AA6AD793}"/>
          </ac:spMkLst>
        </pc:spChg>
        <pc:spChg chg="mod">
          <ac:chgData name="Josep Núñez Riba" userId="de0a42bf-019d-4b6c-9011-8ed265f06a93" providerId="ADAL" clId="{4C9DB5BA-0887-45C6-925D-A047F4C85098}" dt="2026-06-22T17:50:47.312" v="5900" actId="790"/>
          <ac:spMkLst>
            <pc:docMk/>
            <pc:sldMk cId="1574565320" sldId="2147483647"/>
            <ac:spMk id="8" creationId="{AD573F15-DE4D-2669-B1E4-CB81F4B36E5E}"/>
          </ac:spMkLst>
        </pc:spChg>
        <pc:spChg chg="mod">
          <ac:chgData name="Josep Núñez Riba" userId="de0a42bf-019d-4b6c-9011-8ed265f06a93" providerId="ADAL" clId="{4C9DB5BA-0887-45C6-925D-A047F4C85098}" dt="2026-06-22T17:50:47.312" v="5900" actId="790"/>
          <ac:spMkLst>
            <pc:docMk/>
            <pc:sldMk cId="1574565320" sldId="2147483647"/>
            <ac:spMk id="10" creationId="{519BC158-F23E-C1D7-A84A-0232524A1997}"/>
          </ac:spMkLst>
        </pc:spChg>
        <pc:spChg chg="mod">
          <ac:chgData name="Josep Núñez Riba" userId="de0a42bf-019d-4b6c-9011-8ed265f06a93" providerId="ADAL" clId="{4C9DB5BA-0887-45C6-925D-A047F4C85098}" dt="2026-06-22T17:50:47.312" v="5900" actId="790"/>
          <ac:spMkLst>
            <pc:docMk/>
            <pc:sldMk cId="1574565320" sldId="2147483647"/>
            <ac:spMk id="14" creationId="{6E1AFE3F-BA72-C6E0-9BA6-D92A6C074206}"/>
          </ac:spMkLst>
        </pc:spChg>
        <pc:spChg chg="mod">
          <ac:chgData name="Josep Núñez Riba" userId="de0a42bf-019d-4b6c-9011-8ed265f06a93" providerId="ADAL" clId="{4C9DB5BA-0887-45C6-925D-A047F4C85098}" dt="2026-06-22T17:50:47.312" v="5900" actId="790"/>
          <ac:spMkLst>
            <pc:docMk/>
            <pc:sldMk cId="1574565320" sldId="2147483647"/>
            <ac:spMk id="19" creationId="{E6977F8F-59DE-CA32-887A-210E85DA1593}"/>
          </ac:spMkLst>
        </pc:spChg>
        <pc:spChg chg="mod">
          <ac:chgData name="Josep Núñez Riba" userId="de0a42bf-019d-4b6c-9011-8ed265f06a93" providerId="ADAL" clId="{4C9DB5BA-0887-45C6-925D-A047F4C85098}" dt="2026-06-22T17:50:47.312" v="5900" actId="790"/>
          <ac:spMkLst>
            <pc:docMk/>
            <pc:sldMk cId="1574565320" sldId="2147483647"/>
            <ac:spMk id="54" creationId="{F1952441-1BEF-3F0E-8463-2E5285A428B8}"/>
          </ac:spMkLst>
        </pc:spChg>
        <pc:spChg chg="mod">
          <ac:chgData name="Josep Núñez Riba" userId="de0a42bf-019d-4b6c-9011-8ed265f06a93" providerId="ADAL" clId="{4C9DB5BA-0887-45C6-925D-A047F4C85098}" dt="2026-06-22T17:50:47.312" v="5900" actId="790"/>
          <ac:spMkLst>
            <pc:docMk/>
            <pc:sldMk cId="1574565320" sldId="2147483647"/>
            <ac:spMk id="60" creationId="{4ACA3E75-0FFF-867E-86EE-B895950D701A}"/>
          </ac:spMkLst>
        </pc:spChg>
        <pc:spChg chg="mod">
          <ac:chgData name="Josep Núñez Riba" userId="de0a42bf-019d-4b6c-9011-8ed265f06a93" providerId="ADAL" clId="{4C9DB5BA-0887-45C6-925D-A047F4C85098}" dt="2026-06-18T23:43:40.919" v="5" actId="790"/>
          <ac:spMkLst>
            <pc:docMk/>
            <pc:sldMk cId="1574565320" sldId="2147483647"/>
            <ac:spMk id="79" creationId="{D60802C2-C3FC-ECDD-BA49-3CCE7D631E31}"/>
          </ac:spMkLst>
        </pc:spChg>
        <pc:spChg chg="mod">
          <ac:chgData name="Josep Núñez Riba" userId="de0a42bf-019d-4b6c-9011-8ed265f06a93" providerId="ADAL" clId="{4C9DB5BA-0887-45C6-925D-A047F4C85098}" dt="2026-06-22T17:50:47.312" v="5900" actId="790"/>
          <ac:spMkLst>
            <pc:docMk/>
            <pc:sldMk cId="1574565320" sldId="2147483647"/>
            <ac:spMk id="83" creationId="{C195D897-4E4C-4BE5-E21E-36884AAED106}"/>
          </ac:spMkLst>
        </pc:spChg>
        <pc:spChg chg="mod">
          <ac:chgData name="Josep Núñez Riba" userId="de0a42bf-019d-4b6c-9011-8ed265f06a93" providerId="ADAL" clId="{4C9DB5BA-0887-45C6-925D-A047F4C85098}" dt="2026-06-18T23:43:40.919" v="5" actId="790"/>
          <ac:spMkLst>
            <pc:docMk/>
            <pc:sldMk cId="1574565320" sldId="2147483647"/>
            <ac:spMk id="89" creationId="{4EB642E9-56CA-F6D4-82FE-2C12B1360D3E}"/>
          </ac:spMkLst>
        </pc:spChg>
        <pc:spChg chg="mod">
          <ac:chgData name="Josep Núñez Riba" userId="de0a42bf-019d-4b6c-9011-8ed265f06a93" providerId="ADAL" clId="{4C9DB5BA-0887-45C6-925D-A047F4C85098}" dt="2026-06-22T17:50:47.312" v="5900" actId="790"/>
          <ac:spMkLst>
            <pc:docMk/>
            <pc:sldMk cId="1574565320" sldId="2147483647"/>
            <ac:spMk id="97" creationId="{64A18432-FEB2-2D3C-A630-583DFE712932}"/>
          </ac:spMkLst>
        </pc:spChg>
        <pc:grpChg chg="add mod">
          <ac:chgData name="Josep Núñez Riba" userId="de0a42bf-019d-4b6c-9011-8ed265f06a93" providerId="ADAL" clId="{4C9DB5BA-0887-45C6-925D-A047F4C85098}" dt="2026-06-22T17:06:40.808" v="5024"/>
          <ac:grpSpMkLst>
            <pc:docMk/>
            <pc:sldMk cId="1574565320" sldId="2147483647"/>
            <ac:grpSpMk id="5" creationId="{9A050925-9087-A5FD-EA9A-05DC5159434D}"/>
          </ac:grpSpMkLst>
        </pc:grpChg>
        <pc:picChg chg="mod">
          <ac:chgData name="Josep Núñez Riba" userId="de0a42bf-019d-4b6c-9011-8ed265f06a93" providerId="ADAL" clId="{4C9DB5BA-0887-45C6-925D-A047F4C85098}" dt="2026-06-22T17:06:40.808" v="5024"/>
          <ac:picMkLst>
            <pc:docMk/>
            <pc:sldMk cId="1574565320" sldId="2147483647"/>
            <ac:picMk id="12" creationId="{DC6FBAEA-E064-3EE3-34D9-4907E3C9429D}"/>
          </ac:picMkLst>
        </pc:picChg>
        <pc:picChg chg="mod">
          <ac:chgData name="Josep Núñez Riba" userId="de0a42bf-019d-4b6c-9011-8ed265f06a93" providerId="ADAL" clId="{4C9DB5BA-0887-45C6-925D-A047F4C85098}" dt="2026-06-22T17:06:40.808" v="5024"/>
          <ac:picMkLst>
            <pc:docMk/>
            <pc:sldMk cId="1574565320" sldId="2147483647"/>
            <ac:picMk id="13" creationId="{BD310A25-C4E8-A633-0188-7C99886161E0}"/>
          </ac:picMkLst>
        </pc:picChg>
      </pc:sldChg>
    </pc:docChg>
  </pc:docChgLst>
  <pc:docChgLst>
    <pc:chgData name="Javier Navas-Migueloa" userId="S::jnavasmi@emeal.nttdata.com::30e6f63d-5c38-481b-9493-f317266a60b5" providerId="AD" clId="Web-{C668D6F4-A90F-C8D9-AA69-6A7838799654}"/>
    <pc:docChg chg="modSld">
      <pc:chgData name="Javier Navas-Migueloa" userId="S::jnavasmi@emeal.nttdata.com::30e6f63d-5c38-481b-9493-f317266a60b5" providerId="AD" clId="Web-{C668D6F4-A90F-C8D9-AA69-6A7838799654}" dt="2026-06-23T08:46:28.012" v="1" actId="14100"/>
      <pc:docMkLst>
        <pc:docMk/>
      </pc:docMkLst>
      <pc:sldChg chg="modSp">
        <pc:chgData name="Javier Navas-Migueloa" userId="S::jnavasmi@emeal.nttdata.com::30e6f63d-5c38-481b-9493-f317266a60b5" providerId="AD" clId="Web-{C668D6F4-A90F-C8D9-AA69-6A7838799654}" dt="2026-06-23T08:46:28.012" v="1" actId="14100"/>
        <pc:sldMkLst>
          <pc:docMk/>
          <pc:sldMk cId="298922505" sldId="304"/>
        </pc:sldMkLst>
        <pc:spChg chg="mod">
          <ac:chgData name="Javier Navas-Migueloa" userId="S::jnavasmi@emeal.nttdata.com::30e6f63d-5c38-481b-9493-f317266a60b5" providerId="AD" clId="Web-{C668D6F4-A90F-C8D9-AA69-6A7838799654}" dt="2026-06-23T08:46:28.012" v="1" actId="14100"/>
          <ac:spMkLst>
            <pc:docMk/>
            <pc:sldMk cId="298922505" sldId="304"/>
            <ac:spMk id="8" creationId="{485526A6-1DF9-E101-7F42-9E94631541A1}"/>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24_728508F8.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everisgroup.sharepoint.com/sites/TOFLOT2NEXOSConsortium/Documentos%20compartidos/Projects%20Execution/SC208-2025%20EES%20Takeover/03.%20Deliverables/DLV6.%20Action%20Plan/TOFLOT2_SC208_EES_TakeOver_Action_Plan_v00_00_02.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clustered"/>
        <c:varyColors val="0"/>
        <c:ser>
          <c:idx val="0"/>
          <c:order val="0"/>
          <c:tx>
            <c:strRef>
              <c:f>Sheet1!$B$1</c:f>
              <c:strCache>
                <c:ptCount val="1"/>
                <c:pt idx="0">
                  <c:v>Sovereignty Score</c:v>
                </c:pt>
              </c:strCache>
            </c:strRef>
          </c:tx>
          <c:spPr>
            <a:solidFill>
              <a:schemeClr val="accent1"/>
            </a:solidFill>
            <a:ln>
              <a:noFill/>
            </a:ln>
            <a:effectLst/>
          </c:spPr>
          <c:invertIfNegative val="0"/>
          <c:dLbls>
            <c:numFmt formatCode="0&quot;%&quot;"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TRF</c:v>
                </c:pt>
                <c:pt idx="1">
                  <c:v>BA</c:v>
                </c:pt>
                <c:pt idx="2">
                  <c:v>IB</c:v>
                </c:pt>
                <c:pt idx="3">
                  <c:v>EI</c:v>
                </c:pt>
                <c:pt idx="4">
                  <c:v>VY</c:v>
                </c:pt>
                <c:pt idx="5">
                  <c:v>CG</c:v>
                </c:pt>
                <c:pt idx="6">
                  <c:v>LY</c:v>
                </c:pt>
              </c:strCache>
            </c:strRef>
          </c:cat>
          <c:val>
            <c:numRef>
              <c:f>Sheet1!$B$2:$B$8</c:f>
              <c:numCache>
                <c:formatCode>General</c:formatCode>
                <c:ptCount val="7"/>
                <c:pt idx="0">
                  <c:v>46</c:v>
                </c:pt>
                <c:pt idx="1">
                  <c:v>44</c:v>
                </c:pt>
                <c:pt idx="2">
                  <c:v>48</c:v>
                </c:pt>
                <c:pt idx="3">
                  <c:v>46</c:v>
                </c:pt>
                <c:pt idx="4">
                  <c:v>39</c:v>
                </c:pt>
                <c:pt idx="5">
                  <c:v>42</c:v>
                </c:pt>
                <c:pt idx="6">
                  <c:v>46</c:v>
                </c:pt>
              </c:numCache>
            </c:numRef>
          </c:val>
          <c:extLst>
            <c:ext xmlns:c16="http://schemas.microsoft.com/office/drawing/2014/chart" uri="{C3380CC4-5D6E-409C-BE32-E72D297353CC}">
              <c16:uniqueId val="{00000000-597A-4423-A80A-4DE39E4CC5C5}"/>
            </c:ext>
          </c:extLst>
        </c:ser>
        <c:dLbls>
          <c:showLegendKey val="0"/>
          <c:showVal val="1"/>
          <c:showCatName val="0"/>
          <c:showSerName val="0"/>
          <c:showPercent val="0"/>
          <c:showBubbleSize val="0"/>
        </c:dLbls>
        <c:gapWidth val="199"/>
        <c:axId val="2094734554"/>
        <c:axId val="2094734552"/>
      </c:barChart>
      <c:catAx>
        <c:axId val="2094734554"/>
        <c:scaling>
          <c:orientation val="minMax"/>
        </c:scaling>
        <c:delete val="1"/>
        <c:axPos val="b"/>
        <c:numFmt formatCode="General" sourceLinked="1"/>
        <c:majorTickMark val="none"/>
        <c:minorTickMark val="none"/>
        <c:tickLblPos val="low"/>
        <c:crossAx val="2094734552"/>
        <c:crosses val="autoZero"/>
        <c:auto val="1"/>
        <c:lblAlgn val="ctr"/>
        <c:lblOffset val="100"/>
        <c:noMultiLvlLbl val="1"/>
      </c:catAx>
      <c:valAx>
        <c:axId val="2094734552"/>
        <c:scaling>
          <c:orientation val="minMax"/>
          <c:max val="100"/>
          <c:min val="0"/>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txPr>
    <a:bodyPr/>
    <a:lstStyle/>
    <a:p>
      <a:pPr>
        <a:defRPr/>
      </a:pPr>
      <a:endParaRPr lang="es-E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ubbleChart>
        <c:varyColors val="0"/>
        <c:ser>
          <c:idx val="0"/>
          <c:order val="0"/>
          <c:tx>
            <c:strRef>
              <c:f>'Quadrant classification'!$CA$1:$CB$1</c:f>
              <c:strCache>
                <c:ptCount val="1"/>
                <c:pt idx="0">
                  <c:v>Infrastructure Layer / OpenShift Platform / Networking</c:v>
                </c:pt>
              </c:strCache>
            </c:strRef>
          </c:tx>
          <c:spPr>
            <a:solidFill>
              <a:srgbClr val="E8BF3C">
                <a:alpha val="85098"/>
              </a:srgb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s-ES"/>
              </a:p>
            </c:txPr>
            <c:dLblPos val="ctr"/>
            <c:showLegendKey val="0"/>
            <c:showVal val="0"/>
            <c:showCatName val="0"/>
            <c:showSerName val="0"/>
            <c:showPercent val="0"/>
            <c:showBubbleSize val="1"/>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'Quadrant classification'!$AV$3:$AV$83</c:f>
              <c:numCache>
                <c:formatCode>General</c:formatCode>
                <c:ptCount val="81"/>
                <c:pt idx="0">
                  <c:v>1</c:v>
                </c:pt>
                <c:pt idx="1">
                  <c:v>2</c:v>
                </c:pt>
                <c:pt idx="2">
                  <c:v>3</c:v>
                </c:pt>
                <c:pt idx="3">
                  <c:v>4</c:v>
                </c:pt>
                <c:pt idx="4">
                  <c:v>5</c:v>
                </c:pt>
                <c:pt idx="5">
                  <c:v>6</c:v>
                </c:pt>
                <c:pt idx="6">
                  <c:v>7</c:v>
                </c:pt>
                <c:pt idx="7">
                  <c:v>8</c:v>
                </c:pt>
                <c:pt idx="8">
                  <c:v>9</c:v>
                </c:pt>
                <c:pt idx="9">
                  <c:v>1</c:v>
                </c:pt>
                <c:pt idx="10">
                  <c:v>2</c:v>
                </c:pt>
                <c:pt idx="11">
                  <c:v>3</c:v>
                </c:pt>
                <c:pt idx="12">
                  <c:v>4</c:v>
                </c:pt>
                <c:pt idx="13">
                  <c:v>5</c:v>
                </c:pt>
                <c:pt idx="14">
                  <c:v>6</c:v>
                </c:pt>
                <c:pt idx="15">
                  <c:v>7</c:v>
                </c:pt>
                <c:pt idx="16">
                  <c:v>8</c:v>
                </c:pt>
                <c:pt idx="17">
                  <c:v>9</c:v>
                </c:pt>
                <c:pt idx="18">
                  <c:v>1</c:v>
                </c:pt>
                <c:pt idx="19">
                  <c:v>2</c:v>
                </c:pt>
                <c:pt idx="20">
                  <c:v>3</c:v>
                </c:pt>
                <c:pt idx="21">
                  <c:v>4</c:v>
                </c:pt>
                <c:pt idx="22">
                  <c:v>5</c:v>
                </c:pt>
                <c:pt idx="23">
                  <c:v>6</c:v>
                </c:pt>
                <c:pt idx="24">
                  <c:v>7</c:v>
                </c:pt>
                <c:pt idx="25">
                  <c:v>8</c:v>
                </c:pt>
                <c:pt idx="26">
                  <c:v>9</c:v>
                </c:pt>
                <c:pt idx="27">
                  <c:v>1</c:v>
                </c:pt>
                <c:pt idx="28">
                  <c:v>2</c:v>
                </c:pt>
                <c:pt idx="29">
                  <c:v>3</c:v>
                </c:pt>
                <c:pt idx="30">
                  <c:v>4</c:v>
                </c:pt>
                <c:pt idx="31">
                  <c:v>5</c:v>
                </c:pt>
                <c:pt idx="32">
                  <c:v>6</c:v>
                </c:pt>
                <c:pt idx="33">
                  <c:v>7</c:v>
                </c:pt>
                <c:pt idx="34">
                  <c:v>8</c:v>
                </c:pt>
                <c:pt idx="35">
                  <c:v>9</c:v>
                </c:pt>
                <c:pt idx="36">
                  <c:v>1</c:v>
                </c:pt>
                <c:pt idx="37">
                  <c:v>2</c:v>
                </c:pt>
                <c:pt idx="38">
                  <c:v>3</c:v>
                </c:pt>
                <c:pt idx="39">
                  <c:v>4</c:v>
                </c:pt>
                <c:pt idx="40">
                  <c:v>5</c:v>
                </c:pt>
                <c:pt idx="41">
                  <c:v>6</c:v>
                </c:pt>
                <c:pt idx="42">
                  <c:v>7</c:v>
                </c:pt>
                <c:pt idx="43">
                  <c:v>8</c:v>
                </c:pt>
                <c:pt idx="44">
                  <c:v>9</c:v>
                </c:pt>
                <c:pt idx="45">
                  <c:v>1</c:v>
                </c:pt>
                <c:pt idx="46">
                  <c:v>2</c:v>
                </c:pt>
                <c:pt idx="47">
                  <c:v>3</c:v>
                </c:pt>
                <c:pt idx="48">
                  <c:v>4</c:v>
                </c:pt>
                <c:pt idx="49">
                  <c:v>5</c:v>
                </c:pt>
                <c:pt idx="50">
                  <c:v>6</c:v>
                </c:pt>
                <c:pt idx="51">
                  <c:v>7</c:v>
                </c:pt>
                <c:pt idx="52">
                  <c:v>8</c:v>
                </c:pt>
                <c:pt idx="53">
                  <c:v>9</c:v>
                </c:pt>
                <c:pt idx="54">
                  <c:v>1</c:v>
                </c:pt>
                <c:pt idx="55">
                  <c:v>2</c:v>
                </c:pt>
                <c:pt idx="56">
                  <c:v>3</c:v>
                </c:pt>
                <c:pt idx="57">
                  <c:v>4</c:v>
                </c:pt>
                <c:pt idx="58">
                  <c:v>5</c:v>
                </c:pt>
                <c:pt idx="59">
                  <c:v>6</c:v>
                </c:pt>
                <c:pt idx="60">
                  <c:v>7</c:v>
                </c:pt>
                <c:pt idx="61">
                  <c:v>8</c:v>
                </c:pt>
                <c:pt idx="62">
                  <c:v>9</c:v>
                </c:pt>
                <c:pt idx="63">
                  <c:v>1</c:v>
                </c:pt>
                <c:pt idx="64">
                  <c:v>2</c:v>
                </c:pt>
                <c:pt idx="65">
                  <c:v>3</c:v>
                </c:pt>
                <c:pt idx="66">
                  <c:v>4</c:v>
                </c:pt>
                <c:pt idx="67">
                  <c:v>5</c:v>
                </c:pt>
                <c:pt idx="68">
                  <c:v>6</c:v>
                </c:pt>
                <c:pt idx="69">
                  <c:v>7</c:v>
                </c:pt>
                <c:pt idx="70">
                  <c:v>8</c:v>
                </c:pt>
                <c:pt idx="71">
                  <c:v>9</c:v>
                </c:pt>
                <c:pt idx="72">
                  <c:v>1</c:v>
                </c:pt>
                <c:pt idx="73">
                  <c:v>2</c:v>
                </c:pt>
                <c:pt idx="74">
                  <c:v>3</c:v>
                </c:pt>
                <c:pt idx="75">
                  <c:v>4</c:v>
                </c:pt>
                <c:pt idx="76">
                  <c:v>5</c:v>
                </c:pt>
                <c:pt idx="77">
                  <c:v>6</c:v>
                </c:pt>
                <c:pt idx="78">
                  <c:v>7</c:v>
                </c:pt>
                <c:pt idx="79">
                  <c:v>8</c:v>
                </c:pt>
                <c:pt idx="80">
                  <c:v>9</c:v>
                </c:pt>
              </c:numCache>
            </c:numRef>
          </c:xVal>
          <c:yVal>
            <c:numRef>
              <c:f>'Quadrant classification'!$CA$3:$CA$83</c:f>
              <c:numCache>
                <c:formatCode>General</c:formatCode>
                <c:ptCount val="81"/>
                <c:pt idx="0">
                  <c:v>1.2</c:v>
                </c:pt>
                <c:pt idx="1">
                  <c:v>1.2</c:v>
                </c:pt>
                <c:pt idx="2">
                  <c:v>1.2</c:v>
                </c:pt>
                <c:pt idx="3">
                  <c:v>1.2</c:v>
                </c:pt>
                <c:pt idx="4">
                  <c:v>1.2</c:v>
                </c:pt>
                <c:pt idx="5">
                  <c:v>1.2</c:v>
                </c:pt>
                <c:pt idx="6">
                  <c:v>1.2</c:v>
                </c:pt>
                <c:pt idx="7">
                  <c:v>1.2</c:v>
                </c:pt>
                <c:pt idx="8">
                  <c:v>1.2</c:v>
                </c:pt>
                <c:pt idx="9">
                  <c:v>3.2</c:v>
                </c:pt>
                <c:pt idx="10">
                  <c:v>3.2</c:v>
                </c:pt>
                <c:pt idx="11">
                  <c:v>3.2</c:v>
                </c:pt>
                <c:pt idx="12">
                  <c:v>3.2</c:v>
                </c:pt>
                <c:pt idx="13">
                  <c:v>3.2</c:v>
                </c:pt>
                <c:pt idx="14">
                  <c:v>3.2</c:v>
                </c:pt>
                <c:pt idx="15">
                  <c:v>3.2</c:v>
                </c:pt>
                <c:pt idx="16">
                  <c:v>3.2</c:v>
                </c:pt>
                <c:pt idx="17">
                  <c:v>3.2</c:v>
                </c:pt>
                <c:pt idx="18">
                  <c:v>5.2</c:v>
                </c:pt>
                <c:pt idx="19">
                  <c:v>5.2</c:v>
                </c:pt>
                <c:pt idx="20">
                  <c:v>5.2</c:v>
                </c:pt>
                <c:pt idx="21">
                  <c:v>5.2</c:v>
                </c:pt>
                <c:pt idx="22">
                  <c:v>5.2</c:v>
                </c:pt>
                <c:pt idx="23">
                  <c:v>5.2</c:v>
                </c:pt>
                <c:pt idx="24">
                  <c:v>5.2</c:v>
                </c:pt>
                <c:pt idx="25">
                  <c:v>5.2</c:v>
                </c:pt>
                <c:pt idx="26">
                  <c:v>5.2</c:v>
                </c:pt>
                <c:pt idx="27">
                  <c:v>7.2</c:v>
                </c:pt>
                <c:pt idx="28">
                  <c:v>7.2</c:v>
                </c:pt>
                <c:pt idx="29">
                  <c:v>7.2</c:v>
                </c:pt>
                <c:pt idx="30">
                  <c:v>7.2</c:v>
                </c:pt>
                <c:pt idx="31">
                  <c:v>7.2</c:v>
                </c:pt>
                <c:pt idx="32">
                  <c:v>7.2</c:v>
                </c:pt>
                <c:pt idx="33">
                  <c:v>7.2</c:v>
                </c:pt>
                <c:pt idx="34">
                  <c:v>7.2</c:v>
                </c:pt>
                <c:pt idx="35">
                  <c:v>7.2</c:v>
                </c:pt>
                <c:pt idx="36">
                  <c:v>9.1999999999999993</c:v>
                </c:pt>
                <c:pt idx="37">
                  <c:v>9.1999999999999993</c:v>
                </c:pt>
                <c:pt idx="38">
                  <c:v>9.1999999999999993</c:v>
                </c:pt>
                <c:pt idx="39">
                  <c:v>9.1999999999999993</c:v>
                </c:pt>
                <c:pt idx="40">
                  <c:v>9.1999999999999993</c:v>
                </c:pt>
                <c:pt idx="41">
                  <c:v>9.1999999999999993</c:v>
                </c:pt>
                <c:pt idx="42">
                  <c:v>9.1999999999999993</c:v>
                </c:pt>
                <c:pt idx="43">
                  <c:v>9.1999999999999993</c:v>
                </c:pt>
                <c:pt idx="44">
                  <c:v>9.1999999999999993</c:v>
                </c:pt>
                <c:pt idx="45">
                  <c:v>11.2</c:v>
                </c:pt>
                <c:pt idx="46">
                  <c:v>11.2</c:v>
                </c:pt>
                <c:pt idx="47">
                  <c:v>11.2</c:v>
                </c:pt>
                <c:pt idx="48">
                  <c:v>11.2</c:v>
                </c:pt>
                <c:pt idx="49">
                  <c:v>11.2</c:v>
                </c:pt>
                <c:pt idx="50">
                  <c:v>11.2</c:v>
                </c:pt>
                <c:pt idx="51">
                  <c:v>11.2</c:v>
                </c:pt>
                <c:pt idx="52">
                  <c:v>11.2</c:v>
                </c:pt>
                <c:pt idx="53">
                  <c:v>11.2</c:v>
                </c:pt>
                <c:pt idx="54">
                  <c:v>13.2</c:v>
                </c:pt>
                <c:pt idx="55">
                  <c:v>13.2</c:v>
                </c:pt>
                <c:pt idx="56">
                  <c:v>13.2</c:v>
                </c:pt>
                <c:pt idx="57">
                  <c:v>13.2</c:v>
                </c:pt>
                <c:pt idx="58">
                  <c:v>13.2</c:v>
                </c:pt>
                <c:pt idx="59">
                  <c:v>13.2</c:v>
                </c:pt>
                <c:pt idx="60">
                  <c:v>13.2</c:v>
                </c:pt>
                <c:pt idx="61">
                  <c:v>13.2</c:v>
                </c:pt>
                <c:pt idx="62">
                  <c:v>13.2</c:v>
                </c:pt>
                <c:pt idx="63">
                  <c:v>15.2</c:v>
                </c:pt>
                <c:pt idx="64">
                  <c:v>15.2</c:v>
                </c:pt>
                <c:pt idx="65">
                  <c:v>15.2</c:v>
                </c:pt>
                <c:pt idx="66">
                  <c:v>15.2</c:v>
                </c:pt>
                <c:pt idx="67">
                  <c:v>15.2</c:v>
                </c:pt>
                <c:pt idx="68">
                  <c:v>15.2</c:v>
                </c:pt>
                <c:pt idx="69">
                  <c:v>15.2</c:v>
                </c:pt>
                <c:pt idx="70">
                  <c:v>15.2</c:v>
                </c:pt>
                <c:pt idx="71">
                  <c:v>15.2</c:v>
                </c:pt>
                <c:pt idx="72">
                  <c:v>17.2</c:v>
                </c:pt>
                <c:pt idx="73">
                  <c:v>17.2</c:v>
                </c:pt>
                <c:pt idx="74">
                  <c:v>17.2</c:v>
                </c:pt>
                <c:pt idx="75">
                  <c:v>17.2</c:v>
                </c:pt>
                <c:pt idx="76">
                  <c:v>17.2</c:v>
                </c:pt>
                <c:pt idx="77">
                  <c:v>17.2</c:v>
                </c:pt>
                <c:pt idx="78">
                  <c:v>17.2</c:v>
                </c:pt>
                <c:pt idx="79">
                  <c:v>17.2</c:v>
                </c:pt>
                <c:pt idx="80">
                  <c:v>17.2</c:v>
                </c:pt>
              </c:numCache>
            </c:numRef>
          </c:yVal>
          <c:bubbleSize>
            <c:numRef>
              <c:f>'Quadrant classification'!$CB$3:$CB$83</c:f>
              <c:numCache>
                <c:formatCode>General</c:formatCode>
                <c:ptCount val="81"/>
                <c:pt idx="0">
                  <c:v>0</c:v>
                </c:pt>
                <c:pt idx="1">
                  <c:v>0</c:v>
                </c:pt>
                <c:pt idx="2">
                  <c:v>0</c:v>
                </c:pt>
                <c:pt idx="3">
                  <c:v>2</c:v>
                </c:pt>
                <c:pt idx="4">
                  <c:v>0</c:v>
                </c:pt>
                <c:pt idx="5">
                  <c:v>0</c:v>
                </c:pt>
                <c:pt idx="6">
                  <c:v>0</c:v>
                </c:pt>
                <c:pt idx="7">
                  <c:v>0</c:v>
                </c:pt>
                <c:pt idx="8">
                  <c:v>0</c:v>
                </c:pt>
                <c:pt idx="9">
                  <c:v>0</c:v>
                </c:pt>
                <c:pt idx="10">
                  <c:v>0</c:v>
                </c:pt>
                <c:pt idx="11">
                  <c:v>1</c:v>
                </c:pt>
                <c:pt idx="12">
                  <c:v>1</c:v>
                </c:pt>
                <c:pt idx="13">
                  <c:v>0</c:v>
                </c:pt>
                <c:pt idx="14">
                  <c:v>1</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2</c:v>
                </c:pt>
                <c:pt idx="40">
                  <c:v>0</c:v>
                </c:pt>
                <c:pt idx="41">
                  <c:v>1</c:v>
                </c:pt>
                <c:pt idx="42">
                  <c:v>0</c:v>
                </c:pt>
                <c:pt idx="43">
                  <c:v>0</c:v>
                </c:pt>
                <c:pt idx="44">
                  <c:v>0</c:v>
                </c:pt>
                <c:pt idx="45">
                  <c:v>1</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5</c:v>
                </c:pt>
                <c:pt idx="75">
                  <c:v>0</c:v>
                </c:pt>
                <c:pt idx="76">
                  <c:v>0</c:v>
                </c:pt>
                <c:pt idx="77">
                  <c:v>0</c:v>
                </c:pt>
                <c:pt idx="78">
                  <c:v>0</c:v>
                </c:pt>
                <c:pt idx="79">
                  <c:v>0</c:v>
                </c:pt>
                <c:pt idx="80">
                  <c:v>0</c:v>
                </c:pt>
              </c:numCache>
            </c:numRef>
          </c:bubbleSize>
          <c:bubble3D val="0"/>
          <c:extLst>
            <c:ext xmlns:c16="http://schemas.microsoft.com/office/drawing/2014/chart" uri="{C3380CC4-5D6E-409C-BE32-E72D297353CC}">
              <c16:uniqueId val="{00000000-8895-44F1-8D60-FBC8FA8C10C3}"/>
            </c:ext>
          </c:extLst>
        </c:ser>
        <c:ser>
          <c:idx val="1"/>
          <c:order val="1"/>
          <c:tx>
            <c:strRef>
              <c:f>'Quadrant classification'!$CC$1:$CD$1</c:f>
              <c:strCache>
                <c:ptCount val="1"/>
                <c:pt idx="0">
                  <c:v>Solution Architecture / DevOps / Interoperability &amp; Integration</c:v>
                </c:pt>
              </c:strCache>
            </c:strRef>
          </c:tx>
          <c:spPr>
            <a:solidFill>
              <a:srgbClr val="FF7A00">
                <a:alpha val="85098"/>
              </a:srgb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s-ES"/>
              </a:p>
            </c:txPr>
            <c:dLblPos val="ctr"/>
            <c:showLegendKey val="0"/>
            <c:showVal val="0"/>
            <c:showCatName val="0"/>
            <c:showSerName val="0"/>
            <c:showPercent val="0"/>
            <c:showBubbleSize val="1"/>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'Quadrant classification'!$AV$3:$AV$83</c:f>
              <c:numCache>
                <c:formatCode>General</c:formatCode>
                <c:ptCount val="81"/>
                <c:pt idx="0">
                  <c:v>1</c:v>
                </c:pt>
                <c:pt idx="1">
                  <c:v>2</c:v>
                </c:pt>
                <c:pt idx="2">
                  <c:v>3</c:v>
                </c:pt>
                <c:pt idx="3">
                  <c:v>4</c:v>
                </c:pt>
                <c:pt idx="4">
                  <c:v>5</c:v>
                </c:pt>
                <c:pt idx="5">
                  <c:v>6</c:v>
                </c:pt>
                <c:pt idx="6">
                  <c:v>7</c:v>
                </c:pt>
                <c:pt idx="7">
                  <c:v>8</c:v>
                </c:pt>
                <c:pt idx="8">
                  <c:v>9</c:v>
                </c:pt>
                <c:pt idx="9">
                  <c:v>1</c:v>
                </c:pt>
                <c:pt idx="10">
                  <c:v>2</c:v>
                </c:pt>
                <c:pt idx="11">
                  <c:v>3</c:v>
                </c:pt>
                <c:pt idx="12">
                  <c:v>4</c:v>
                </c:pt>
                <c:pt idx="13">
                  <c:v>5</c:v>
                </c:pt>
                <c:pt idx="14">
                  <c:v>6</c:v>
                </c:pt>
                <c:pt idx="15">
                  <c:v>7</c:v>
                </c:pt>
                <c:pt idx="16">
                  <c:v>8</c:v>
                </c:pt>
                <c:pt idx="17">
                  <c:v>9</c:v>
                </c:pt>
                <c:pt idx="18">
                  <c:v>1</c:v>
                </c:pt>
                <c:pt idx="19">
                  <c:v>2</c:v>
                </c:pt>
                <c:pt idx="20">
                  <c:v>3</c:v>
                </c:pt>
                <c:pt idx="21">
                  <c:v>4</c:v>
                </c:pt>
                <c:pt idx="22">
                  <c:v>5</c:v>
                </c:pt>
                <c:pt idx="23">
                  <c:v>6</c:v>
                </c:pt>
                <c:pt idx="24">
                  <c:v>7</c:v>
                </c:pt>
                <c:pt idx="25">
                  <c:v>8</c:v>
                </c:pt>
                <c:pt idx="26">
                  <c:v>9</c:v>
                </c:pt>
                <c:pt idx="27">
                  <c:v>1</c:v>
                </c:pt>
                <c:pt idx="28">
                  <c:v>2</c:v>
                </c:pt>
                <c:pt idx="29">
                  <c:v>3</c:v>
                </c:pt>
                <c:pt idx="30">
                  <c:v>4</c:v>
                </c:pt>
                <c:pt idx="31">
                  <c:v>5</c:v>
                </c:pt>
                <c:pt idx="32">
                  <c:v>6</c:v>
                </c:pt>
                <c:pt idx="33">
                  <c:v>7</c:v>
                </c:pt>
                <c:pt idx="34">
                  <c:v>8</c:v>
                </c:pt>
                <c:pt idx="35">
                  <c:v>9</c:v>
                </c:pt>
                <c:pt idx="36">
                  <c:v>1</c:v>
                </c:pt>
                <c:pt idx="37">
                  <c:v>2</c:v>
                </c:pt>
                <c:pt idx="38">
                  <c:v>3</c:v>
                </c:pt>
                <c:pt idx="39">
                  <c:v>4</c:v>
                </c:pt>
                <c:pt idx="40">
                  <c:v>5</c:v>
                </c:pt>
                <c:pt idx="41">
                  <c:v>6</c:v>
                </c:pt>
                <c:pt idx="42">
                  <c:v>7</c:v>
                </c:pt>
                <c:pt idx="43">
                  <c:v>8</c:v>
                </c:pt>
                <c:pt idx="44">
                  <c:v>9</c:v>
                </c:pt>
                <c:pt idx="45">
                  <c:v>1</c:v>
                </c:pt>
                <c:pt idx="46">
                  <c:v>2</c:v>
                </c:pt>
                <c:pt idx="47">
                  <c:v>3</c:v>
                </c:pt>
                <c:pt idx="48">
                  <c:v>4</c:v>
                </c:pt>
                <c:pt idx="49">
                  <c:v>5</c:v>
                </c:pt>
                <c:pt idx="50">
                  <c:v>6</c:v>
                </c:pt>
                <c:pt idx="51">
                  <c:v>7</c:v>
                </c:pt>
                <c:pt idx="52">
                  <c:v>8</c:v>
                </c:pt>
                <c:pt idx="53">
                  <c:v>9</c:v>
                </c:pt>
                <c:pt idx="54">
                  <c:v>1</c:v>
                </c:pt>
                <c:pt idx="55">
                  <c:v>2</c:v>
                </c:pt>
                <c:pt idx="56">
                  <c:v>3</c:v>
                </c:pt>
                <c:pt idx="57">
                  <c:v>4</c:v>
                </c:pt>
                <c:pt idx="58">
                  <c:v>5</c:v>
                </c:pt>
                <c:pt idx="59">
                  <c:v>6</c:v>
                </c:pt>
                <c:pt idx="60">
                  <c:v>7</c:v>
                </c:pt>
                <c:pt idx="61">
                  <c:v>8</c:v>
                </c:pt>
                <c:pt idx="62">
                  <c:v>9</c:v>
                </c:pt>
                <c:pt idx="63">
                  <c:v>1</c:v>
                </c:pt>
                <c:pt idx="64">
                  <c:v>2</c:v>
                </c:pt>
                <c:pt idx="65">
                  <c:v>3</c:v>
                </c:pt>
                <c:pt idx="66">
                  <c:v>4</c:v>
                </c:pt>
                <c:pt idx="67">
                  <c:v>5</c:v>
                </c:pt>
                <c:pt idx="68">
                  <c:v>6</c:v>
                </c:pt>
                <c:pt idx="69">
                  <c:v>7</c:v>
                </c:pt>
                <c:pt idx="70">
                  <c:v>8</c:v>
                </c:pt>
                <c:pt idx="71">
                  <c:v>9</c:v>
                </c:pt>
                <c:pt idx="72">
                  <c:v>1</c:v>
                </c:pt>
                <c:pt idx="73">
                  <c:v>2</c:v>
                </c:pt>
                <c:pt idx="74">
                  <c:v>3</c:v>
                </c:pt>
                <c:pt idx="75">
                  <c:v>4</c:v>
                </c:pt>
                <c:pt idx="76">
                  <c:v>5</c:v>
                </c:pt>
                <c:pt idx="77">
                  <c:v>6</c:v>
                </c:pt>
                <c:pt idx="78">
                  <c:v>7</c:v>
                </c:pt>
                <c:pt idx="79">
                  <c:v>8</c:v>
                </c:pt>
                <c:pt idx="80">
                  <c:v>9</c:v>
                </c:pt>
              </c:numCache>
            </c:numRef>
          </c:xVal>
          <c:yVal>
            <c:numRef>
              <c:f>'Quadrant classification'!$CC$3:$CC$83</c:f>
              <c:numCache>
                <c:formatCode>General</c:formatCode>
                <c:ptCount val="81"/>
                <c:pt idx="0">
                  <c:v>1.6</c:v>
                </c:pt>
                <c:pt idx="1">
                  <c:v>1.6</c:v>
                </c:pt>
                <c:pt idx="2">
                  <c:v>1.6</c:v>
                </c:pt>
                <c:pt idx="3">
                  <c:v>1.6</c:v>
                </c:pt>
                <c:pt idx="4">
                  <c:v>1.6</c:v>
                </c:pt>
                <c:pt idx="5">
                  <c:v>1.6</c:v>
                </c:pt>
                <c:pt idx="6">
                  <c:v>1.6</c:v>
                </c:pt>
                <c:pt idx="7">
                  <c:v>1.6</c:v>
                </c:pt>
                <c:pt idx="8">
                  <c:v>1.6</c:v>
                </c:pt>
                <c:pt idx="9">
                  <c:v>3.6</c:v>
                </c:pt>
                <c:pt idx="10">
                  <c:v>3.6</c:v>
                </c:pt>
                <c:pt idx="11">
                  <c:v>3.6</c:v>
                </c:pt>
                <c:pt idx="12">
                  <c:v>3.6</c:v>
                </c:pt>
                <c:pt idx="13">
                  <c:v>3.6</c:v>
                </c:pt>
                <c:pt idx="14">
                  <c:v>3.6</c:v>
                </c:pt>
                <c:pt idx="15">
                  <c:v>3.6</c:v>
                </c:pt>
                <c:pt idx="16">
                  <c:v>3.6</c:v>
                </c:pt>
                <c:pt idx="17">
                  <c:v>3.6</c:v>
                </c:pt>
                <c:pt idx="18">
                  <c:v>5.6</c:v>
                </c:pt>
                <c:pt idx="19">
                  <c:v>5.6</c:v>
                </c:pt>
                <c:pt idx="20">
                  <c:v>5.6</c:v>
                </c:pt>
                <c:pt idx="21">
                  <c:v>5.6</c:v>
                </c:pt>
                <c:pt idx="22">
                  <c:v>5.6</c:v>
                </c:pt>
                <c:pt idx="23">
                  <c:v>5.6</c:v>
                </c:pt>
                <c:pt idx="24">
                  <c:v>5.6</c:v>
                </c:pt>
                <c:pt idx="25">
                  <c:v>5.6</c:v>
                </c:pt>
                <c:pt idx="26">
                  <c:v>5.6</c:v>
                </c:pt>
                <c:pt idx="27">
                  <c:v>7.6</c:v>
                </c:pt>
                <c:pt idx="28">
                  <c:v>7.6</c:v>
                </c:pt>
                <c:pt idx="29">
                  <c:v>7.6</c:v>
                </c:pt>
                <c:pt idx="30">
                  <c:v>7.6</c:v>
                </c:pt>
                <c:pt idx="31">
                  <c:v>7.6</c:v>
                </c:pt>
                <c:pt idx="32">
                  <c:v>7.6</c:v>
                </c:pt>
                <c:pt idx="33">
                  <c:v>7.6</c:v>
                </c:pt>
                <c:pt idx="34">
                  <c:v>7.6</c:v>
                </c:pt>
                <c:pt idx="35">
                  <c:v>7.6</c:v>
                </c:pt>
                <c:pt idx="36">
                  <c:v>9.6</c:v>
                </c:pt>
                <c:pt idx="37">
                  <c:v>9.6</c:v>
                </c:pt>
                <c:pt idx="38">
                  <c:v>9.6</c:v>
                </c:pt>
                <c:pt idx="39">
                  <c:v>9.6</c:v>
                </c:pt>
                <c:pt idx="40">
                  <c:v>9.6</c:v>
                </c:pt>
                <c:pt idx="41">
                  <c:v>9.6</c:v>
                </c:pt>
                <c:pt idx="42">
                  <c:v>9.6</c:v>
                </c:pt>
                <c:pt idx="43">
                  <c:v>9.6</c:v>
                </c:pt>
                <c:pt idx="44">
                  <c:v>9.6</c:v>
                </c:pt>
                <c:pt idx="45">
                  <c:v>11.6</c:v>
                </c:pt>
                <c:pt idx="46">
                  <c:v>11.6</c:v>
                </c:pt>
                <c:pt idx="47">
                  <c:v>11.6</c:v>
                </c:pt>
                <c:pt idx="48">
                  <c:v>11.6</c:v>
                </c:pt>
                <c:pt idx="49">
                  <c:v>11.6</c:v>
                </c:pt>
                <c:pt idx="50">
                  <c:v>11.6</c:v>
                </c:pt>
                <c:pt idx="51">
                  <c:v>11.6</c:v>
                </c:pt>
                <c:pt idx="52">
                  <c:v>11.6</c:v>
                </c:pt>
                <c:pt idx="53">
                  <c:v>11.6</c:v>
                </c:pt>
                <c:pt idx="54">
                  <c:v>13.6</c:v>
                </c:pt>
                <c:pt idx="55">
                  <c:v>13.6</c:v>
                </c:pt>
                <c:pt idx="56">
                  <c:v>13.6</c:v>
                </c:pt>
                <c:pt idx="57">
                  <c:v>13.6</c:v>
                </c:pt>
                <c:pt idx="58">
                  <c:v>13.6</c:v>
                </c:pt>
                <c:pt idx="59">
                  <c:v>13.6</c:v>
                </c:pt>
                <c:pt idx="60">
                  <c:v>13.6</c:v>
                </c:pt>
                <c:pt idx="61">
                  <c:v>13.6</c:v>
                </c:pt>
                <c:pt idx="62">
                  <c:v>13.6</c:v>
                </c:pt>
                <c:pt idx="63">
                  <c:v>15.6</c:v>
                </c:pt>
                <c:pt idx="64">
                  <c:v>15.6</c:v>
                </c:pt>
                <c:pt idx="65">
                  <c:v>15.6</c:v>
                </c:pt>
                <c:pt idx="66">
                  <c:v>15.6</c:v>
                </c:pt>
                <c:pt idx="67">
                  <c:v>15.6</c:v>
                </c:pt>
                <c:pt idx="68">
                  <c:v>15.6</c:v>
                </c:pt>
                <c:pt idx="69">
                  <c:v>15.6</c:v>
                </c:pt>
                <c:pt idx="70">
                  <c:v>15.6</c:v>
                </c:pt>
                <c:pt idx="71">
                  <c:v>15.6</c:v>
                </c:pt>
                <c:pt idx="72">
                  <c:v>17.600000000000001</c:v>
                </c:pt>
                <c:pt idx="73">
                  <c:v>17.600000000000001</c:v>
                </c:pt>
                <c:pt idx="74">
                  <c:v>17.600000000000001</c:v>
                </c:pt>
                <c:pt idx="75">
                  <c:v>17.600000000000001</c:v>
                </c:pt>
                <c:pt idx="76">
                  <c:v>17.600000000000001</c:v>
                </c:pt>
                <c:pt idx="77">
                  <c:v>17.600000000000001</c:v>
                </c:pt>
                <c:pt idx="78">
                  <c:v>17.600000000000001</c:v>
                </c:pt>
                <c:pt idx="79">
                  <c:v>17.600000000000001</c:v>
                </c:pt>
                <c:pt idx="80">
                  <c:v>17.600000000000001</c:v>
                </c:pt>
              </c:numCache>
            </c:numRef>
          </c:yVal>
          <c:bubbleSize>
            <c:numRef>
              <c:f>'Quadrant classification'!$CD$3:$CD$83</c:f>
              <c:numCache>
                <c:formatCode>General</c:formatCode>
                <c:ptCount val="81"/>
                <c:pt idx="0">
                  <c:v>0</c:v>
                </c:pt>
                <c:pt idx="1">
                  <c:v>0</c:v>
                </c:pt>
                <c:pt idx="2">
                  <c:v>0</c:v>
                </c:pt>
                <c:pt idx="3">
                  <c:v>0</c:v>
                </c:pt>
                <c:pt idx="4">
                  <c:v>0</c:v>
                </c:pt>
                <c:pt idx="5">
                  <c:v>0</c:v>
                </c:pt>
                <c:pt idx="6">
                  <c:v>0</c:v>
                </c:pt>
                <c:pt idx="7">
                  <c:v>0</c:v>
                </c:pt>
                <c:pt idx="8">
                  <c:v>0</c:v>
                </c:pt>
                <c:pt idx="9">
                  <c:v>1</c:v>
                </c:pt>
                <c:pt idx="10">
                  <c:v>0</c:v>
                </c:pt>
                <c:pt idx="11">
                  <c:v>0</c:v>
                </c:pt>
                <c:pt idx="12">
                  <c:v>0</c:v>
                </c:pt>
                <c:pt idx="13">
                  <c:v>0</c:v>
                </c:pt>
                <c:pt idx="14">
                  <c:v>0</c:v>
                </c:pt>
                <c:pt idx="15">
                  <c:v>0</c:v>
                </c:pt>
                <c:pt idx="16">
                  <c:v>0</c:v>
                </c:pt>
                <c:pt idx="17">
                  <c:v>0</c:v>
                </c:pt>
                <c:pt idx="18">
                  <c:v>0</c:v>
                </c:pt>
                <c:pt idx="19">
                  <c:v>0</c:v>
                </c:pt>
                <c:pt idx="20">
                  <c:v>1</c:v>
                </c:pt>
                <c:pt idx="21">
                  <c:v>0</c:v>
                </c:pt>
                <c:pt idx="22">
                  <c:v>0</c:v>
                </c:pt>
                <c:pt idx="23">
                  <c:v>0</c:v>
                </c:pt>
                <c:pt idx="24">
                  <c:v>0</c:v>
                </c:pt>
                <c:pt idx="25">
                  <c:v>0</c:v>
                </c:pt>
                <c:pt idx="26">
                  <c:v>0</c:v>
                </c:pt>
                <c:pt idx="27">
                  <c:v>0</c:v>
                </c:pt>
                <c:pt idx="28">
                  <c:v>0</c:v>
                </c:pt>
                <c:pt idx="29">
                  <c:v>0</c:v>
                </c:pt>
                <c:pt idx="30">
                  <c:v>5</c:v>
                </c:pt>
                <c:pt idx="31">
                  <c:v>2</c:v>
                </c:pt>
                <c:pt idx="32">
                  <c:v>2</c:v>
                </c:pt>
                <c:pt idx="33">
                  <c:v>1</c:v>
                </c:pt>
                <c:pt idx="34">
                  <c:v>0</c:v>
                </c:pt>
                <c:pt idx="35">
                  <c:v>0</c:v>
                </c:pt>
                <c:pt idx="36">
                  <c:v>1</c:v>
                </c:pt>
                <c:pt idx="37">
                  <c:v>0</c:v>
                </c:pt>
                <c:pt idx="38">
                  <c:v>0</c:v>
                </c:pt>
                <c:pt idx="39">
                  <c:v>9</c:v>
                </c:pt>
                <c:pt idx="40">
                  <c:v>1</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1</c:v>
                </c:pt>
                <c:pt idx="61">
                  <c:v>0</c:v>
                </c:pt>
                <c:pt idx="62">
                  <c:v>1</c:v>
                </c:pt>
                <c:pt idx="63">
                  <c:v>1</c:v>
                </c:pt>
                <c:pt idx="64">
                  <c:v>0</c:v>
                </c:pt>
                <c:pt idx="65">
                  <c:v>0</c:v>
                </c:pt>
                <c:pt idx="66">
                  <c:v>3</c:v>
                </c:pt>
                <c:pt idx="67">
                  <c:v>1</c:v>
                </c:pt>
                <c:pt idx="68">
                  <c:v>3</c:v>
                </c:pt>
                <c:pt idx="69">
                  <c:v>3</c:v>
                </c:pt>
                <c:pt idx="70">
                  <c:v>0</c:v>
                </c:pt>
                <c:pt idx="71">
                  <c:v>0</c:v>
                </c:pt>
                <c:pt idx="72">
                  <c:v>0</c:v>
                </c:pt>
                <c:pt idx="73">
                  <c:v>0</c:v>
                </c:pt>
                <c:pt idx="74">
                  <c:v>0</c:v>
                </c:pt>
                <c:pt idx="75">
                  <c:v>0</c:v>
                </c:pt>
                <c:pt idx="76">
                  <c:v>0</c:v>
                </c:pt>
                <c:pt idx="77">
                  <c:v>0</c:v>
                </c:pt>
                <c:pt idx="78">
                  <c:v>0</c:v>
                </c:pt>
                <c:pt idx="79">
                  <c:v>0</c:v>
                </c:pt>
                <c:pt idx="80">
                  <c:v>0</c:v>
                </c:pt>
              </c:numCache>
            </c:numRef>
          </c:bubbleSize>
          <c:bubble3D val="0"/>
          <c:extLst>
            <c:ext xmlns:c16="http://schemas.microsoft.com/office/drawing/2014/chart" uri="{C3380CC4-5D6E-409C-BE32-E72D297353CC}">
              <c16:uniqueId val="{00000001-8895-44F1-8D60-FBC8FA8C10C3}"/>
            </c:ext>
          </c:extLst>
        </c:ser>
        <c:ser>
          <c:idx val="2"/>
          <c:order val="2"/>
          <c:tx>
            <c:strRef>
              <c:f>'Quadrant classification'!$CE$1:$CF$1</c:f>
              <c:strCache>
                <c:ptCount val="1"/>
                <c:pt idx="0">
                  <c:v>Scalability &amp; Resilience / Observability &amp; Monitoring</c:v>
                </c:pt>
              </c:strCache>
            </c:strRef>
          </c:tx>
          <c:spPr>
            <a:solidFill>
              <a:srgbClr val="189350">
                <a:alpha val="69804"/>
              </a:srgb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s-ES"/>
              </a:p>
            </c:txPr>
            <c:dLblPos val="ctr"/>
            <c:showLegendKey val="0"/>
            <c:showVal val="0"/>
            <c:showCatName val="0"/>
            <c:showSerName val="0"/>
            <c:showPercent val="0"/>
            <c:showBubbleSize val="1"/>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'Quadrant classification'!$AV$3:$AV$83</c:f>
              <c:numCache>
                <c:formatCode>General</c:formatCode>
                <c:ptCount val="81"/>
                <c:pt idx="0">
                  <c:v>1</c:v>
                </c:pt>
                <c:pt idx="1">
                  <c:v>2</c:v>
                </c:pt>
                <c:pt idx="2">
                  <c:v>3</c:v>
                </c:pt>
                <c:pt idx="3">
                  <c:v>4</c:v>
                </c:pt>
                <c:pt idx="4">
                  <c:v>5</c:v>
                </c:pt>
                <c:pt idx="5">
                  <c:v>6</c:v>
                </c:pt>
                <c:pt idx="6">
                  <c:v>7</c:v>
                </c:pt>
                <c:pt idx="7">
                  <c:v>8</c:v>
                </c:pt>
                <c:pt idx="8">
                  <c:v>9</c:v>
                </c:pt>
                <c:pt idx="9">
                  <c:v>1</c:v>
                </c:pt>
                <c:pt idx="10">
                  <c:v>2</c:v>
                </c:pt>
                <c:pt idx="11">
                  <c:v>3</c:v>
                </c:pt>
                <c:pt idx="12">
                  <c:v>4</c:v>
                </c:pt>
                <c:pt idx="13">
                  <c:v>5</c:v>
                </c:pt>
                <c:pt idx="14">
                  <c:v>6</c:v>
                </c:pt>
                <c:pt idx="15">
                  <c:v>7</c:v>
                </c:pt>
                <c:pt idx="16">
                  <c:v>8</c:v>
                </c:pt>
                <c:pt idx="17">
                  <c:v>9</c:v>
                </c:pt>
                <c:pt idx="18">
                  <c:v>1</c:v>
                </c:pt>
                <c:pt idx="19">
                  <c:v>2</c:v>
                </c:pt>
                <c:pt idx="20">
                  <c:v>3</c:v>
                </c:pt>
                <c:pt idx="21">
                  <c:v>4</c:v>
                </c:pt>
                <c:pt idx="22">
                  <c:v>5</c:v>
                </c:pt>
                <c:pt idx="23">
                  <c:v>6</c:v>
                </c:pt>
                <c:pt idx="24">
                  <c:v>7</c:v>
                </c:pt>
                <c:pt idx="25">
                  <c:v>8</c:v>
                </c:pt>
                <c:pt idx="26">
                  <c:v>9</c:v>
                </c:pt>
                <c:pt idx="27">
                  <c:v>1</c:v>
                </c:pt>
                <c:pt idx="28">
                  <c:v>2</c:v>
                </c:pt>
                <c:pt idx="29">
                  <c:v>3</c:v>
                </c:pt>
                <c:pt idx="30">
                  <c:v>4</c:v>
                </c:pt>
                <c:pt idx="31">
                  <c:v>5</c:v>
                </c:pt>
                <c:pt idx="32">
                  <c:v>6</c:v>
                </c:pt>
                <c:pt idx="33">
                  <c:v>7</c:v>
                </c:pt>
                <c:pt idx="34">
                  <c:v>8</c:v>
                </c:pt>
                <c:pt idx="35">
                  <c:v>9</c:v>
                </c:pt>
                <c:pt idx="36">
                  <c:v>1</c:v>
                </c:pt>
                <c:pt idx="37">
                  <c:v>2</c:v>
                </c:pt>
                <c:pt idx="38">
                  <c:v>3</c:v>
                </c:pt>
                <c:pt idx="39">
                  <c:v>4</c:v>
                </c:pt>
                <c:pt idx="40">
                  <c:v>5</c:v>
                </c:pt>
                <c:pt idx="41">
                  <c:v>6</c:v>
                </c:pt>
                <c:pt idx="42">
                  <c:v>7</c:v>
                </c:pt>
                <c:pt idx="43">
                  <c:v>8</c:v>
                </c:pt>
                <c:pt idx="44">
                  <c:v>9</c:v>
                </c:pt>
                <c:pt idx="45">
                  <c:v>1</c:v>
                </c:pt>
                <c:pt idx="46">
                  <c:v>2</c:v>
                </c:pt>
                <c:pt idx="47">
                  <c:v>3</c:v>
                </c:pt>
                <c:pt idx="48">
                  <c:v>4</c:v>
                </c:pt>
                <c:pt idx="49">
                  <c:v>5</c:v>
                </c:pt>
                <c:pt idx="50">
                  <c:v>6</c:v>
                </c:pt>
                <c:pt idx="51">
                  <c:v>7</c:v>
                </c:pt>
                <c:pt idx="52">
                  <c:v>8</c:v>
                </c:pt>
                <c:pt idx="53">
                  <c:v>9</c:v>
                </c:pt>
                <c:pt idx="54">
                  <c:v>1</c:v>
                </c:pt>
                <c:pt idx="55">
                  <c:v>2</c:v>
                </c:pt>
                <c:pt idx="56">
                  <c:v>3</c:v>
                </c:pt>
                <c:pt idx="57">
                  <c:v>4</c:v>
                </c:pt>
                <c:pt idx="58">
                  <c:v>5</c:v>
                </c:pt>
                <c:pt idx="59">
                  <c:v>6</c:v>
                </c:pt>
                <c:pt idx="60">
                  <c:v>7</c:v>
                </c:pt>
                <c:pt idx="61">
                  <c:v>8</c:v>
                </c:pt>
                <c:pt idx="62">
                  <c:v>9</c:v>
                </c:pt>
                <c:pt idx="63">
                  <c:v>1</c:v>
                </c:pt>
                <c:pt idx="64">
                  <c:v>2</c:v>
                </c:pt>
                <c:pt idx="65">
                  <c:v>3</c:v>
                </c:pt>
                <c:pt idx="66">
                  <c:v>4</c:v>
                </c:pt>
                <c:pt idx="67">
                  <c:v>5</c:v>
                </c:pt>
                <c:pt idx="68">
                  <c:v>6</c:v>
                </c:pt>
                <c:pt idx="69">
                  <c:v>7</c:v>
                </c:pt>
                <c:pt idx="70">
                  <c:v>8</c:v>
                </c:pt>
                <c:pt idx="71">
                  <c:v>9</c:v>
                </c:pt>
                <c:pt idx="72">
                  <c:v>1</c:v>
                </c:pt>
                <c:pt idx="73">
                  <c:v>2</c:v>
                </c:pt>
                <c:pt idx="74">
                  <c:v>3</c:v>
                </c:pt>
                <c:pt idx="75">
                  <c:v>4</c:v>
                </c:pt>
                <c:pt idx="76">
                  <c:v>5</c:v>
                </c:pt>
                <c:pt idx="77">
                  <c:v>6</c:v>
                </c:pt>
                <c:pt idx="78">
                  <c:v>7</c:v>
                </c:pt>
                <c:pt idx="79">
                  <c:v>8</c:v>
                </c:pt>
                <c:pt idx="80">
                  <c:v>9</c:v>
                </c:pt>
              </c:numCache>
            </c:numRef>
          </c:xVal>
          <c:yVal>
            <c:numRef>
              <c:f>'Quadrant classification'!$CE$3:$CE$83</c:f>
              <c:numCache>
                <c:formatCode>General</c:formatCode>
                <c:ptCount val="81"/>
                <c:pt idx="0">
                  <c:v>2</c:v>
                </c:pt>
                <c:pt idx="1">
                  <c:v>2</c:v>
                </c:pt>
                <c:pt idx="2">
                  <c:v>2</c:v>
                </c:pt>
                <c:pt idx="3">
                  <c:v>2</c:v>
                </c:pt>
                <c:pt idx="4">
                  <c:v>2</c:v>
                </c:pt>
                <c:pt idx="5">
                  <c:v>2</c:v>
                </c:pt>
                <c:pt idx="6">
                  <c:v>2</c:v>
                </c:pt>
                <c:pt idx="7">
                  <c:v>2</c:v>
                </c:pt>
                <c:pt idx="8">
                  <c:v>2</c:v>
                </c:pt>
                <c:pt idx="9">
                  <c:v>4</c:v>
                </c:pt>
                <c:pt idx="10">
                  <c:v>4</c:v>
                </c:pt>
                <c:pt idx="11">
                  <c:v>4</c:v>
                </c:pt>
                <c:pt idx="12">
                  <c:v>4</c:v>
                </c:pt>
                <c:pt idx="13">
                  <c:v>4</c:v>
                </c:pt>
                <c:pt idx="14">
                  <c:v>4</c:v>
                </c:pt>
                <c:pt idx="15">
                  <c:v>4</c:v>
                </c:pt>
                <c:pt idx="16">
                  <c:v>4</c:v>
                </c:pt>
                <c:pt idx="17">
                  <c:v>4</c:v>
                </c:pt>
                <c:pt idx="18">
                  <c:v>6</c:v>
                </c:pt>
                <c:pt idx="19">
                  <c:v>6</c:v>
                </c:pt>
                <c:pt idx="20">
                  <c:v>6</c:v>
                </c:pt>
                <c:pt idx="21">
                  <c:v>6</c:v>
                </c:pt>
                <c:pt idx="22">
                  <c:v>6</c:v>
                </c:pt>
                <c:pt idx="23">
                  <c:v>6</c:v>
                </c:pt>
                <c:pt idx="24">
                  <c:v>6</c:v>
                </c:pt>
                <c:pt idx="25">
                  <c:v>6</c:v>
                </c:pt>
                <c:pt idx="26">
                  <c:v>6</c:v>
                </c:pt>
                <c:pt idx="27">
                  <c:v>8</c:v>
                </c:pt>
                <c:pt idx="28">
                  <c:v>8</c:v>
                </c:pt>
                <c:pt idx="29">
                  <c:v>8</c:v>
                </c:pt>
                <c:pt idx="30">
                  <c:v>8</c:v>
                </c:pt>
                <c:pt idx="31">
                  <c:v>8</c:v>
                </c:pt>
                <c:pt idx="32">
                  <c:v>8</c:v>
                </c:pt>
                <c:pt idx="33">
                  <c:v>8</c:v>
                </c:pt>
                <c:pt idx="34">
                  <c:v>8</c:v>
                </c:pt>
                <c:pt idx="35">
                  <c:v>8</c:v>
                </c:pt>
                <c:pt idx="36">
                  <c:v>10</c:v>
                </c:pt>
                <c:pt idx="37">
                  <c:v>10</c:v>
                </c:pt>
                <c:pt idx="38">
                  <c:v>10</c:v>
                </c:pt>
                <c:pt idx="39">
                  <c:v>10</c:v>
                </c:pt>
                <c:pt idx="40">
                  <c:v>10</c:v>
                </c:pt>
                <c:pt idx="41">
                  <c:v>10</c:v>
                </c:pt>
                <c:pt idx="42">
                  <c:v>10</c:v>
                </c:pt>
                <c:pt idx="43">
                  <c:v>10</c:v>
                </c:pt>
                <c:pt idx="44">
                  <c:v>10</c:v>
                </c:pt>
                <c:pt idx="45">
                  <c:v>12</c:v>
                </c:pt>
                <c:pt idx="46">
                  <c:v>12</c:v>
                </c:pt>
                <c:pt idx="47">
                  <c:v>12</c:v>
                </c:pt>
                <c:pt idx="48">
                  <c:v>12</c:v>
                </c:pt>
                <c:pt idx="49">
                  <c:v>12</c:v>
                </c:pt>
                <c:pt idx="50">
                  <c:v>12</c:v>
                </c:pt>
                <c:pt idx="51">
                  <c:v>12</c:v>
                </c:pt>
                <c:pt idx="52">
                  <c:v>12</c:v>
                </c:pt>
                <c:pt idx="53">
                  <c:v>12</c:v>
                </c:pt>
                <c:pt idx="54">
                  <c:v>14</c:v>
                </c:pt>
                <c:pt idx="55">
                  <c:v>14</c:v>
                </c:pt>
                <c:pt idx="56">
                  <c:v>14</c:v>
                </c:pt>
                <c:pt idx="57">
                  <c:v>14</c:v>
                </c:pt>
                <c:pt idx="58">
                  <c:v>14</c:v>
                </c:pt>
                <c:pt idx="59">
                  <c:v>14</c:v>
                </c:pt>
                <c:pt idx="60">
                  <c:v>14</c:v>
                </c:pt>
                <c:pt idx="61">
                  <c:v>14</c:v>
                </c:pt>
                <c:pt idx="62">
                  <c:v>14</c:v>
                </c:pt>
                <c:pt idx="63">
                  <c:v>16</c:v>
                </c:pt>
                <c:pt idx="64">
                  <c:v>16</c:v>
                </c:pt>
                <c:pt idx="65">
                  <c:v>16</c:v>
                </c:pt>
                <c:pt idx="66">
                  <c:v>16</c:v>
                </c:pt>
                <c:pt idx="67">
                  <c:v>16</c:v>
                </c:pt>
                <c:pt idx="68">
                  <c:v>16</c:v>
                </c:pt>
                <c:pt idx="69">
                  <c:v>16</c:v>
                </c:pt>
                <c:pt idx="70">
                  <c:v>16</c:v>
                </c:pt>
                <c:pt idx="71">
                  <c:v>16</c:v>
                </c:pt>
                <c:pt idx="72">
                  <c:v>18</c:v>
                </c:pt>
                <c:pt idx="73">
                  <c:v>18</c:v>
                </c:pt>
                <c:pt idx="74">
                  <c:v>18</c:v>
                </c:pt>
                <c:pt idx="75">
                  <c:v>18</c:v>
                </c:pt>
                <c:pt idx="76">
                  <c:v>18</c:v>
                </c:pt>
                <c:pt idx="77">
                  <c:v>18</c:v>
                </c:pt>
                <c:pt idx="78">
                  <c:v>18</c:v>
                </c:pt>
                <c:pt idx="79">
                  <c:v>18</c:v>
                </c:pt>
                <c:pt idx="80">
                  <c:v>18</c:v>
                </c:pt>
              </c:numCache>
            </c:numRef>
          </c:yVal>
          <c:bubbleSize>
            <c:numRef>
              <c:f>'Quadrant classification'!$CF$3:$CF$83</c:f>
              <c:numCache>
                <c:formatCode>General</c:formatCode>
                <c:ptCount val="81"/>
                <c:pt idx="0">
                  <c:v>0</c:v>
                </c:pt>
                <c:pt idx="1">
                  <c:v>0</c:v>
                </c:pt>
                <c:pt idx="2">
                  <c:v>0</c:v>
                </c:pt>
                <c:pt idx="3">
                  <c:v>1</c:v>
                </c:pt>
                <c:pt idx="4">
                  <c:v>0</c:v>
                </c:pt>
                <c:pt idx="5">
                  <c:v>0</c:v>
                </c:pt>
                <c:pt idx="6">
                  <c:v>0</c:v>
                </c:pt>
                <c:pt idx="7">
                  <c:v>0</c:v>
                </c:pt>
                <c:pt idx="8">
                  <c:v>0</c:v>
                </c:pt>
                <c:pt idx="9">
                  <c:v>0</c:v>
                </c:pt>
                <c:pt idx="10">
                  <c:v>0</c:v>
                </c:pt>
                <c:pt idx="11">
                  <c:v>0</c:v>
                </c:pt>
                <c:pt idx="12">
                  <c:v>1</c:v>
                </c:pt>
                <c:pt idx="13">
                  <c:v>0</c:v>
                </c:pt>
                <c:pt idx="14">
                  <c:v>0</c:v>
                </c:pt>
                <c:pt idx="15">
                  <c:v>0</c:v>
                </c:pt>
                <c:pt idx="16">
                  <c:v>0</c:v>
                </c:pt>
                <c:pt idx="17">
                  <c:v>0</c:v>
                </c:pt>
                <c:pt idx="18">
                  <c:v>0</c:v>
                </c:pt>
                <c:pt idx="19">
                  <c:v>0</c:v>
                </c:pt>
                <c:pt idx="20">
                  <c:v>1</c:v>
                </c:pt>
                <c:pt idx="21">
                  <c:v>0</c:v>
                </c:pt>
                <c:pt idx="22">
                  <c:v>0</c:v>
                </c:pt>
                <c:pt idx="23">
                  <c:v>0</c:v>
                </c:pt>
                <c:pt idx="24">
                  <c:v>0</c:v>
                </c:pt>
                <c:pt idx="25">
                  <c:v>0</c:v>
                </c:pt>
                <c:pt idx="26">
                  <c:v>0</c:v>
                </c:pt>
                <c:pt idx="27">
                  <c:v>0</c:v>
                </c:pt>
                <c:pt idx="28">
                  <c:v>0</c:v>
                </c:pt>
                <c:pt idx="29">
                  <c:v>0</c:v>
                </c:pt>
                <c:pt idx="30">
                  <c:v>3</c:v>
                </c:pt>
                <c:pt idx="31">
                  <c:v>0</c:v>
                </c:pt>
                <c:pt idx="32">
                  <c:v>0</c:v>
                </c:pt>
                <c:pt idx="33">
                  <c:v>2</c:v>
                </c:pt>
                <c:pt idx="34">
                  <c:v>0</c:v>
                </c:pt>
                <c:pt idx="35">
                  <c:v>0</c:v>
                </c:pt>
                <c:pt idx="36">
                  <c:v>0</c:v>
                </c:pt>
                <c:pt idx="37">
                  <c:v>0</c:v>
                </c:pt>
                <c:pt idx="38">
                  <c:v>0</c:v>
                </c:pt>
                <c:pt idx="39">
                  <c:v>10</c:v>
                </c:pt>
                <c:pt idx="40">
                  <c:v>3</c:v>
                </c:pt>
                <c:pt idx="41">
                  <c:v>1</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bubbleSize>
          <c:bubble3D val="0"/>
          <c:extLst>
            <c:ext xmlns:c16="http://schemas.microsoft.com/office/drawing/2014/chart" uri="{C3380CC4-5D6E-409C-BE32-E72D297353CC}">
              <c16:uniqueId val="{00000002-8895-44F1-8D60-FBC8FA8C10C3}"/>
            </c:ext>
          </c:extLst>
        </c:ser>
        <c:ser>
          <c:idx val="3"/>
          <c:order val="3"/>
          <c:tx>
            <c:strRef>
              <c:f>'Quadrant classification'!$CG$1:$CH$1</c:f>
              <c:strCache>
                <c:ptCount val="1"/>
                <c:pt idx="0">
                  <c:v>Business Continuity</c:v>
                </c:pt>
              </c:strCache>
            </c:strRef>
          </c:tx>
          <c:spPr>
            <a:solidFill>
              <a:srgbClr val="663A88">
                <a:alpha val="85098"/>
              </a:srgb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s-ES"/>
              </a:p>
            </c:txPr>
            <c:dLblPos val="ctr"/>
            <c:showLegendKey val="0"/>
            <c:showVal val="0"/>
            <c:showCatName val="0"/>
            <c:showSerName val="0"/>
            <c:showPercent val="0"/>
            <c:showBubbleSize val="1"/>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'Quadrant classification'!$AV$3:$AV$83</c:f>
              <c:numCache>
                <c:formatCode>General</c:formatCode>
                <c:ptCount val="81"/>
                <c:pt idx="0">
                  <c:v>1</c:v>
                </c:pt>
                <c:pt idx="1">
                  <c:v>2</c:v>
                </c:pt>
                <c:pt idx="2">
                  <c:v>3</c:v>
                </c:pt>
                <c:pt idx="3">
                  <c:v>4</c:v>
                </c:pt>
                <c:pt idx="4">
                  <c:v>5</c:v>
                </c:pt>
                <c:pt idx="5">
                  <c:v>6</c:v>
                </c:pt>
                <c:pt idx="6">
                  <c:v>7</c:v>
                </c:pt>
                <c:pt idx="7">
                  <c:v>8</c:v>
                </c:pt>
                <c:pt idx="8">
                  <c:v>9</c:v>
                </c:pt>
                <c:pt idx="9">
                  <c:v>1</c:v>
                </c:pt>
                <c:pt idx="10">
                  <c:v>2</c:v>
                </c:pt>
                <c:pt idx="11">
                  <c:v>3</c:v>
                </c:pt>
                <c:pt idx="12">
                  <c:v>4</c:v>
                </c:pt>
                <c:pt idx="13">
                  <c:v>5</c:v>
                </c:pt>
                <c:pt idx="14">
                  <c:v>6</c:v>
                </c:pt>
                <c:pt idx="15">
                  <c:v>7</c:v>
                </c:pt>
                <c:pt idx="16">
                  <c:v>8</c:v>
                </c:pt>
                <c:pt idx="17">
                  <c:v>9</c:v>
                </c:pt>
                <c:pt idx="18">
                  <c:v>1</c:v>
                </c:pt>
                <c:pt idx="19">
                  <c:v>2</c:v>
                </c:pt>
                <c:pt idx="20">
                  <c:v>3</c:v>
                </c:pt>
                <c:pt idx="21">
                  <c:v>4</c:v>
                </c:pt>
                <c:pt idx="22">
                  <c:v>5</c:v>
                </c:pt>
                <c:pt idx="23">
                  <c:v>6</c:v>
                </c:pt>
                <c:pt idx="24">
                  <c:v>7</c:v>
                </c:pt>
                <c:pt idx="25">
                  <c:v>8</c:v>
                </c:pt>
                <c:pt idx="26">
                  <c:v>9</c:v>
                </c:pt>
                <c:pt idx="27">
                  <c:v>1</c:v>
                </c:pt>
                <c:pt idx="28">
                  <c:v>2</c:v>
                </c:pt>
                <c:pt idx="29">
                  <c:v>3</c:v>
                </c:pt>
                <c:pt idx="30">
                  <c:v>4</c:v>
                </c:pt>
                <c:pt idx="31">
                  <c:v>5</c:v>
                </c:pt>
                <c:pt idx="32">
                  <c:v>6</c:v>
                </c:pt>
                <c:pt idx="33">
                  <c:v>7</c:v>
                </c:pt>
                <c:pt idx="34">
                  <c:v>8</c:v>
                </c:pt>
                <c:pt idx="35">
                  <c:v>9</c:v>
                </c:pt>
                <c:pt idx="36">
                  <c:v>1</c:v>
                </c:pt>
                <c:pt idx="37">
                  <c:v>2</c:v>
                </c:pt>
                <c:pt idx="38">
                  <c:v>3</c:v>
                </c:pt>
                <c:pt idx="39">
                  <c:v>4</c:v>
                </c:pt>
                <c:pt idx="40">
                  <c:v>5</c:v>
                </c:pt>
                <c:pt idx="41">
                  <c:v>6</c:v>
                </c:pt>
                <c:pt idx="42">
                  <c:v>7</c:v>
                </c:pt>
                <c:pt idx="43">
                  <c:v>8</c:v>
                </c:pt>
                <c:pt idx="44">
                  <c:v>9</c:v>
                </c:pt>
                <c:pt idx="45">
                  <c:v>1</c:v>
                </c:pt>
                <c:pt idx="46">
                  <c:v>2</c:v>
                </c:pt>
                <c:pt idx="47">
                  <c:v>3</c:v>
                </c:pt>
                <c:pt idx="48">
                  <c:v>4</c:v>
                </c:pt>
                <c:pt idx="49">
                  <c:v>5</c:v>
                </c:pt>
                <c:pt idx="50">
                  <c:v>6</c:v>
                </c:pt>
                <c:pt idx="51">
                  <c:v>7</c:v>
                </c:pt>
                <c:pt idx="52">
                  <c:v>8</c:v>
                </c:pt>
                <c:pt idx="53">
                  <c:v>9</c:v>
                </c:pt>
                <c:pt idx="54">
                  <c:v>1</c:v>
                </c:pt>
                <c:pt idx="55">
                  <c:v>2</c:v>
                </c:pt>
                <c:pt idx="56">
                  <c:v>3</c:v>
                </c:pt>
                <c:pt idx="57">
                  <c:v>4</c:v>
                </c:pt>
                <c:pt idx="58">
                  <c:v>5</c:v>
                </c:pt>
                <c:pt idx="59">
                  <c:v>6</c:v>
                </c:pt>
                <c:pt idx="60">
                  <c:v>7</c:v>
                </c:pt>
                <c:pt idx="61">
                  <c:v>8</c:v>
                </c:pt>
                <c:pt idx="62">
                  <c:v>9</c:v>
                </c:pt>
                <c:pt idx="63">
                  <c:v>1</c:v>
                </c:pt>
                <c:pt idx="64">
                  <c:v>2</c:v>
                </c:pt>
                <c:pt idx="65">
                  <c:v>3</c:v>
                </c:pt>
                <c:pt idx="66">
                  <c:v>4</c:v>
                </c:pt>
                <c:pt idx="67">
                  <c:v>5</c:v>
                </c:pt>
                <c:pt idx="68">
                  <c:v>6</c:v>
                </c:pt>
                <c:pt idx="69">
                  <c:v>7</c:v>
                </c:pt>
                <c:pt idx="70">
                  <c:v>8</c:v>
                </c:pt>
                <c:pt idx="71">
                  <c:v>9</c:v>
                </c:pt>
                <c:pt idx="72">
                  <c:v>1</c:v>
                </c:pt>
                <c:pt idx="73">
                  <c:v>2</c:v>
                </c:pt>
                <c:pt idx="74">
                  <c:v>3</c:v>
                </c:pt>
                <c:pt idx="75">
                  <c:v>4</c:v>
                </c:pt>
                <c:pt idx="76">
                  <c:v>5</c:v>
                </c:pt>
                <c:pt idx="77">
                  <c:v>6</c:v>
                </c:pt>
                <c:pt idx="78">
                  <c:v>7</c:v>
                </c:pt>
                <c:pt idx="79">
                  <c:v>8</c:v>
                </c:pt>
                <c:pt idx="80">
                  <c:v>9</c:v>
                </c:pt>
              </c:numCache>
            </c:numRef>
          </c:xVal>
          <c:yVal>
            <c:numRef>
              <c:f>'Quadrant classification'!$CG$3:$CG$83</c:f>
              <c:numCache>
                <c:formatCode>General</c:formatCode>
                <c:ptCount val="81"/>
                <c:pt idx="0">
                  <c:v>2.8</c:v>
                </c:pt>
                <c:pt idx="1">
                  <c:v>2.8</c:v>
                </c:pt>
                <c:pt idx="2">
                  <c:v>2.8</c:v>
                </c:pt>
                <c:pt idx="3">
                  <c:v>2.8</c:v>
                </c:pt>
                <c:pt idx="4">
                  <c:v>2.8</c:v>
                </c:pt>
                <c:pt idx="5">
                  <c:v>2.8</c:v>
                </c:pt>
                <c:pt idx="6">
                  <c:v>2.8</c:v>
                </c:pt>
                <c:pt idx="7">
                  <c:v>2.8</c:v>
                </c:pt>
                <c:pt idx="8">
                  <c:v>2.8</c:v>
                </c:pt>
                <c:pt idx="9">
                  <c:v>4.8</c:v>
                </c:pt>
                <c:pt idx="10">
                  <c:v>4.8</c:v>
                </c:pt>
                <c:pt idx="11">
                  <c:v>4.8</c:v>
                </c:pt>
                <c:pt idx="12">
                  <c:v>4.8</c:v>
                </c:pt>
                <c:pt idx="13">
                  <c:v>4.8</c:v>
                </c:pt>
                <c:pt idx="14">
                  <c:v>4.8</c:v>
                </c:pt>
                <c:pt idx="15">
                  <c:v>4.8</c:v>
                </c:pt>
                <c:pt idx="16">
                  <c:v>4.8</c:v>
                </c:pt>
                <c:pt idx="17">
                  <c:v>4.8</c:v>
                </c:pt>
                <c:pt idx="18">
                  <c:v>6.8</c:v>
                </c:pt>
                <c:pt idx="19">
                  <c:v>6.8</c:v>
                </c:pt>
                <c:pt idx="20">
                  <c:v>6.8</c:v>
                </c:pt>
                <c:pt idx="21">
                  <c:v>6.8</c:v>
                </c:pt>
                <c:pt idx="22">
                  <c:v>6.8</c:v>
                </c:pt>
                <c:pt idx="23">
                  <c:v>6.8</c:v>
                </c:pt>
                <c:pt idx="24">
                  <c:v>6.8</c:v>
                </c:pt>
                <c:pt idx="25">
                  <c:v>6.8</c:v>
                </c:pt>
                <c:pt idx="26">
                  <c:v>6.8</c:v>
                </c:pt>
                <c:pt idx="27">
                  <c:v>8.8000000000000007</c:v>
                </c:pt>
                <c:pt idx="28">
                  <c:v>8.8000000000000007</c:v>
                </c:pt>
                <c:pt idx="29">
                  <c:v>8.8000000000000007</c:v>
                </c:pt>
                <c:pt idx="30">
                  <c:v>8.8000000000000007</c:v>
                </c:pt>
                <c:pt idx="31">
                  <c:v>8.8000000000000007</c:v>
                </c:pt>
                <c:pt idx="32">
                  <c:v>8.8000000000000007</c:v>
                </c:pt>
                <c:pt idx="33">
                  <c:v>8.8000000000000007</c:v>
                </c:pt>
                <c:pt idx="34">
                  <c:v>8.8000000000000007</c:v>
                </c:pt>
                <c:pt idx="35">
                  <c:v>8.8000000000000007</c:v>
                </c:pt>
                <c:pt idx="36">
                  <c:v>10.8</c:v>
                </c:pt>
                <c:pt idx="37">
                  <c:v>10.8</c:v>
                </c:pt>
                <c:pt idx="38">
                  <c:v>10.8</c:v>
                </c:pt>
                <c:pt idx="39">
                  <c:v>10.8</c:v>
                </c:pt>
                <c:pt idx="40">
                  <c:v>10.8</c:v>
                </c:pt>
                <c:pt idx="41">
                  <c:v>10.8</c:v>
                </c:pt>
                <c:pt idx="42">
                  <c:v>10.8</c:v>
                </c:pt>
                <c:pt idx="43">
                  <c:v>10.8</c:v>
                </c:pt>
                <c:pt idx="44">
                  <c:v>10.8</c:v>
                </c:pt>
                <c:pt idx="45">
                  <c:v>12.8</c:v>
                </c:pt>
                <c:pt idx="46">
                  <c:v>12.8</c:v>
                </c:pt>
                <c:pt idx="47">
                  <c:v>12.8</c:v>
                </c:pt>
                <c:pt idx="48">
                  <c:v>12.8</c:v>
                </c:pt>
                <c:pt idx="49">
                  <c:v>12.8</c:v>
                </c:pt>
                <c:pt idx="50">
                  <c:v>12.8</c:v>
                </c:pt>
                <c:pt idx="51">
                  <c:v>12.8</c:v>
                </c:pt>
                <c:pt idx="52">
                  <c:v>12.8</c:v>
                </c:pt>
                <c:pt idx="53">
                  <c:v>12.8</c:v>
                </c:pt>
                <c:pt idx="54">
                  <c:v>14.8</c:v>
                </c:pt>
                <c:pt idx="55">
                  <c:v>14.8</c:v>
                </c:pt>
                <c:pt idx="56">
                  <c:v>14.8</c:v>
                </c:pt>
                <c:pt idx="57">
                  <c:v>14.8</c:v>
                </c:pt>
                <c:pt idx="58">
                  <c:v>14.8</c:v>
                </c:pt>
                <c:pt idx="59">
                  <c:v>14.8</c:v>
                </c:pt>
                <c:pt idx="60">
                  <c:v>14.8</c:v>
                </c:pt>
                <c:pt idx="61">
                  <c:v>14.8</c:v>
                </c:pt>
                <c:pt idx="62">
                  <c:v>14.8</c:v>
                </c:pt>
                <c:pt idx="63">
                  <c:v>16.8</c:v>
                </c:pt>
                <c:pt idx="64">
                  <c:v>16.8</c:v>
                </c:pt>
                <c:pt idx="65">
                  <c:v>16.8</c:v>
                </c:pt>
                <c:pt idx="66">
                  <c:v>16.8</c:v>
                </c:pt>
                <c:pt idx="67">
                  <c:v>16.8</c:v>
                </c:pt>
                <c:pt idx="68">
                  <c:v>16.8</c:v>
                </c:pt>
                <c:pt idx="69">
                  <c:v>16.8</c:v>
                </c:pt>
                <c:pt idx="70">
                  <c:v>16.8</c:v>
                </c:pt>
                <c:pt idx="71">
                  <c:v>16.8</c:v>
                </c:pt>
                <c:pt idx="72">
                  <c:v>18.8</c:v>
                </c:pt>
                <c:pt idx="73">
                  <c:v>18.8</c:v>
                </c:pt>
                <c:pt idx="74">
                  <c:v>18.8</c:v>
                </c:pt>
                <c:pt idx="75">
                  <c:v>18.8</c:v>
                </c:pt>
                <c:pt idx="76">
                  <c:v>18.8</c:v>
                </c:pt>
                <c:pt idx="77">
                  <c:v>18.8</c:v>
                </c:pt>
                <c:pt idx="78">
                  <c:v>18.8</c:v>
                </c:pt>
                <c:pt idx="79">
                  <c:v>18.8</c:v>
                </c:pt>
                <c:pt idx="80">
                  <c:v>18.8</c:v>
                </c:pt>
              </c:numCache>
            </c:numRef>
          </c:yVal>
          <c:bubbleSize>
            <c:numRef>
              <c:f>'Quadrant classification'!$CH$3:$CH$83</c:f>
              <c:numCache>
                <c:formatCode>General</c:formatCode>
                <c:ptCount val="81"/>
                <c:pt idx="0">
                  <c:v>0</c:v>
                </c:pt>
                <c:pt idx="1">
                  <c:v>0</c:v>
                </c:pt>
                <c:pt idx="2">
                  <c:v>0</c:v>
                </c:pt>
                <c:pt idx="3">
                  <c:v>1</c:v>
                </c:pt>
                <c:pt idx="4">
                  <c:v>0</c:v>
                </c:pt>
                <c:pt idx="5">
                  <c:v>0</c:v>
                </c:pt>
                <c:pt idx="6">
                  <c:v>0</c:v>
                </c:pt>
                <c:pt idx="7">
                  <c:v>0</c:v>
                </c:pt>
                <c:pt idx="8">
                  <c:v>0</c:v>
                </c:pt>
                <c:pt idx="9">
                  <c:v>2</c:v>
                </c:pt>
                <c:pt idx="10">
                  <c:v>0</c:v>
                </c:pt>
                <c:pt idx="11">
                  <c:v>0</c:v>
                </c:pt>
                <c:pt idx="12">
                  <c:v>0</c:v>
                </c:pt>
                <c:pt idx="13">
                  <c:v>0</c:v>
                </c:pt>
                <c:pt idx="14">
                  <c:v>1</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1</c:v>
                </c:pt>
                <c:pt idx="31">
                  <c:v>0</c:v>
                </c:pt>
                <c:pt idx="32">
                  <c:v>0</c:v>
                </c:pt>
                <c:pt idx="33">
                  <c:v>0</c:v>
                </c:pt>
                <c:pt idx="34">
                  <c:v>0</c:v>
                </c:pt>
                <c:pt idx="35">
                  <c:v>0</c:v>
                </c:pt>
                <c:pt idx="36">
                  <c:v>0</c:v>
                </c:pt>
                <c:pt idx="37">
                  <c:v>0</c:v>
                </c:pt>
                <c:pt idx="38">
                  <c:v>0</c:v>
                </c:pt>
                <c:pt idx="39">
                  <c:v>2</c:v>
                </c:pt>
                <c:pt idx="40">
                  <c:v>1</c:v>
                </c:pt>
                <c:pt idx="41">
                  <c:v>0</c:v>
                </c:pt>
                <c:pt idx="42">
                  <c:v>1</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bubbleSize>
          <c:bubble3D val="0"/>
          <c:extLst>
            <c:ext xmlns:c16="http://schemas.microsoft.com/office/drawing/2014/chart" uri="{C3380CC4-5D6E-409C-BE32-E72D297353CC}">
              <c16:uniqueId val="{00000003-8895-44F1-8D60-FBC8FA8C10C3}"/>
            </c:ext>
          </c:extLst>
        </c:ser>
        <c:ser>
          <c:idx val="4"/>
          <c:order val="4"/>
          <c:tx>
            <c:strRef>
              <c:f>'Quadrant classification'!$CI$1:$CJ$1</c:f>
              <c:strCache>
                <c:ptCount val="1"/>
                <c:pt idx="0">
                  <c:v>Processes &amp; Organization</c:v>
                </c:pt>
              </c:strCache>
            </c:strRef>
          </c:tx>
          <c:spPr>
            <a:solidFill>
              <a:srgbClr val="3AB9E6">
                <a:alpha val="85098"/>
              </a:srgb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s-ES"/>
              </a:p>
            </c:txPr>
            <c:dLblPos val="ctr"/>
            <c:showLegendKey val="0"/>
            <c:showVal val="0"/>
            <c:showCatName val="0"/>
            <c:showSerName val="0"/>
            <c:showPercent val="0"/>
            <c:showBubbleSize val="1"/>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'Quadrant classification'!$AV$3:$AV$83</c:f>
              <c:numCache>
                <c:formatCode>General</c:formatCode>
                <c:ptCount val="81"/>
                <c:pt idx="0">
                  <c:v>1</c:v>
                </c:pt>
                <c:pt idx="1">
                  <c:v>2</c:v>
                </c:pt>
                <c:pt idx="2">
                  <c:v>3</c:v>
                </c:pt>
                <c:pt idx="3">
                  <c:v>4</c:v>
                </c:pt>
                <c:pt idx="4">
                  <c:v>5</c:v>
                </c:pt>
                <c:pt idx="5">
                  <c:v>6</c:v>
                </c:pt>
                <c:pt idx="6">
                  <c:v>7</c:v>
                </c:pt>
                <c:pt idx="7">
                  <c:v>8</c:v>
                </c:pt>
                <c:pt idx="8">
                  <c:v>9</c:v>
                </c:pt>
                <c:pt idx="9">
                  <c:v>1</c:v>
                </c:pt>
                <c:pt idx="10">
                  <c:v>2</c:v>
                </c:pt>
                <c:pt idx="11">
                  <c:v>3</c:v>
                </c:pt>
                <c:pt idx="12">
                  <c:v>4</c:v>
                </c:pt>
                <c:pt idx="13">
                  <c:v>5</c:v>
                </c:pt>
                <c:pt idx="14">
                  <c:v>6</c:v>
                </c:pt>
                <c:pt idx="15">
                  <c:v>7</c:v>
                </c:pt>
                <c:pt idx="16">
                  <c:v>8</c:v>
                </c:pt>
                <c:pt idx="17">
                  <c:v>9</c:v>
                </c:pt>
                <c:pt idx="18">
                  <c:v>1</c:v>
                </c:pt>
                <c:pt idx="19">
                  <c:v>2</c:v>
                </c:pt>
                <c:pt idx="20">
                  <c:v>3</c:v>
                </c:pt>
                <c:pt idx="21">
                  <c:v>4</c:v>
                </c:pt>
                <c:pt idx="22">
                  <c:v>5</c:v>
                </c:pt>
                <c:pt idx="23">
                  <c:v>6</c:v>
                </c:pt>
                <c:pt idx="24">
                  <c:v>7</c:v>
                </c:pt>
                <c:pt idx="25">
                  <c:v>8</c:v>
                </c:pt>
                <c:pt idx="26">
                  <c:v>9</c:v>
                </c:pt>
                <c:pt idx="27">
                  <c:v>1</c:v>
                </c:pt>
                <c:pt idx="28">
                  <c:v>2</c:v>
                </c:pt>
                <c:pt idx="29">
                  <c:v>3</c:v>
                </c:pt>
                <c:pt idx="30">
                  <c:v>4</c:v>
                </c:pt>
                <c:pt idx="31">
                  <c:v>5</c:v>
                </c:pt>
                <c:pt idx="32">
                  <c:v>6</c:v>
                </c:pt>
                <c:pt idx="33">
                  <c:v>7</c:v>
                </c:pt>
                <c:pt idx="34">
                  <c:v>8</c:v>
                </c:pt>
                <c:pt idx="35">
                  <c:v>9</c:v>
                </c:pt>
                <c:pt idx="36">
                  <c:v>1</c:v>
                </c:pt>
                <c:pt idx="37">
                  <c:v>2</c:v>
                </c:pt>
                <c:pt idx="38">
                  <c:v>3</c:v>
                </c:pt>
                <c:pt idx="39">
                  <c:v>4</c:v>
                </c:pt>
                <c:pt idx="40">
                  <c:v>5</c:v>
                </c:pt>
                <c:pt idx="41">
                  <c:v>6</c:v>
                </c:pt>
                <c:pt idx="42">
                  <c:v>7</c:v>
                </c:pt>
                <c:pt idx="43">
                  <c:v>8</c:v>
                </c:pt>
                <c:pt idx="44">
                  <c:v>9</c:v>
                </c:pt>
                <c:pt idx="45">
                  <c:v>1</c:v>
                </c:pt>
                <c:pt idx="46">
                  <c:v>2</c:v>
                </c:pt>
                <c:pt idx="47">
                  <c:v>3</c:v>
                </c:pt>
                <c:pt idx="48">
                  <c:v>4</c:v>
                </c:pt>
                <c:pt idx="49">
                  <c:v>5</c:v>
                </c:pt>
                <c:pt idx="50">
                  <c:v>6</c:v>
                </c:pt>
                <c:pt idx="51">
                  <c:v>7</c:v>
                </c:pt>
                <c:pt idx="52">
                  <c:v>8</c:v>
                </c:pt>
                <c:pt idx="53">
                  <c:v>9</c:v>
                </c:pt>
                <c:pt idx="54">
                  <c:v>1</c:v>
                </c:pt>
                <c:pt idx="55">
                  <c:v>2</c:v>
                </c:pt>
                <c:pt idx="56">
                  <c:v>3</c:v>
                </c:pt>
                <c:pt idx="57">
                  <c:v>4</c:v>
                </c:pt>
                <c:pt idx="58">
                  <c:v>5</c:v>
                </c:pt>
                <c:pt idx="59">
                  <c:v>6</c:v>
                </c:pt>
                <c:pt idx="60">
                  <c:v>7</c:v>
                </c:pt>
                <c:pt idx="61">
                  <c:v>8</c:v>
                </c:pt>
                <c:pt idx="62">
                  <c:v>9</c:v>
                </c:pt>
                <c:pt idx="63">
                  <c:v>1</c:v>
                </c:pt>
                <c:pt idx="64">
                  <c:v>2</c:v>
                </c:pt>
                <c:pt idx="65">
                  <c:v>3</c:v>
                </c:pt>
                <c:pt idx="66">
                  <c:v>4</c:v>
                </c:pt>
                <c:pt idx="67">
                  <c:v>5</c:v>
                </c:pt>
                <c:pt idx="68">
                  <c:v>6</c:v>
                </c:pt>
                <c:pt idx="69">
                  <c:v>7</c:v>
                </c:pt>
                <c:pt idx="70">
                  <c:v>8</c:v>
                </c:pt>
                <c:pt idx="71">
                  <c:v>9</c:v>
                </c:pt>
                <c:pt idx="72">
                  <c:v>1</c:v>
                </c:pt>
                <c:pt idx="73">
                  <c:v>2</c:v>
                </c:pt>
                <c:pt idx="74">
                  <c:v>3</c:v>
                </c:pt>
                <c:pt idx="75">
                  <c:v>4</c:v>
                </c:pt>
                <c:pt idx="76">
                  <c:v>5</c:v>
                </c:pt>
                <c:pt idx="77">
                  <c:v>6</c:v>
                </c:pt>
                <c:pt idx="78">
                  <c:v>7</c:v>
                </c:pt>
                <c:pt idx="79">
                  <c:v>8</c:v>
                </c:pt>
                <c:pt idx="80">
                  <c:v>9</c:v>
                </c:pt>
              </c:numCache>
            </c:numRef>
          </c:xVal>
          <c:yVal>
            <c:numRef>
              <c:f>'Quadrant classification'!$CI$3:$CI$83</c:f>
              <c:numCache>
                <c:formatCode>General</c:formatCode>
                <c:ptCount val="81"/>
                <c:pt idx="0">
                  <c:v>2.4</c:v>
                </c:pt>
                <c:pt idx="1">
                  <c:v>2.4</c:v>
                </c:pt>
                <c:pt idx="2">
                  <c:v>2.4</c:v>
                </c:pt>
                <c:pt idx="3">
                  <c:v>2.4</c:v>
                </c:pt>
                <c:pt idx="4">
                  <c:v>2.4</c:v>
                </c:pt>
                <c:pt idx="5">
                  <c:v>2.4</c:v>
                </c:pt>
                <c:pt idx="6">
                  <c:v>2.4</c:v>
                </c:pt>
                <c:pt idx="7">
                  <c:v>2.4</c:v>
                </c:pt>
                <c:pt idx="8">
                  <c:v>2.4</c:v>
                </c:pt>
                <c:pt idx="9">
                  <c:v>4.4000000000000004</c:v>
                </c:pt>
                <c:pt idx="10">
                  <c:v>4.4000000000000004</c:v>
                </c:pt>
                <c:pt idx="11">
                  <c:v>4.4000000000000004</c:v>
                </c:pt>
                <c:pt idx="12">
                  <c:v>4.4000000000000004</c:v>
                </c:pt>
                <c:pt idx="13">
                  <c:v>4.4000000000000004</c:v>
                </c:pt>
                <c:pt idx="14">
                  <c:v>4.4000000000000004</c:v>
                </c:pt>
                <c:pt idx="15">
                  <c:v>4.4000000000000004</c:v>
                </c:pt>
                <c:pt idx="16">
                  <c:v>4.4000000000000004</c:v>
                </c:pt>
                <c:pt idx="17">
                  <c:v>4.4000000000000004</c:v>
                </c:pt>
                <c:pt idx="18">
                  <c:v>6.4</c:v>
                </c:pt>
                <c:pt idx="19">
                  <c:v>6.4</c:v>
                </c:pt>
                <c:pt idx="20">
                  <c:v>6.4</c:v>
                </c:pt>
                <c:pt idx="21">
                  <c:v>6.4</c:v>
                </c:pt>
                <c:pt idx="22">
                  <c:v>6.4</c:v>
                </c:pt>
                <c:pt idx="23">
                  <c:v>6.4</c:v>
                </c:pt>
                <c:pt idx="24">
                  <c:v>6.4</c:v>
                </c:pt>
                <c:pt idx="25">
                  <c:v>6.4</c:v>
                </c:pt>
                <c:pt idx="26">
                  <c:v>6.4</c:v>
                </c:pt>
                <c:pt idx="27">
                  <c:v>8.4</c:v>
                </c:pt>
                <c:pt idx="28">
                  <c:v>8.4</c:v>
                </c:pt>
                <c:pt idx="29">
                  <c:v>8.4</c:v>
                </c:pt>
                <c:pt idx="30">
                  <c:v>8.4</c:v>
                </c:pt>
                <c:pt idx="31">
                  <c:v>8.4</c:v>
                </c:pt>
                <c:pt idx="32">
                  <c:v>8.4</c:v>
                </c:pt>
                <c:pt idx="33">
                  <c:v>8.4</c:v>
                </c:pt>
                <c:pt idx="34">
                  <c:v>8.4</c:v>
                </c:pt>
                <c:pt idx="35">
                  <c:v>8.4</c:v>
                </c:pt>
                <c:pt idx="36">
                  <c:v>10.4</c:v>
                </c:pt>
                <c:pt idx="37">
                  <c:v>10.4</c:v>
                </c:pt>
                <c:pt idx="38">
                  <c:v>10.4</c:v>
                </c:pt>
                <c:pt idx="39">
                  <c:v>10.4</c:v>
                </c:pt>
                <c:pt idx="40">
                  <c:v>10.4</c:v>
                </c:pt>
                <c:pt idx="41">
                  <c:v>10.4</c:v>
                </c:pt>
                <c:pt idx="42">
                  <c:v>10.4</c:v>
                </c:pt>
                <c:pt idx="43">
                  <c:v>10.4</c:v>
                </c:pt>
                <c:pt idx="44">
                  <c:v>10.4</c:v>
                </c:pt>
                <c:pt idx="45">
                  <c:v>12.4</c:v>
                </c:pt>
                <c:pt idx="46">
                  <c:v>12.4</c:v>
                </c:pt>
                <c:pt idx="47">
                  <c:v>12.4</c:v>
                </c:pt>
                <c:pt idx="48">
                  <c:v>12.4</c:v>
                </c:pt>
                <c:pt idx="49">
                  <c:v>12.4</c:v>
                </c:pt>
                <c:pt idx="50">
                  <c:v>12.4</c:v>
                </c:pt>
                <c:pt idx="51">
                  <c:v>12.4</c:v>
                </c:pt>
                <c:pt idx="52">
                  <c:v>12.4</c:v>
                </c:pt>
                <c:pt idx="53">
                  <c:v>12.4</c:v>
                </c:pt>
                <c:pt idx="54">
                  <c:v>14.4</c:v>
                </c:pt>
                <c:pt idx="55">
                  <c:v>14.4</c:v>
                </c:pt>
                <c:pt idx="56">
                  <c:v>14.4</c:v>
                </c:pt>
                <c:pt idx="57">
                  <c:v>14.4</c:v>
                </c:pt>
                <c:pt idx="58">
                  <c:v>14.4</c:v>
                </c:pt>
                <c:pt idx="59">
                  <c:v>14.4</c:v>
                </c:pt>
                <c:pt idx="60">
                  <c:v>14.4</c:v>
                </c:pt>
                <c:pt idx="61">
                  <c:v>14.4</c:v>
                </c:pt>
                <c:pt idx="62">
                  <c:v>14.4</c:v>
                </c:pt>
                <c:pt idx="63">
                  <c:v>16.399999999999999</c:v>
                </c:pt>
                <c:pt idx="64">
                  <c:v>16.399999999999999</c:v>
                </c:pt>
                <c:pt idx="65">
                  <c:v>16.399999999999999</c:v>
                </c:pt>
                <c:pt idx="66">
                  <c:v>16.399999999999999</c:v>
                </c:pt>
                <c:pt idx="67">
                  <c:v>16.399999999999999</c:v>
                </c:pt>
                <c:pt idx="68">
                  <c:v>16.399999999999999</c:v>
                </c:pt>
                <c:pt idx="69">
                  <c:v>16.399999999999999</c:v>
                </c:pt>
                <c:pt idx="70">
                  <c:v>16.399999999999999</c:v>
                </c:pt>
                <c:pt idx="71">
                  <c:v>16.399999999999999</c:v>
                </c:pt>
                <c:pt idx="72">
                  <c:v>18.399999999999999</c:v>
                </c:pt>
                <c:pt idx="73">
                  <c:v>18.399999999999999</c:v>
                </c:pt>
                <c:pt idx="74">
                  <c:v>18.399999999999999</c:v>
                </c:pt>
                <c:pt idx="75">
                  <c:v>18.399999999999999</c:v>
                </c:pt>
                <c:pt idx="76">
                  <c:v>18.399999999999999</c:v>
                </c:pt>
                <c:pt idx="77">
                  <c:v>18.399999999999999</c:v>
                </c:pt>
                <c:pt idx="78">
                  <c:v>18.399999999999999</c:v>
                </c:pt>
                <c:pt idx="79">
                  <c:v>18.399999999999999</c:v>
                </c:pt>
                <c:pt idx="80">
                  <c:v>18.399999999999999</c:v>
                </c:pt>
              </c:numCache>
            </c:numRef>
          </c:yVal>
          <c:bubbleSize>
            <c:numRef>
              <c:f>'Quadrant classification'!$CJ$3:$CJ$83</c:f>
              <c:numCache>
                <c:formatCode>General</c:formatCode>
                <c:ptCount val="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1</c:v>
                </c:pt>
                <c:pt idx="31">
                  <c:v>0</c:v>
                </c:pt>
                <c:pt idx="32">
                  <c:v>0</c:v>
                </c:pt>
                <c:pt idx="33">
                  <c:v>0</c:v>
                </c:pt>
                <c:pt idx="34">
                  <c:v>0</c:v>
                </c:pt>
                <c:pt idx="35">
                  <c:v>0</c:v>
                </c:pt>
                <c:pt idx="36">
                  <c:v>0</c:v>
                </c:pt>
                <c:pt idx="37">
                  <c:v>0</c:v>
                </c:pt>
                <c:pt idx="38">
                  <c:v>0</c:v>
                </c:pt>
                <c:pt idx="39">
                  <c:v>1</c:v>
                </c:pt>
                <c:pt idx="40">
                  <c:v>0</c:v>
                </c:pt>
                <c:pt idx="41">
                  <c:v>0</c:v>
                </c:pt>
                <c:pt idx="42">
                  <c:v>0</c:v>
                </c:pt>
                <c:pt idx="43">
                  <c:v>0</c:v>
                </c:pt>
                <c:pt idx="44">
                  <c:v>0</c:v>
                </c:pt>
                <c:pt idx="45">
                  <c:v>3</c:v>
                </c:pt>
                <c:pt idx="46">
                  <c:v>0</c:v>
                </c:pt>
                <c:pt idx="47">
                  <c:v>0</c:v>
                </c:pt>
                <c:pt idx="48">
                  <c:v>2</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3</c:v>
                </c:pt>
                <c:pt idx="73">
                  <c:v>0</c:v>
                </c:pt>
                <c:pt idx="74">
                  <c:v>0</c:v>
                </c:pt>
                <c:pt idx="75">
                  <c:v>2</c:v>
                </c:pt>
                <c:pt idx="76">
                  <c:v>0</c:v>
                </c:pt>
                <c:pt idx="77">
                  <c:v>0</c:v>
                </c:pt>
                <c:pt idx="78">
                  <c:v>0</c:v>
                </c:pt>
                <c:pt idx="79">
                  <c:v>0</c:v>
                </c:pt>
                <c:pt idx="80">
                  <c:v>0</c:v>
                </c:pt>
              </c:numCache>
            </c:numRef>
          </c:bubbleSize>
          <c:bubble3D val="0"/>
          <c:extLst>
            <c:ext xmlns:c16="http://schemas.microsoft.com/office/drawing/2014/chart" uri="{C3380CC4-5D6E-409C-BE32-E72D297353CC}">
              <c16:uniqueId val="{00000004-8895-44F1-8D60-FBC8FA8C10C3}"/>
            </c:ext>
          </c:extLst>
        </c:ser>
        <c:dLbls>
          <c:dLblPos val="ctr"/>
          <c:showLegendKey val="0"/>
          <c:showVal val="1"/>
          <c:showCatName val="0"/>
          <c:showSerName val="0"/>
          <c:showPercent val="0"/>
          <c:showBubbleSize val="0"/>
        </c:dLbls>
        <c:bubbleScale val="35"/>
        <c:showNegBubbles val="0"/>
        <c:axId val="312856351"/>
        <c:axId val="312853951"/>
      </c:bubbleChart>
      <c:valAx>
        <c:axId val="312856351"/>
        <c:scaling>
          <c:orientation val="minMax"/>
          <c:min val="0.5"/>
        </c:scaling>
        <c:delete val="0"/>
        <c:axPos val="b"/>
        <c:majorGridlines>
          <c:spPr>
            <a:ln w="6350" cap="flat" cmpd="sng" algn="ctr">
              <a:solidFill>
                <a:schemeClr val="bg1">
                  <a:lumMod val="65000"/>
                </a:schemeClr>
              </a:solidFill>
              <a:prstDash val="sysDash"/>
              <a:round/>
            </a:ln>
            <a:effectLst/>
          </c:spPr>
        </c:majorGridlines>
        <c:numFmt formatCode="General" sourceLinked="1"/>
        <c:majorTickMark val="none"/>
        <c:minorTickMark val="none"/>
        <c:tickLblPos val="none"/>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312853951"/>
        <c:crosses val="autoZero"/>
        <c:crossBetween val="midCat"/>
        <c:majorUnit val="0.5"/>
      </c:valAx>
      <c:valAx>
        <c:axId val="312853951"/>
        <c:scaling>
          <c:orientation val="minMax"/>
          <c:max val="20"/>
          <c:min val="0"/>
        </c:scaling>
        <c:delete val="0"/>
        <c:axPos val="l"/>
        <c:majorGridlines>
          <c:spPr>
            <a:ln w="6350" cap="flat" cmpd="sng" algn="ctr">
              <a:solidFill>
                <a:schemeClr val="bg1">
                  <a:lumMod val="75000"/>
                </a:schemeClr>
              </a:solidFill>
              <a:prstDash val="sysDot"/>
              <a:round/>
            </a:ln>
            <a:effectLst/>
          </c:spPr>
        </c:majorGridlines>
        <c:numFmt formatCode="General" sourceLinked="1"/>
        <c:majorTickMark val="none"/>
        <c:minorTickMark val="none"/>
        <c:tickLblPos val="none"/>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312856351"/>
        <c:crosses val="autoZero"/>
        <c:crossBetween val="midCat"/>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1121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94971-E17A-B19F-6498-78D6734B6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64D317-2EB8-399F-F9BC-242AAC5897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B62C92B-DA1A-EC88-EE02-FB4F8D5681F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C04063D-893F-E057-2C62-7C73E91FDC5F}"/>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070261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97A6A-D6AC-8432-8F19-0216F86DB3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54CD934-C244-D2C2-64AC-86993F034659}"/>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E161EE7A-335E-5330-3DE2-1A90C4CC22A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B4A87FC-73A2-7E9E-E75C-30ABCB61D5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E6D7EC-83A9-4F3E-953C-99F2ECE89105}" type="slidenum">
              <a:rPr kumimoji="0" lang="es-E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s-E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18129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s-ES"/>
          </a:p>
        </p:txBody>
      </p:sp>
    </p:spTree>
    <p:extLst>
      <p:ext uri="{BB962C8B-B14F-4D97-AF65-F5344CB8AC3E}">
        <p14:creationId xmlns:p14="http://schemas.microsoft.com/office/powerpoint/2010/main" val="2772189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5B021-9E58-5067-DB27-F900BD36FDA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5EFAC4E-4AF7-4072-B7B9-30F87CDA7108}"/>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US"/>
          </a:p>
        </p:txBody>
      </p:sp>
      <p:sp>
        <p:nvSpPr>
          <p:cNvPr id="3" name="Marcador de notas 2">
            <a:extLst>
              <a:ext uri="{FF2B5EF4-FFF2-40B4-BE49-F238E27FC236}">
                <a16:creationId xmlns:a16="http://schemas.microsoft.com/office/drawing/2014/main" id="{DBAE13AF-AA72-A92D-3E3B-147CE7DB31C8}"/>
              </a:ext>
            </a:extLst>
          </p:cNvPr>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7779365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7.emf"/></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slideMaster" Target="../slideMasters/slideMaster2.xml"/><Relationship Id="rId4" Type="http://schemas.openxmlformats.org/officeDocument/2006/relationships/image" Target="../media/image22.tiff"/></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svg"/><Relationship Id="rId1" Type="http://schemas.openxmlformats.org/officeDocument/2006/relationships/slideMaster" Target="../slideMasters/slideMaster2.xml"/><Relationship Id="rId4" Type="http://schemas.openxmlformats.org/officeDocument/2006/relationships/image" Target="../media/image24.tiff"/></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image" Target="../media/image21.png"/><Relationship Id="rId1" Type="http://schemas.openxmlformats.org/officeDocument/2006/relationships/slideMaster" Target="../slideMasters/slideMaster2.xml"/><Relationship Id="rId4" Type="http://schemas.openxmlformats.org/officeDocument/2006/relationships/image" Target="../media/image20.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slideMaster" Target="../slideMasters/slideMaster2.xml"/><Relationship Id="rId4" Type="http://schemas.openxmlformats.org/officeDocument/2006/relationships/image" Target="../media/image27.tiff"/></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slideMaster" Target="../slideMasters/slideMaster2.xml"/><Relationship Id="rId4" Type="http://schemas.openxmlformats.org/officeDocument/2006/relationships/image" Target="../media/image22.tiff"/></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Master" Target="../slideMasters/slideMaster2.xml"/><Relationship Id="rId5" Type="http://schemas.openxmlformats.org/officeDocument/2006/relationships/image" Target="../media/image30.svg"/><Relationship Id="rId4" Type="http://schemas.openxmlformats.org/officeDocument/2006/relationships/image" Target="../media/image33.sv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4.jpeg"/><Relationship Id="rId1" Type="http://schemas.openxmlformats.org/officeDocument/2006/relationships/slideMaster" Target="../slideMasters/slideMaster2.xml"/><Relationship Id="rId4" Type="http://schemas.openxmlformats.org/officeDocument/2006/relationships/image" Target="../media/image30.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Master" Target="../slideMasters/slideMaster2.xml"/><Relationship Id="rId6" Type="http://schemas.openxmlformats.org/officeDocument/2006/relationships/image" Target="../media/image30.svg"/><Relationship Id="rId5" Type="http://schemas.openxmlformats.org/officeDocument/2006/relationships/image" Target="../media/image32.png"/><Relationship Id="rId4" Type="http://schemas.openxmlformats.org/officeDocument/2006/relationships/image" Target="../media/image37.jpe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8.jpeg"/><Relationship Id="rId1" Type="http://schemas.openxmlformats.org/officeDocument/2006/relationships/slideMaster" Target="../slideMasters/slideMaster2.xml"/><Relationship Id="rId4" Type="http://schemas.openxmlformats.org/officeDocument/2006/relationships/image" Target="../media/image30.svg"/></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Master" Target="../slideMasters/slideMaster2.xml"/><Relationship Id="rId5" Type="http://schemas.openxmlformats.org/officeDocument/2006/relationships/image" Target="../media/image30.svg"/><Relationship Id="rId4" Type="http://schemas.openxmlformats.org/officeDocument/2006/relationships/image" Target="../media/image32.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png"/><Relationship Id="rId1" Type="http://schemas.openxmlformats.org/officeDocument/2006/relationships/slideMaster" Target="../slideMasters/slideMaster2.xml"/><Relationship Id="rId6" Type="http://schemas.openxmlformats.org/officeDocument/2006/relationships/image" Target="../media/image30.svg"/><Relationship Id="rId5" Type="http://schemas.openxmlformats.org/officeDocument/2006/relationships/image" Target="../media/image32.png"/><Relationship Id="rId4" Type="http://schemas.openxmlformats.org/officeDocument/2006/relationships/image" Target="../media/image43.jpe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Master" Target="../slideMasters/slideMaster2.xml"/><Relationship Id="rId5" Type="http://schemas.openxmlformats.org/officeDocument/2006/relationships/image" Target="../media/image30.svg"/><Relationship Id="rId4" Type="http://schemas.openxmlformats.org/officeDocument/2006/relationships/image" Target="../media/image32.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jpeg"/><Relationship Id="rId1" Type="http://schemas.openxmlformats.org/officeDocument/2006/relationships/slideMaster" Target="../slideMasters/slideMaster2.xml"/><Relationship Id="rId4" Type="http://schemas.openxmlformats.org/officeDocument/2006/relationships/image" Target="../media/image30.sv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49.gif"/><Relationship Id="rId2" Type="http://schemas.openxmlformats.org/officeDocument/2006/relationships/image" Target="../media/image48.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0.svg"/><Relationship Id="rId1" Type="http://schemas.openxmlformats.org/officeDocument/2006/relationships/slideMaster" Target="../slideMasters/slideMaster2.xml"/><Relationship Id="rId5" Type="http://schemas.openxmlformats.org/officeDocument/2006/relationships/image" Target="../media/image51.png"/><Relationship Id="rId4" Type="http://schemas.openxmlformats.org/officeDocument/2006/relationships/image" Target="../media/image26.tiff"/></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52.png"/><Relationship Id="rId1" Type="http://schemas.openxmlformats.org/officeDocument/2006/relationships/slideMaster" Target="../slideMasters/slideMaster2.xml"/><Relationship Id="rId5" Type="http://schemas.openxmlformats.org/officeDocument/2006/relationships/image" Target="../media/image22.tiff"/><Relationship Id="rId4" Type="http://schemas.openxmlformats.org/officeDocument/2006/relationships/image" Target="../media/image21.png"/></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Text 26">
            <a:extLst>
              <a:ext uri="{FF2B5EF4-FFF2-40B4-BE49-F238E27FC236}">
                <a16:creationId xmlns:a16="http://schemas.microsoft.com/office/drawing/2014/main" id="{DF03AC2E-0F42-3CFD-8B2F-28637C8D77F2}"/>
              </a:ext>
            </a:extLst>
          </p:cNvPr>
          <p:cNvSpPr/>
          <p:nvPr userDrawn="1"/>
        </p:nvSpPr>
        <p:spPr>
          <a:xfrm>
            <a:off x="341554" y="6474669"/>
            <a:ext cx="3657600" cy="274320"/>
          </a:xfrm>
          <a:prstGeom prst="rect">
            <a:avLst/>
          </a:prstGeom>
          <a:noFill/>
          <a:ln/>
        </p:spPr>
        <p:txBody>
          <a:bodyPr wrap="square" rtlCol="0" anchor="ctr"/>
          <a:lstStyle/>
          <a:p>
            <a:pPr marL="0" indent="0" algn="l">
              <a:buNone/>
            </a:pPr>
            <a:r>
              <a:rPr lang="en-US" sz="900" noProof="0">
                <a:solidFill>
                  <a:srgbClr val="7A8794"/>
                </a:solidFill>
                <a:latin typeface="Aptos" panose="020B0004020202020204" pitchFamily="34" charset="0"/>
                <a:ea typeface="Arial" pitchFamily="34" charset="-122"/>
                <a:cs typeface="Arial" pitchFamily="34" charset="-120"/>
              </a:rPr>
              <a:t>© 2026 NTT DATA, Inc.</a:t>
            </a:r>
            <a:endParaRPr lang="en-US" sz="900" noProof="0">
              <a:latin typeface="Aptos" panose="020B0004020202020204" pitchFamily="34" charset="0"/>
            </a:endParaRPr>
          </a:p>
        </p:txBody>
      </p:sp>
      <p:sp>
        <p:nvSpPr>
          <p:cNvPr id="3" name="Text 27">
            <a:extLst>
              <a:ext uri="{FF2B5EF4-FFF2-40B4-BE49-F238E27FC236}">
                <a16:creationId xmlns:a16="http://schemas.microsoft.com/office/drawing/2014/main" id="{B435A6A8-3938-FABE-0849-DC5018C3CB12}"/>
              </a:ext>
            </a:extLst>
          </p:cNvPr>
          <p:cNvSpPr/>
          <p:nvPr userDrawn="1"/>
        </p:nvSpPr>
        <p:spPr>
          <a:xfrm>
            <a:off x="3029914" y="6474669"/>
            <a:ext cx="5486400" cy="274320"/>
          </a:xfrm>
          <a:prstGeom prst="rect">
            <a:avLst/>
          </a:prstGeom>
          <a:noFill/>
          <a:ln/>
        </p:spPr>
        <p:txBody>
          <a:bodyPr wrap="square" rtlCol="0" anchor="ctr"/>
          <a:lstStyle/>
          <a:p>
            <a:pPr marL="0" indent="0" algn="ctr">
              <a:buNone/>
            </a:pPr>
            <a:r>
              <a:rPr lang="en-US" sz="900" b="1" noProof="0">
                <a:solidFill>
                  <a:srgbClr val="7A8794"/>
                </a:solidFill>
                <a:latin typeface="Aptos" panose="020B0004020202020204" pitchFamily="34" charset="0"/>
                <a:ea typeface="Arial" pitchFamily="34" charset="-122"/>
                <a:cs typeface="Arial" pitchFamily="34" charset="-120"/>
              </a:rPr>
              <a:t>IAG IT Sovereignty  ·  Board Proposal     </a:t>
            </a:r>
            <a:r>
              <a:rPr lang="en-US" sz="900" b="1" noProof="0">
                <a:solidFill>
                  <a:schemeClr val="accent5"/>
                </a:solidFill>
                <a:latin typeface="Aptos" panose="020B0004020202020204" pitchFamily="34" charset="0"/>
                <a:ea typeface="Arial" pitchFamily="34" charset="-122"/>
                <a:cs typeface="Arial" pitchFamily="34" charset="-120"/>
              </a:rPr>
              <a:t>|</a:t>
            </a:r>
            <a:endParaRPr lang="en-US" sz="900" b="1" noProof="0">
              <a:solidFill>
                <a:schemeClr val="accent5"/>
              </a:solidFill>
              <a:latin typeface="Aptos" panose="020B0004020202020204" pitchFamily="34" charset="0"/>
            </a:endParaRPr>
          </a:p>
        </p:txBody>
      </p:sp>
      <p:sp>
        <p:nvSpPr>
          <p:cNvPr id="6" name="TextBox 5">
            <a:extLst>
              <a:ext uri="{FF2B5EF4-FFF2-40B4-BE49-F238E27FC236}">
                <a16:creationId xmlns:a16="http://schemas.microsoft.com/office/drawing/2014/main" id="{A0ECDC3F-5CF3-2ABA-35F3-1807025E31E3}"/>
              </a:ext>
            </a:extLst>
          </p:cNvPr>
          <p:cNvSpPr txBox="1"/>
          <p:nvPr userDrawn="1"/>
        </p:nvSpPr>
        <p:spPr>
          <a:xfrm>
            <a:off x="6687514" y="6474669"/>
            <a:ext cx="411480" cy="274320"/>
          </a:xfrm>
          <a:prstGeom prst="rect">
            <a:avLst/>
          </a:prstGeom>
          <a:noFill/>
          <a:ln/>
        </p:spPr>
        <p:txBody>
          <a:bodyPr wrap="square" rtlCol="0" anchor="ctr"/>
          <a:lstStyle>
            <a:lvl1pPr indent="0" algn="r">
              <a:buNone/>
              <a:defRPr sz="900">
                <a:solidFill>
                  <a:srgbClr val="7A8794"/>
                </a:solidFill>
                <a:latin typeface="Aptos" panose="020B0004020202020204" pitchFamily="34" charset="0"/>
              </a:defRPr>
            </a:lvl1pPr>
          </a:lstStyle>
          <a:p>
            <a:pPr lvl="0"/>
            <a:fld id="{13CE6DAF-806F-404B-BC68-339BFCB57E5C}" type="slidenum">
              <a:rPr lang="en-GB" noProof="0" smtClean="0"/>
              <a:pPr lvl="0"/>
              <a:t>‹#›</a:t>
            </a:fld>
            <a:endParaRPr lang="es-ES"/>
          </a:p>
        </p:txBody>
      </p:sp>
      <p:sp>
        <p:nvSpPr>
          <p:cNvPr id="9" name="NTT DATA Global Logo">
            <a:extLst>
              <a:ext uri="{FF2B5EF4-FFF2-40B4-BE49-F238E27FC236}">
                <a16:creationId xmlns:a16="http://schemas.microsoft.com/office/drawing/2014/main" id="{00FB99BF-2E3B-709F-15E6-0261CEC81FE7}"/>
              </a:ext>
            </a:extLst>
          </p:cNvPr>
          <p:cNvSpPr/>
          <p:nvPr userDrawn="1"/>
        </p:nvSpPr>
        <p:spPr bwMode="black">
          <a:xfrm>
            <a:off x="10970334" y="6525154"/>
            <a:ext cx="850740" cy="17335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121212"/>
              </a:solidFill>
              <a:effectLst/>
              <a:uLnTx/>
              <a:uFillTx/>
              <a:latin typeface="Calibri" panose="020F0502020204030204"/>
              <a:ea typeface="+mn-ea"/>
              <a:cs typeface="+mn-cs"/>
            </a:endParaRPr>
          </a:p>
        </p:txBody>
      </p:sp>
      <p:pic>
        <p:nvPicPr>
          <p:cNvPr id="10" name="Imagen 22" descr="Image containing Icon&#10;&#10;Auto-generated description">
            <a:extLst>
              <a:ext uri="{FF2B5EF4-FFF2-40B4-BE49-F238E27FC236}">
                <a16:creationId xmlns:a16="http://schemas.microsoft.com/office/drawing/2014/main" id="{3FE4FD53-B568-9DCE-0EDF-84683D6D46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74283" y="6536135"/>
            <a:ext cx="1116000" cy="15138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ubtitle">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8BBF0F73-E89D-D5F4-6DD0-2531A3ACE75A}"/>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t>Click to edit Master text styles</a:t>
            </a:r>
            <a:endParaRPr lang="es-ES"/>
          </a:p>
        </p:txBody>
      </p:sp>
      <p:sp>
        <p:nvSpPr>
          <p:cNvPr id="13" name="Title 12">
            <a:extLst>
              <a:ext uri="{FF2B5EF4-FFF2-40B4-BE49-F238E27FC236}">
                <a16:creationId xmlns:a16="http://schemas.microsoft.com/office/drawing/2014/main" id="{0F270A51-F709-9ADD-284B-308F79D195DC}"/>
              </a:ext>
            </a:extLst>
          </p:cNvPr>
          <p:cNvSpPr>
            <a:spLocks noGrp="1"/>
          </p:cNvSpPr>
          <p:nvPr>
            <p:ph type="title"/>
          </p:nvPr>
        </p:nvSpPr>
        <p:spPr>
          <a:xfrm>
            <a:off x="465722" y="794031"/>
            <a:ext cx="11446876" cy="338554"/>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a:t>Click to edit Master title style</a:t>
            </a:r>
            <a:endParaRPr lang="es-ES"/>
          </a:p>
        </p:txBody>
      </p:sp>
      <p:sp>
        <p:nvSpPr>
          <p:cNvPr id="11" name="Footer Placeholder 2">
            <a:extLst>
              <a:ext uri="{FF2B5EF4-FFF2-40B4-BE49-F238E27FC236}">
                <a16:creationId xmlns:a16="http://schemas.microsoft.com/office/drawing/2014/main" id="{BE2D18A5-F4E7-92F8-C7C3-E3404D6825FF}"/>
              </a:ext>
            </a:extLst>
          </p:cNvPr>
          <p:cNvSpPr txBox="1">
            <a:spLocks/>
          </p:cNvSpPr>
          <p:nvPr userDrawn="1"/>
        </p:nvSpPr>
        <p:spPr>
          <a:xfrm>
            <a:off x="244199" y="6560594"/>
            <a:ext cx="4852035" cy="8890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070F26"/>
              </a:solidFill>
              <a:effectLst/>
              <a:uLnTx/>
              <a:uFillTx/>
              <a:latin typeface="Aptos" panose="020B0004020202020204" pitchFamily="34" charset="0"/>
              <a:ea typeface="+mn-ea"/>
              <a:cs typeface="+mn-cs"/>
            </a:endParaRPr>
          </a:p>
        </p:txBody>
      </p:sp>
      <p:sp>
        <p:nvSpPr>
          <p:cNvPr id="2" name="Text 26">
            <a:extLst>
              <a:ext uri="{FF2B5EF4-FFF2-40B4-BE49-F238E27FC236}">
                <a16:creationId xmlns:a16="http://schemas.microsoft.com/office/drawing/2014/main" id="{8C9BC770-301F-0896-6BF5-977D5DBD4ECB}"/>
              </a:ext>
            </a:extLst>
          </p:cNvPr>
          <p:cNvSpPr/>
          <p:nvPr userDrawn="1"/>
        </p:nvSpPr>
        <p:spPr>
          <a:xfrm>
            <a:off x="341554" y="6474669"/>
            <a:ext cx="3657600" cy="274320"/>
          </a:xfrm>
          <a:prstGeom prst="rect">
            <a:avLst/>
          </a:prstGeom>
          <a:noFill/>
          <a:ln/>
        </p:spPr>
        <p:txBody>
          <a:bodyPr wrap="square" rtlCol="0" anchor="ctr"/>
          <a:lstStyle/>
          <a:p>
            <a:pPr marL="0" indent="0" algn="l">
              <a:buNone/>
            </a:pPr>
            <a:r>
              <a:rPr lang="en-US" sz="900" noProof="0">
                <a:solidFill>
                  <a:srgbClr val="7A8794"/>
                </a:solidFill>
                <a:latin typeface="Aptos" panose="020B0004020202020204" pitchFamily="34" charset="0"/>
                <a:ea typeface="Arial" pitchFamily="34" charset="-122"/>
                <a:cs typeface="Arial" pitchFamily="34" charset="-120"/>
              </a:rPr>
              <a:t>© 2026 NTT DATA, Inc.</a:t>
            </a:r>
            <a:endParaRPr lang="en-US" sz="900" noProof="0">
              <a:latin typeface="Aptos" panose="020B0004020202020204" pitchFamily="34" charset="0"/>
            </a:endParaRPr>
          </a:p>
        </p:txBody>
      </p:sp>
      <p:sp>
        <p:nvSpPr>
          <p:cNvPr id="3" name="Text 27">
            <a:extLst>
              <a:ext uri="{FF2B5EF4-FFF2-40B4-BE49-F238E27FC236}">
                <a16:creationId xmlns:a16="http://schemas.microsoft.com/office/drawing/2014/main" id="{D8041939-1963-BDA5-5FF2-4020F39A1846}"/>
              </a:ext>
            </a:extLst>
          </p:cNvPr>
          <p:cNvSpPr/>
          <p:nvPr userDrawn="1"/>
        </p:nvSpPr>
        <p:spPr>
          <a:xfrm>
            <a:off x="3029914" y="6474669"/>
            <a:ext cx="5486400" cy="274320"/>
          </a:xfrm>
          <a:prstGeom prst="rect">
            <a:avLst/>
          </a:prstGeom>
          <a:noFill/>
          <a:ln/>
        </p:spPr>
        <p:txBody>
          <a:bodyPr wrap="square" rtlCol="0" anchor="ctr"/>
          <a:lstStyle/>
          <a:p>
            <a:pPr marL="0" indent="0" algn="ctr">
              <a:buNone/>
            </a:pPr>
            <a:r>
              <a:rPr lang="en-US" sz="900" b="1" noProof="0">
                <a:solidFill>
                  <a:srgbClr val="7A8794"/>
                </a:solidFill>
                <a:latin typeface="Aptos" panose="020B0004020202020204" pitchFamily="34" charset="0"/>
                <a:ea typeface="Arial" pitchFamily="34" charset="-122"/>
                <a:cs typeface="Arial" pitchFamily="34" charset="-120"/>
              </a:rPr>
              <a:t>IAG IT Sovereignty  ·  Board Proposal     </a:t>
            </a:r>
            <a:r>
              <a:rPr lang="en-US" sz="900" b="1" noProof="0">
                <a:solidFill>
                  <a:schemeClr val="accent5"/>
                </a:solidFill>
                <a:latin typeface="Aptos" panose="020B0004020202020204" pitchFamily="34" charset="0"/>
                <a:ea typeface="Arial" pitchFamily="34" charset="-122"/>
                <a:cs typeface="Arial" pitchFamily="34" charset="-120"/>
              </a:rPr>
              <a:t>|</a:t>
            </a:r>
            <a:endParaRPr lang="en-US" sz="900" b="1" noProof="0">
              <a:solidFill>
                <a:schemeClr val="accent5"/>
              </a:solidFill>
              <a:latin typeface="Aptos" panose="020B0004020202020204" pitchFamily="34" charset="0"/>
            </a:endParaRPr>
          </a:p>
        </p:txBody>
      </p:sp>
      <p:sp>
        <p:nvSpPr>
          <p:cNvPr id="4" name="TextBox 3">
            <a:extLst>
              <a:ext uri="{FF2B5EF4-FFF2-40B4-BE49-F238E27FC236}">
                <a16:creationId xmlns:a16="http://schemas.microsoft.com/office/drawing/2014/main" id="{B18ED7C7-498E-422D-4C0A-D32BEE0BD266}"/>
              </a:ext>
            </a:extLst>
          </p:cNvPr>
          <p:cNvSpPr txBox="1"/>
          <p:nvPr userDrawn="1"/>
        </p:nvSpPr>
        <p:spPr>
          <a:xfrm>
            <a:off x="6687514" y="6474669"/>
            <a:ext cx="411480" cy="274320"/>
          </a:xfrm>
          <a:prstGeom prst="rect">
            <a:avLst/>
          </a:prstGeom>
          <a:noFill/>
          <a:ln/>
        </p:spPr>
        <p:txBody>
          <a:bodyPr wrap="square" rtlCol="0" anchor="ctr"/>
          <a:lstStyle>
            <a:lvl1pPr indent="0" algn="r">
              <a:buNone/>
              <a:defRPr sz="900">
                <a:solidFill>
                  <a:srgbClr val="7A8794"/>
                </a:solidFill>
                <a:latin typeface="Aptos" panose="020B0004020202020204" pitchFamily="34" charset="0"/>
              </a:defRPr>
            </a:lvl1pPr>
          </a:lstStyle>
          <a:p>
            <a:pPr lvl="0"/>
            <a:fld id="{13CE6DAF-806F-404B-BC68-339BFCB57E5C}" type="slidenum">
              <a:rPr lang="en-GB" noProof="0" smtClean="0"/>
              <a:pPr lvl="0"/>
              <a:t>‹#›</a:t>
            </a:fld>
            <a:endParaRPr lang="es-ES"/>
          </a:p>
        </p:txBody>
      </p:sp>
      <p:sp>
        <p:nvSpPr>
          <p:cNvPr id="5" name="NTT DATA Global Logo">
            <a:extLst>
              <a:ext uri="{FF2B5EF4-FFF2-40B4-BE49-F238E27FC236}">
                <a16:creationId xmlns:a16="http://schemas.microsoft.com/office/drawing/2014/main" id="{27A1A240-6086-EC40-08D4-6D58FDC10D4C}"/>
              </a:ext>
            </a:extLst>
          </p:cNvPr>
          <p:cNvSpPr/>
          <p:nvPr userDrawn="1"/>
        </p:nvSpPr>
        <p:spPr bwMode="black">
          <a:xfrm>
            <a:off x="10970334" y="6525154"/>
            <a:ext cx="850740" cy="17335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121212"/>
              </a:solidFill>
              <a:effectLst/>
              <a:uLnTx/>
              <a:uFillTx/>
              <a:latin typeface="Calibri" panose="020F0502020204030204"/>
              <a:ea typeface="+mn-ea"/>
              <a:cs typeface="+mn-cs"/>
            </a:endParaRPr>
          </a:p>
        </p:txBody>
      </p:sp>
      <p:pic>
        <p:nvPicPr>
          <p:cNvPr id="7" name="Imagen 22" descr="Image containing Icon&#10;&#10;Auto-generated description">
            <a:extLst>
              <a:ext uri="{FF2B5EF4-FFF2-40B4-BE49-F238E27FC236}">
                <a16:creationId xmlns:a16="http://schemas.microsoft.com/office/drawing/2014/main" id="{7D3A07C9-6A81-B1E9-6013-0421078B8F29}"/>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9774283" y="6536135"/>
            <a:ext cx="1116000" cy="151389"/>
          </a:xfrm>
          <a:prstGeom prst="rect">
            <a:avLst/>
          </a:prstGeom>
          <a:noFill/>
          <a:ln>
            <a:noFill/>
          </a:ln>
        </p:spPr>
      </p:pic>
    </p:spTree>
    <p:extLst>
      <p:ext uri="{BB962C8B-B14F-4D97-AF65-F5344CB8AC3E}">
        <p14:creationId xmlns:p14="http://schemas.microsoft.com/office/powerpoint/2010/main" val="684880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ubtitle">
    <p:bg>
      <p:bgPr>
        <a:solidFill>
          <a:srgbClr val="070F26"/>
        </a:solidFill>
        <a:effectLst/>
      </p:bgPr>
    </p:bg>
    <p:spTree>
      <p:nvGrpSpPr>
        <p:cNvPr id="1" name=""/>
        <p:cNvGrpSpPr/>
        <p:nvPr/>
      </p:nvGrpSpPr>
      <p:grpSpPr>
        <a:xfrm>
          <a:off x="0" y="0"/>
          <a:ext cx="0" cy="0"/>
          <a:chOff x="0" y="0"/>
          <a:chExt cx="0" cy="0"/>
        </a:xfrm>
      </p:grpSpPr>
      <p:pic>
        <p:nvPicPr>
          <p:cNvPr id="28" name="Image 0" descr="/tmp/work/assets/arc.png">
            <a:extLst>
              <a:ext uri="{FF2B5EF4-FFF2-40B4-BE49-F238E27FC236}">
                <a16:creationId xmlns:a16="http://schemas.microsoft.com/office/drawing/2014/main" id="{101BBCEA-7AAE-C827-A7C1-C0EB8B287859}"/>
              </a:ext>
            </a:extLst>
          </p:cNvPr>
          <p:cNvPicPr>
            <a:picLocks noChangeAspect="1"/>
          </p:cNvPicPr>
          <p:nvPr userDrawn="1"/>
        </p:nvPicPr>
        <p:blipFill>
          <a:blip r:embed="rId2">
            <a:alphaModFix amt="13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0" y="0"/>
            <a:ext cx="12192000" cy="6858000"/>
          </a:xfrm>
          <a:prstGeom prst="rect">
            <a:avLst/>
          </a:prstGeom>
        </p:spPr>
      </p:pic>
      <p:sp>
        <p:nvSpPr>
          <p:cNvPr id="16" name="Text Placeholder 15">
            <a:extLst>
              <a:ext uri="{FF2B5EF4-FFF2-40B4-BE49-F238E27FC236}">
                <a16:creationId xmlns:a16="http://schemas.microsoft.com/office/drawing/2014/main" id="{8BBF0F73-E89D-D5F4-6DD0-2531A3ACE75A}"/>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schemeClr val="bg1"/>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t>Click to edit Master text styles</a:t>
            </a:r>
            <a:endParaRPr lang="es-ES"/>
          </a:p>
        </p:txBody>
      </p:sp>
      <p:sp>
        <p:nvSpPr>
          <p:cNvPr id="13" name="Title 12">
            <a:extLst>
              <a:ext uri="{FF2B5EF4-FFF2-40B4-BE49-F238E27FC236}">
                <a16:creationId xmlns:a16="http://schemas.microsoft.com/office/drawing/2014/main" id="{0F270A51-F709-9ADD-284B-308F79D195DC}"/>
              </a:ext>
            </a:extLst>
          </p:cNvPr>
          <p:cNvSpPr>
            <a:spLocks noGrp="1"/>
          </p:cNvSpPr>
          <p:nvPr>
            <p:ph type="title"/>
          </p:nvPr>
        </p:nvSpPr>
        <p:spPr>
          <a:xfrm>
            <a:off x="465722" y="794031"/>
            <a:ext cx="11446876" cy="338554"/>
          </a:xfrm>
          <a:prstGeom prst="rect">
            <a:avLst/>
          </a:prstGeom>
          <a:noFill/>
        </p:spPr>
        <p:txBody>
          <a:bodyPr wrap="square" lIns="0">
            <a:spAutoFit/>
          </a:bodyPr>
          <a:lstStyle>
            <a:lvl1pPr>
              <a:defRPr kumimoji="0" lang="es-ES" sz="1600" b="0" i="0" u="none" strike="noStrike" cap="none" spc="0" normalizeH="0" baseline="0">
                <a:ln>
                  <a:noFill/>
                </a:ln>
                <a:solidFill>
                  <a:schemeClr val="bg1"/>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a:t>Click to edit Master title style</a:t>
            </a:r>
            <a:endParaRPr lang="es-ES"/>
          </a:p>
        </p:txBody>
      </p:sp>
      <p:sp>
        <p:nvSpPr>
          <p:cNvPr id="11" name="Footer Placeholder 2">
            <a:extLst>
              <a:ext uri="{FF2B5EF4-FFF2-40B4-BE49-F238E27FC236}">
                <a16:creationId xmlns:a16="http://schemas.microsoft.com/office/drawing/2014/main" id="{BE2D18A5-F4E7-92F8-C7C3-E3404D6825FF}"/>
              </a:ext>
            </a:extLst>
          </p:cNvPr>
          <p:cNvSpPr txBox="1">
            <a:spLocks/>
          </p:cNvSpPr>
          <p:nvPr userDrawn="1"/>
        </p:nvSpPr>
        <p:spPr>
          <a:xfrm>
            <a:off x="244199" y="6560594"/>
            <a:ext cx="4852035" cy="8890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chemeClr val="bg1"/>
              </a:solidFill>
              <a:effectLst/>
              <a:uLnTx/>
              <a:uFillTx/>
              <a:latin typeface="Aptos" panose="020B0004020202020204" pitchFamily="34" charset="0"/>
              <a:ea typeface="+mn-ea"/>
              <a:cs typeface="+mn-cs"/>
            </a:endParaRPr>
          </a:p>
        </p:txBody>
      </p:sp>
      <p:sp>
        <p:nvSpPr>
          <p:cNvPr id="2" name="Text 26">
            <a:extLst>
              <a:ext uri="{FF2B5EF4-FFF2-40B4-BE49-F238E27FC236}">
                <a16:creationId xmlns:a16="http://schemas.microsoft.com/office/drawing/2014/main" id="{8E8BB595-53A0-E289-C68C-446D9DE423A0}"/>
              </a:ext>
            </a:extLst>
          </p:cNvPr>
          <p:cNvSpPr/>
          <p:nvPr userDrawn="1"/>
        </p:nvSpPr>
        <p:spPr>
          <a:xfrm>
            <a:off x="341554" y="6474669"/>
            <a:ext cx="3657600" cy="274320"/>
          </a:xfrm>
          <a:prstGeom prst="rect">
            <a:avLst/>
          </a:prstGeom>
          <a:noFill/>
          <a:ln/>
        </p:spPr>
        <p:txBody>
          <a:bodyPr wrap="square" rtlCol="0" anchor="ctr"/>
          <a:lstStyle/>
          <a:p>
            <a:pPr marL="0" indent="0" algn="l">
              <a:buNone/>
            </a:pPr>
            <a:r>
              <a:rPr lang="en-US" sz="900" noProof="0">
                <a:solidFill>
                  <a:schemeClr val="bg1"/>
                </a:solidFill>
                <a:latin typeface="Aptos" panose="020B0004020202020204" pitchFamily="34" charset="0"/>
                <a:ea typeface="Arial" pitchFamily="34" charset="-122"/>
                <a:cs typeface="Arial" pitchFamily="34" charset="-120"/>
              </a:rPr>
              <a:t>© 2026 NTT DATA, Inc.</a:t>
            </a:r>
            <a:endParaRPr lang="en-US" sz="900" noProof="0">
              <a:solidFill>
                <a:schemeClr val="bg1"/>
              </a:solidFill>
              <a:latin typeface="Aptos" panose="020B0004020202020204" pitchFamily="34" charset="0"/>
            </a:endParaRPr>
          </a:p>
        </p:txBody>
      </p:sp>
      <p:sp>
        <p:nvSpPr>
          <p:cNvPr id="3" name="Text 27">
            <a:extLst>
              <a:ext uri="{FF2B5EF4-FFF2-40B4-BE49-F238E27FC236}">
                <a16:creationId xmlns:a16="http://schemas.microsoft.com/office/drawing/2014/main" id="{30B25EAA-02C2-734F-1C26-999864498EA7}"/>
              </a:ext>
            </a:extLst>
          </p:cNvPr>
          <p:cNvSpPr/>
          <p:nvPr userDrawn="1"/>
        </p:nvSpPr>
        <p:spPr>
          <a:xfrm>
            <a:off x="3029914" y="6474669"/>
            <a:ext cx="5486400" cy="274320"/>
          </a:xfrm>
          <a:prstGeom prst="rect">
            <a:avLst/>
          </a:prstGeom>
          <a:noFill/>
          <a:ln/>
        </p:spPr>
        <p:txBody>
          <a:bodyPr wrap="square" rtlCol="0" anchor="ctr"/>
          <a:lstStyle/>
          <a:p>
            <a:pPr marL="0" indent="0" algn="ctr">
              <a:buNone/>
            </a:pPr>
            <a:r>
              <a:rPr lang="en-US" sz="900" b="1" noProof="0">
                <a:solidFill>
                  <a:schemeClr val="bg1"/>
                </a:solidFill>
                <a:latin typeface="Aptos" panose="020B0004020202020204" pitchFamily="34" charset="0"/>
                <a:ea typeface="Arial" pitchFamily="34" charset="-122"/>
                <a:cs typeface="Arial" pitchFamily="34" charset="-120"/>
              </a:rPr>
              <a:t>IAG IT Sovereignty  ·  Board Proposal     </a:t>
            </a:r>
            <a:r>
              <a:rPr lang="en-US" sz="900" b="1" noProof="0">
                <a:solidFill>
                  <a:schemeClr val="accent5"/>
                </a:solidFill>
                <a:latin typeface="Aptos" panose="020B0004020202020204" pitchFamily="34" charset="0"/>
                <a:ea typeface="Arial" pitchFamily="34" charset="-122"/>
                <a:cs typeface="Arial" pitchFamily="34" charset="-120"/>
              </a:rPr>
              <a:t>|</a:t>
            </a:r>
            <a:endParaRPr lang="en-US" sz="900" b="1" noProof="0">
              <a:solidFill>
                <a:schemeClr val="accent5"/>
              </a:solidFill>
              <a:latin typeface="Aptos" panose="020B0004020202020204" pitchFamily="34" charset="0"/>
            </a:endParaRPr>
          </a:p>
        </p:txBody>
      </p:sp>
      <p:sp>
        <p:nvSpPr>
          <p:cNvPr id="4" name="TextBox 3">
            <a:extLst>
              <a:ext uri="{FF2B5EF4-FFF2-40B4-BE49-F238E27FC236}">
                <a16:creationId xmlns:a16="http://schemas.microsoft.com/office/drawing/2014/main" id="{CF230FF5-F137-16EB-5839-73F5EA0F6EA7}"/>
              </a:ext>
            </a:extLst>
          </p:cNvPr>
          <p:cNvSpPr txBox="1"/>
          <p:nvPr userDrawn="1"/>
        </p:nvSpPr>
        <p:spPr>
          <a:xfrm>
            <a:off x="6687514" y="6474669"/>
            <a:ext cx="411480" cy="274320"/>
          </a:xfrm>
          <a:prstGeom prst="rect">
            <a:avLst/>
          </a:prstGeom>
          <a:noFill/>
          <a:ln/>
        </p:spPr>
        <p:txBody>
          <a:bodyPr wrap="square" rtlCol="0" anchor="ctr"/>
          <a:lstStyle>
            <a:lvl1pPr indent="0" algn="r">
              <a:buNone/>
              <a:defRPr sz="900">
                <a:solidFill>
                  <a:srgbClr val="7A8794"/>
                </a:solidFill>
                <a:latin typeface="Aptos" panose="020B0004020202020204" pitchFamily="34" charset="0"/>
              </a:defRPr>
            </a:lvl1pPr>
          </a:lstStyle>
          <a:p>
            <a:pPr lvl="0"/>
            <a:fld id="{13CE6DAF-806F-404B-BC68-339BFCB57E5C}" type="slidenum">
              <a:rPr lang="en-GB" noProof="0" smtClean="0">
                <a:solidFill>
                  <a:schemeClr val="bg1"/>
                </a:solidFill>
              </a:rPr>
              <a:pPr lvl="0"/>
              <a:t>‹#›</a:t>
            </a:fld>
            <a:endParaRPr lang="es-ES">
              <a:solidFill>
                <a:schemeClr val="bg1"/>
              </a:solidFill>
            </a:endParaRPr>
          </a:p>
        </p:txBody>
      </p:sp>
      <p:sp>
        <p:nvSpPr>
          <p:cNvPr id="5" name="NTT DATA Global Logo">
            <a:extLst>
              <a:ext uri="{FF2B5EF4-FFF2-40B4-BE49-F238E27FC236}">
                <a16:creationId xmlns:a16="http://schemas.microsoft.com/office/drawing/2014/main" id="{1577A939-1243-EC6D-BE24-750AEAB1F9D5}"/>
              </a:ext>
            </a:extLst>
          </p:cNvPr>
          <p:cNvSpPr/>
          <p:nvPr userDrawn="1"/>
        </p:nvSpPr>
        <p:spPr bwMode="black">
          <a:xfrm>
            <a:off x="10970334" y="6525154"/>
            <a:ext cx="850740" cy="17335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121212"/>
              </a:solidFill>
              <a:effectLst/>
              <a:uLnTx/>
              <a:uFillTx/>
              <a:latin typeface="Calibri" panose="020F0502020204030204"/>
              <a:ea typeface="+mn-ea"/>
              <a:cs typeface="+mn-cs"/>
            </a:endParaRPr>
          </a:p>
        </p:txBody>
      </p:sp>
      <p:pic>
        <p:nvPicPr>
          <p:cNvPr id="6" name="Imagen 22" descr="Image containing Icon&#10;&#10;Auto-generated description">
            <a:extLst>
              <a:ext uri="{FF2B5EF4-FFF2-40B4-BE49-F238E27FC236}">
                <a16:creationId xmlns:a16="http://schemas.microsoft.com/office/drawing/2014/main" id="{44CEA4FA-BE38-E010-3AC4-2FC8B8C3A5E8}"/>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9774283" y="6536135"/>
            <a:ext cx="1116000" cy="151389"/>
          </a:xfrm>
          <a:prstGeom prst="rect">
            <a:avLst/>
          </a:prstGeom>
          <a:noFill/>
          <a:ln>
            <a:noFill/>
          </a:ln>
        </p:spPr>
      </p:pic>
    </p:spTree>
    <p:extLst>
      <p:ext uri="{BB962C8B-B14F-4D97-AF65-F5344CB8AC3E}">
        <p14:creationId xmlns:p14="http://schemas.microsoft.com/office/powerpoint/2010/main" val="995538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Title, Subtitle">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8BBF0F73-E89D-D5F4-6DD0-2531A3ACE75A}"/>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t>Click to edit Master text styles</a:t>
            </a:r>
            <a:endParaRPr lang="es-ES"/>
          </a:p>
        </p:txBody>
      </p:sp>
      <p:sp>
        <p:nvSpPr>
          <p:cNvPr id="13" name="Title 12">
            <a:extLst>
              <a:ext uri="{FF2B5EF4-FFF2-40B4-BE49-F238E27FC236}">
                <a16:creationId xmlns:a16="http://schemas.microsoft.com/office/drawing/2014/main" id="{0F270A51-F709-9ADD-284B-308F79D195DC}"/>
              </a:ext>
            </a:extLst>
          </p:cNvPr>
          <p:cNvSpPr>
            <a:spLocks noGrp="1"/>
          </p:cNvSpPr>
          <p:nvPr>
            <p:ph type="title"/>
          </p:nvPr>
        </p:nvSpPr>
        <p:spPr>
          <a:xfrm>
            <a:off x="465722" y="794031"/>
            <a:ext cx="11446876" cy="338554"/>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a:t>Click to edit Master title style</a:t>
            </a:r>
            <a:endParaRPr lang="es-ES"/>
          </a:p>
        </p:txBody>
      </p:sp>
      <p:sp>
        <p:nvSpPr>
          <p:cNvPr id="11" name="Footer Placeholder 2">
            <a:extLst>
              <a:ext uri="{FF2B5EF4-FFF2-40B4-BE49-F238E27FC236}">
                <a16:creationId xmlns:a16="http://schemas.microsoft.com/office/drawing/2014/main" id="{BE2D18A5-F4E7-92F8-C7C3-E3404D6825FF}"/>
              </a:ext>
            </a:extLst>
          </p:cNvPr>
          <p:cNvSpPr txBox="1">
            <a:spLocks/>
          </p:cNvSpPr>
          <p:nvPr userDrawn="1"/>
        </p:nvSpPr>
        <p:spPr>
          <a:xfrm>
            <a:off x="244199" y="6560594"/>
            <a:ext cx="4852035" cy="8890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070F26"/>
              </a:solidFill>
              <a:effectLst/>
              <a:uLnTx/>
              <a:uFillTx/>
              <a:latin typeface="Aptos" panose="020B0004020202020204" pitchFamily="34" charset="0"/>
              <a:ea typeface="+mn-ea"/>
              <a:cs typeface="+mn-cs"/>
            </a:endParaRPr>
          </a:p>
        </p:txBody>
      </p:sp>
      <p:sp>
        <p:nvSpPr>
          <p:cNvPr id="2" name="Rectángulo 7">
            <a:extLst>
              <a:ext uri="{FF2B5EF4-FFF2-40B4-BE49-F238E27FC236}">
                <a16:creationId xmlns:a16="http://schemas.microsoft.com/office/drawing/2014/main" id="{03A01391-EE1D-B605-C566-F6BAF6C6F63E}"/>
              </a:ext>
            </a:extLst>
          </p:cNvPr>
          <p:cNvSpPr/>
          <p:nvPr userDrawn="1"/>
        </p:nvSpPr>
        <p:spPr>
          <a:xfrm>
            <a:off x="0" y="1143000"/>
            <a:ext cx="12192000" cy="773787"/>
          </a:xfrm>
          <a:prstGeom prst="rect">
            <a:avLst/>
          </a:prstGeom>
          <a:solidFill>
            <a:srgbClr val="005B96"/>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070F26"/>
              </a:solidFill>
              <a:effectLst/>
              <a:uLnTx/>
              <a:uFillTx/>
              <a:latin typeface="Arial"/>
              <a:ea typeface="+mn-ea"/>
              <a:cs typeface="+mn-cs"/>
            </a:endParaRPr>
          </a:p>
        </p:txBody>
      </p:sp>
      <p:sp>
        <p:nvSpPr>
          <p:cNvPr id="3" name="Text 26">
            <a:extLst>
              <a:ext uri="{FF2B5EF4-FFF2-40B4-BE49-F238E27FC236}">
                <a16:creationId xmlns:a16="http://schemas.microsoft.com/office/drawing/2014/main" id="{8F062229-F7E0-03E9-7C6C-FE74DDD5332B}"/>
              </a:ext>
            </a:extLst>
          </p:cNvPr>
          <p:cNvSpPr/>
          <p:nvPr userDrawn="1"/>
        </p:nvSpPr>
        <p:spPr>
          <a:xfrm>
            <a:off x="341554" y="6474669"/>
            <a:ext cx="3657600" cy="274320"/>
          </a:xfrm>
          <a:prstGeom prst="rect">
            <a:avLst/>
          </a:prstGeom>
          <a:noFill/>
          <a:ln/>
        </p:spPr>
        <p:txBody>
          <a:bodyPr wrap="square" rtlCol="0" anchor="ctr"/>
          <a:lstStyle/>
          <a:p>
            <a:pPr marL="0" indent="0" algn="l">
              <a:buNone/>
            </a:pPr>
            <a:r>
              <a:rPr lang="en-US" sz="900" noProof="0">
                <a:solidFill>
                  <a:srgbClr val="7A8794"/>
                </a:solidFill>
                <a:latin typeface="Aptos" panose="020B0004020202020204" pitchFamily="34" charset="0"/>
                <a:ea typeface="Arial" pitchFamily="34" charset="-122"/>
                <a:cs typeface="Arial" pitchFamily="34" charset="-120"/>
              </a:rPr>
              <a:t>© 2026 NTT DATA, Inc.</a:t>
            </a:r>
            <a:endParaRPr lang="en-US" sz="900" noProof="0">
              <a:latin typeface="Aptos" panose="020B0004020202020204" pitchFamily="34" charset="0"/>
            </a:endParaRPr>
          </a:p>
        </p:txBody>
      </p:sp>
      <p:sp>
        <p:nvSpPr>
          <p:cNvPr id="4" name="Text 27">
            <a:extLst>
              <a:ext uri="{FF2B5EF4-FFF2-40B4-BE49-F238E27FC236}">
                <a16:creationId xmlns:a16="http://schemas.microsoft.com/office/drawing/2014/main" id="{1A68F390-AD3C-39D5-AA3A-36B7A0A04D59}"/>
              </a:ext>
            </a:extLst>
          </p:cNvPr>
          <p:cNvSpPr/>
          <p:nvPr userDrawn="1"/>
        </p:nvSpPr>
        <p:spPr>
          <a:xfrm>
            <a:off x="3029914" y="6474669"/>
            <a:ext cx="5486400" cy="274320"/>
          </a:xfrm>
          <a:prstGeom prst="rect">
            <a:avLst/>
          </a:prstGeom>
          <a:noFill/>
          <a:ln/>
        </p:spPr>
        <p:txBody>
          <a:bodyPr wrap="square" rtlCol="0" anchor="ctr"/>
          <a:lstStyle/>
          <a:p>
            <a:pPr marL="0" indent="0" algn="ctr">
              <a:buNone/>
            </a:pPr>
            <a:r>
              <a:rPr lang="en-US" sz="900" b="1" noProof="0">
                <a:solidFill>
                  <a:srgbClr val="7A8794"/>
                </a:solidFill>
                <a:latin typeface="Aptos" panose="020B0004020202020204" pitchFamily="34" charset="0"/>
                <a:ea typeface="Arial" pitchFamily="34" charset="-122"/>
                <a:cs typeface="Arial" pitchFamily="34" charset="-120"/>
              </a:rPr>
              <a:t>IAG IT Sovereignty  ·  Board Proposal     </a:t>
            </a:r>
            <a:r>
              <a:rPr lang="en-US" sz="900" b="1" noProof="0">
                <a:solidFill>
                  <a:schemeClr val="accent5"/>
                </a:solidFill>
                <a:latin typeface="Aptos" panose="020B0004020202020204" pitchFamily="34" charset="0"/>
                <a:ea typeface="Arial" pitchFamily="34" charset="-122"/>
                <a:cs typeface="Arial" pitchFamily="34" charset="-120"/>
              </a:rPr>
              <a:t>|</a:t>
            </a:r>
            <a:endParaRPr lang="en-US" sz="900" b="1" noProof="0">
              <a:solidFill>
                <a:schemeClr val="accent5"/>
              </a:solidFill>
              <a:latin typeface="Aptos" panose="020B0004020202020204" pitchFamily="34" charset="0"/>
            </a:endParaRPr>
          </a:p>
        </p:txBody>
      </p:sp>
      <p:sp>
        <p:nvSpPr>
          <p:cNvPr id="5" name="TextBox 4">
            <a:extLst>
              <a:ext uri="{FF2B5EF4-FFF2-40B4-BE49-F238E27FC236}">
                <a16:creationId xmlns:a16="http://schemas.microsoft.com/office/drawing/2014/main" id="{402C3D0E-2935-ECB9-BB14-8220C3E00195}"/>
              </a:ext>
            </a:extLst>
          </p:cNvPr>
          <p:cNvSpPr txBox="1"/>
          <p:nvPr userDrawn="1"/>
        </p:nvSpPr>
        <p:spPr>
          <a:xfrm>
            <a:off x="6687514" y="6474669"/>
            <a:ext cx="411480" cy="274320"/>
          </a:xfrm>
          <a:prstGeom prst="rect">
            <a:avLst/>
          </a:prstGeom>
          <a:noFill/>
          <a:ln/>
        </p:spPr>
        <p:txBody>
          <a:bodyPr wrap="square" rtlCol="0" anchor="ctr"/>
          <a:lstStyle>
            <a:lvl1pPr indent="0" algn="r">
              <a:buNone/>
              <a:defRPr sz="900">
                <a:solidFill>
                  <a:srgbClr val="7A8794"/>
                </a:solidFill>
                <a:latin typeface="Aptos" panose="020B0004020202020204" pitchFamily="34" charset="0"/>
              </a:defRPr>
            </a:lvl1pPr>
          </a:lstStyle>
          <a:p>
            <a:pPr lvl="0"/>
            <a:fld id="{13CE6DAF-806F-404B-BC68-339BFCB57E5C}" type="slidenum">
              <a:rPr lang="en-GB" noProof="0" smtClean="0"/>
              <a:pPr lvl="0"/>
              <a:t>‹#›</a:t>
            </a:fld>
            <a:endParaRPr lang="es-ES"/>
          </a:p>
        </p:txBody>
      </p:sp>
      <p:sp>
        <p:nvSpPr>
          <p:cNvPr id="6" name="NTT DATA Global Logo">
            <a:extLst>
              <a:ext uri="{FF2B5EF4-FFF2-40B4-BE49-F238E27FC236}">
                <a16:creationId xmlns:a16="http://schemas.microsoft.com/office/drawing/2014/main" id="{481A0CB5-D367-D5D6-4A02-36BF520CB859}"/>
              </a:ext>
            </a:extLst>
          </p:cNvPr>
          <p:cNvSpPr/>
          <p:nvPr userDrawn="1"/>
        </p:nvSpPr>
        <p:spPr bwMode="black">
          <a:xfrm>
            <a:off x="10970334" y="6525154"/>
            <a:ext cx="850740" cy="17335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121212"/>
              </a:solidFill>
              <a:effectLst/>
              <a:uLnTx/>
              <a:uFillTx/>
              <a:latin typeface="Calibri" panose="020F0502020204030204"/>
              <a:ea typeface="+mn-ea"/>
              <a:cs typeface="+mn-cs"/>
            </a:endParaRPr>
          </a:p>
        </p:txBody>
      </p:sp>
      <p:pic>
        <p:nvPicPr>
          <p:cNvPr id="7" name="Imagen 22" descr="Image containing Icon&#10;&#10;Auto-generated description">
            <a:extLst>
              <a:ext uri="{FF2B5EF4-FFF2-40B4-BE49-F238E27FC236}">
                <a16:creationId xmlns:a16="http://schemas.microsoft.com/office/drawing/2014/main" id="{F290F7C2-39AB-E583-EA22-A684A386FBF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74283" y="6536135"/>
            <a:ext cx="1116000" cy="151389"/>
          </a:xfrm>
          <a:prstGeom prst="rect">
            <a:avLst/>
          </a:prstGeom>
          <a:noFill/>
          <a:ln>
            <a:noFill/>
          </a:ln>
        </p:spPr>
      </p:pic>
    </p:spTree>
    <p:extLst>
      <p:ext uri="{BB962C8B-B14F-4D97-AF65-F5344CB8AC3E}">
        <p14:creationId xmlns:p14="http://schemas.microsoft.com/office/powerpoint/2010/main" val="2123589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ubtitle">
    <p:spTree>
      <p:nvGrpSpPr>
        <p:cNvPr id="1" name=""/>
        <p:cNvGrpSpPr/>
        <p:nvPr/>
      </p:nvGrpSpPr>
      <p:grpSpPr>
        <a:xfrm>
          <a:off x="0" y="0"/>
          <a:ext cx="0" cy="0"/>
          <a:chOff x="0" y="0"/>
          <a:chExt cx="0" cy="0"/>
        </a:xfrm>
      </p:grpSpPr>
      <p:sp>
        <p:nvSpPr>
          <p:cNvPr id="62" name="Rectángulo 7">
            <a:extLst>
              <a:ext uri="{FF2B5EF4-FFF2-40B4-BE49-F238E27FC236}">
                <a16:creationId xmlns:a16="http://schemas.microsoft.com/office/drawing/2014/main" id="{4FE3001F-6B66-2022-4170-458B9003421D}"/>
              </a:ext>
            </a:extLst>
          </p:cNvPr>
          <p:cNvSpPr/>
          <p:nvPr userDrawn="1"/>
        </p:nvSpPr>
        <p:spPr>
          <a:xfrm>
            <a:off x="7181850" y="1916787"/>
            <a:ext cx="5010148" cy="4941213"/>
          </a:xfrm>
          <a:prstGeom prst="rect">
            <a:avLst/>
          </a:prstGeom>
          <a:solidFill>
            <a:srgbClr val="005B96"/>
          </a:solidFill>
          <a:ln w="9525">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070F26"/>
              </a:solidFill>
              <a:effectLst/>
              <a:uLnTx/>
              <a:uFillTx/>
              <a:latin typeface="Arial"/>
              <a:ea typeface="+mn-ea"/>
              <a:cs typeface="+mn-cs"/>
            </a:endParaRPr>
          </a:p>
        </p:txBody>
      </p:sp>
      <p:sp>
        <p:nvSpPr>
          <p:cNvPr id="61" name="Rectángulo 7">
            <a:extLst>
              <a:ext uri="{FF2B5EF4-FFF2-40B4-BE49-F238E27FC236}">
                <a16:creationId xmlns:a16="http://schemas.microsoft.com/office/drawing/2014/main" id="{6CAD7B6C-6232-C01F-0324-5E4002A42F21}"/>
              </a:ext>
            </a:extLst>
          </p:cNvPr>
          <p:cNvSpPr/>
          <p:nvPr userDrawn="1"/>
        </p:nvSpPr>
        <p:spPr>
          <a:xfrm>
            <a:off x="0" y="1143000"/>
            <a:ext cx="12192000" cy="773787"/>
          </a:xfrm>
          <a:prstGeom prst="rect">
            <a:avLst/>
          </a:prstGeom>
          <a:solidFill>
            <a:srgbClr val="005B96"/>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070F26"/>
              </a:solidFill>
              <a:effectLst/>
              <a:uLnTx/>
              <a:uFillTx/>
              <a:latin typeface="Arial"/>
              <a:ea typeface="+mn-ea"/>
              <a:cs typeface="+mn-cs"/>
            </a:endParaRPr>
          </a:p>
        </p:txBody>
      </p:sp>
      <p:sp>
        <p:nvSpPr>
          <p:cNvPr id="16" name="Text Placeholder 15">
            <a:extLst>
              <a:ext uri="{FF2B5EF4-FFF2-40B4-BE49-F238E27FC236}">
                <a16:creationId xmlns:a16="http://schemas.microsoft.com/office/drawing/2014/main" id="{8BBF0F73-E89D-D5F4-6DD0-2531A3ACE75A}"/>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t>Click to edit Master text styles</a:t>
            </a:r>
            <a:endParaRPr lang="es-ES"/>
          </a:p>
        </p:txBody>
      </p:sp>
      <p:sp>
        <p:nvSpPr>
          <p:cNvPr id="13" name="Title 12">
            <a:extLst>
              <a:ext uri="{FF2B5EF4-FFF2-40B4-BE49-F238E27FC236}">
                <a16:creationId xmlns:a16="http://schemas.microsoft.com/office/drawing/2014/main" id="{0F270A51-F709-9ADD-284B-308F79D195DC}"/>
              </a:ext>
            </a:extLst>
          </p:cNvPr>
          <p:cNvSpPr>
            <a:spLocks noGrp="1"/>
          </p:cNvSpPr>
          <p:nvPr>
            <p:ph type="title"/>
          </p:nvPr>
        </p:nvSpPr>
        <p:spPr>
          <a:xfrm>
            <a:off x="465722" y="794031"/>
            <a:ext cx="11446876" cy="338554"/>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a:t>Click to edit Master title style</a:t>
            </a:r>
            <a:endParaRPr lang="es-ES"/>
          </a:p>
        </p:txBody>
      </p:sp>
      <p:sp>
        <p:nvSpPr>
          <p:cNvPr id="2" name="Text 26">
            <a:extLst>
              <a:ext uri="{FF2B5EF4-FFF2-40B4-BE49-F238E27FC236}">
                <a16:creationId xmlns:a16="http://schemas.microsoft.com/office/drawing/2014/main" id="{F0C5AC2B-117C-6860-4E5A-4CE1282D6597}"/>
              </a:ext>
            </a:extLst>
          </p:cNvPr>
          <p:cNvSpPr/>
          <p:nvPr userDrawn="1"/>
        </p:nvSpPr>
        <p:spPr>
          <a:xfrm>
            <a:off x="341554" y="6474669"/>
            <a:ext cx="3657600" cy="274320"/>
          </a:xfrm>
          <a:prstGeom prst="rect">
            <a:avLst/>
          </a:prstGeom>
          <a:noFill/>
          <a:ln/>
        </p:spPr>
        <p:txBody>
          <a:bodyPr wrap="square" rtlCol="0" anchor="ctr"/>
          <a:lstStyle/>
          <a:p>
            <a:pPr marL="0" indent="0" algn="l">
              <a:buNone/>
            </a:pPr>
            <a:r>
              <a:rPr lang="en-US" sz="900" noProof="0">
                <a:solidFill>
                  <a:srgbClr val="7A8794"/>
                </a:solidFill>
                <a:latin typeface="Aptos" panose="020B0004020202020204" pitchFamily="34" charset="0"/>
                <a:ea typeface="Arial" pitchFamily="34" charset="-122"/>
                <a:cs typeface="Arial" pitchFamily="34" charset="-120"/>
              </a:rPr>
              <a:t>© 2026 NTT DATA, Inc.</a:t>
            </a:r>
            <a:endParaRPr lang="en-US" sz="900" noProof="0">
              <a:latin typeface="Aptos" panose="020B0004020202020204" pitchFamily="34" charset="0"/>
            </a:endParaRPr>
          </a:p>
        </p:txBody>
      </p:sp>
      <p:sp>
        <p:nvSpPr>
          <p:cNvPr id="3" name="Text 27">
            <a:extLst>
              <a:ext uri="{FF2B5EF4-FFF2-40B4-BE49-F238E27FC236}">
                <a16:creationId xmlns:a16="http://schemas.microsoft.com/office/drawing/2014/main" id="{109299F0-4BC4-970E-D0D7-34ADA519C86B}"/>
              </a:ext>
            </a:extLst>
          </p:cNvPr>
          <p:cNvSpPr/>
          <p:nvPr userDrawn="1"/>
        </p:nvSpPr>
        <p:spPr>
          <a:xfrm>
            <a:off x="3029914" y="6474669"/>
            <a:ext cx="5486400" cy="274320"/>
          </a:xfrm>
          <a:prstGeom prst="rect">
            <a:avLst/>
          </a:prstGeom>
          <a:noFill/>
          <a:ln/>
        </p:spPr>
        <p:txBody>
          <a:bodyPr wrap="square" rtlCol="0" anchor="ctr"/>
          <a:lstStyle/>
          <a:p>
            <a:pPr marL="0" indent="0" algn="ctr">
              <a:buNone/>
            </a:pPr>
            <a:r>
              <a:rPr lang="en-US" sz="900" b="1" noProof="0">
                <a:solidFill>
                  <a:srgbClr val="7A8794"/>
                </a:solidFill>
                <a:latin typeface="Aptos" panose="020B0004020202020204" pitchFamily="34" charset="0"/>
                <a:ea typeface="Arial" pitchFamily="34" charset="-122"/>
                <a:cs typeface="Arial" pitchFamily="34" charset="-120"/>
              </a:rPr>
              <a:t>IAG IT Sovereignty  ·  Board Proposal     </a:t>
            </a:r>
            <a:r>
              <a:rPr lang="en-US" sz="900" b="1" noProof="0">
                <a:solidFill>
                  <a:schemeClr val="accent5"/>
                </a:solidFill>
                <a:latin typeface="Aptos" panose="020B0004020202020204" pitchFamily="34" charset="0"/>
                <a:ea typeface="Arial" pitchFamily="34" charset="-122"/>
                <a:cs typeface="Arial" pitchFamily="34" charset="-120"/>
              </a:rPr>
              <a:t>|</a:t>
            </a:r>
            <a:endParaRPr lang="en-US" sz="900" b="1" noProof="0">
              <a:solidFill>
                <a:schemeClr val="accent5"/>
              </a:solidFill>
              <a:latin typeface="Aptos" panose="020B0004020202020204" pitchFamily="34" charset="0"/>
            </a:endParaRPr>
          </a:p>
        </p:txBody>
      </p:sp>
      <p:sp>
        <p:nvSpPr>
          <p:cNvPr id="4" name="TextBox 3">
            <a:extLst>
              <a:ext uri="{FF2B5EF4-FFF2-40B4-BE49-F238E27FC236}">
                <a16:creationId xmlns:a16="http://schemas.microsoft.com/office/drawing/2014/main" id="{3632F1FE-54D8-026F-D1F0-696C6E3686BE}"/>
              </a:ext>
            </a:extLst>
          </p:cNvPr>
          <p:cNvSpPr txBox="1"/>
          <p:nvPr userDrawn="1"/>
        </p:nvSpPr>
        <p:spPr>
          <a:xfrm>
            <a:off x="6687514" y="6474669"/>
            <a:ext cx="411480" cy="274320"/>
          </a:xfrm>
          <a:prstGeom prst="rect">
            <a:avLst/>
          </a:prstGeom>
          <a:noFill/>
          <a:ln/>
        </p:spPr>
        <p:txBody>
          <a:bodyPr wrap="square" rtlCol="0" anchor="ctr"/>
          <a:lstStyle>
            <a:lvl1pPr indent="0" algn="r">
              <a:buNone/>
              <a:defRPr sz="900">
                <a:solidFill>
                  <a:srgbClr val="7A8794"/>
                </a:solidFill>
                <a:latin typeface="Aptos" panose="020B0004020202020204" pitchFamily="34" charset="0"/>
              </a:defRPr>
            </a:lvl1pPr>
          </a:lstStyle>
          <a:p>
            <a:pPr lvl="0"/>
            <a:fld id="{13CE6DAF-806F-404B-BC68-339BFCB57E5C}" type="slidenum">
              <a:rPr lang="en-GB" noProof="0" smtClean="0">
                <a:solidFill>
                  <a:srgbClr val="7A8794"/>
                </a:solidFill>
              </a:rPr>
              <a:pPr lvl="0"/>
              <a:t>‹#›</a:t>
            </a:fld>
            <a:endParaRPr lang="es-ES">
              <a:solidFill>
                <a:srgbClr val="7A8794"/>
              </a:solidFill>
            </a:endParaRPr>
          </a:p>
        </p:txBody>
      </p:sp>
      <p:sp>
        <p:nvSpPr>
          <p:cNvPr id="5" name="NTT DATA Global Logo">
            <a:extLst>
              <a:ext uri="{FF2B5EF4-FFF2-40B4-BE49-F238E27FC236}">
                <a16:creationId xmlns:a16="http://schemas.microsoft.com/office/drawing/2014/main" id="{9E14EAA4-6623-AAF6-6464-44E4BB82DD5D}"/>
              </a:ext>
            </a:extLst>
          </p:cNvPr>
          <p:cNvSpPr/>
          <p:nvPr userDrawn="1"/>
        </p:nvSpPr>
        <p:spPr bwMode="black">
          <a:xfrm>
            <a:off x="10970334" y="6525154"/>
            <a:ext cx="850740" cy="17335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121212"/>
              </a:solidFill>
              <a:effectLst/>
              <a:uLnTx/>
              <a:uFillTx/>
              <a:latin typeface="Calibri" panose="020F0502020204030204"/>
              <a:ea typeface="+mn-ea"/>
              <a:cs typeface="+mn-cs"/>
            </a:endParaRPr>
          </a:p>
        </p:txBody>
      </p:sp>
      <p:pic>
        <p:nvPicPr>
          <p:cNvPr id="6" name="Imagen 22" descr="Image containing Icon&#10;&#10;Auto-generated description">
            <a:extLst>
              <a:ext uri="{FF2B5EF4-FFF2-40B4-BE49-F238E27FC236}">
                <a16:creationId xmlns:a16="http://schemas.microsoft.com/office/drawing/2014/main" id="{ABC53B88-0303-2048-30DC-946CFDE9273B}"/>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9774283" y="6536135"/>
            <a:ext cx="1116000" cy="151389"/>
          </a:xfrm>
          <a:prstGeom prst="rect">
            <a:avLst/>
          </a:prstGeom>
          <a:noFill/>
          <a:ln>
            <a:noFill/>
          </a:ln>
        </p:spPr>
      </p:pic>
    </p:spTree>
    <p:extLst>
      <p:ext uri="{BB962C8B-B14F-4D97-AF65-F5344CB8AC3E}">
        <p14:creationId xmlns:p14="http://schemas.microsoft.com/office/powerpoint/2010/main" val="3259904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Subtitle">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8BBF0F73-E89D-D5F4-6DD0-2531A3ACE75A}"/>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t>Click to edit Master text styles</a:t>
            </a:r>
            <a:endParaRPr lang="es-ES"/>
          </a:p>
        </p:txBody>
      </p:sp>
      <p:sp>
        <p:nvSpPr>
          <p:cNvPr id="13" name="Title 12">
            <a:extLst>
              <a:ext uri="{FF2B5EF4-FFF2-40B4-BE49-F238E27FC236}">
                <a16:creationId xmlns:a16="http://schemas.microsoft.com/office/drawing/2014/main" id="{0F270A51-F709-9ADD-284B-308F79D195DC}"/>
              </a:ext>
            </a:extLst>
          </p:cNvPr>
          <p:cNvSpPr>
            <a:spLocks noGrp="1"/>
          </p:cNvSpPr>
          <p:nvPr>
            <p:ph type="title"/>
          </p:nvPr>
        </p:nvSpPr>
        <p:spPr>
          <a:xfrm>
            <a:off x="465722" y="794031"/>
            <a:ext cx="11446876" cy="338554"/>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a:t>Click to edit Master title style</a:t>
            </a:r>
            <a:endParaRPr lang="es-ES"/>
          </a:p>
        </p:txBody>
      </p:sp>
      <p:sp>
        <p:nvSpPr>
          <p:cNvPr id="11" name="Footer Placeholder 2">
            <a:extLst>
              <a:ext uri="{FF2B5EF4-FFF2-40B4-BE49-F238E27FC236}">
                <a16:creationId xmlns:a16="http://schemas.microsoft.com/office/drawing/2014/main" id="{BE2D18A5-F4E7-92F8-C7C3-E3404D6825FF}"/>
              </a:ext>
            </a:extLst>
          </p:cNvPr>
          <p:cNvSpPr txBox="1">
            <a:spLocks/>
          </p:cNvSpPr>
          <p:nvPr userDrawn="1"/>
        </p:nvSpPr>
        <p:spPr>
          <a:xfrm>
            <a:off x="244199" y="6560594"/>
            <a:ext cx="4852035" cy="8890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070F26"/>
              </a:solidFill>
              <a:effectLst/>
              <a:uLnTx/>
              <a:uFillTx/>
              <a:latin typeface="Aptos" panose="020B0004020202020204" pitchFamily="34" charset="0"/>
              <a:ea typeface="+mn-ea"/>
              <a:cs typeface="+mn-cs"/>
            </a:endParaRPr>
          </a:p>
        </p:txBody>
      </p:sp>
      <p:sp>
        <p:nvSpPr>
          <p:cNvPr id="2" name="Rectángulo 7">
            <a:extLst>
              <a:ext uri="{FF2B5EF4-FFF2-40B4-BE49-F238E27FC236}">
                <a16:creationId xmlns:a16="http://schemas.microsoft.com/office/drawing/2014/main" id="{03A01391-EE1D-B605-C566-F6BAF6C6F63E}"/>
              </a:ext>
            </a:extLst>
          </p:cNvPr>
          <p:cNvSpPr/>
          <p:nvPr userDrawn="1"/>
        </p:nvSpPr>
        <p:spPr>
          <a:xfrm>
            <a:off x="0" y="1143000"/>
            <a:ext cx="12192000" cy="773787"/>
          </a:xfrm>
          <a:prstGeom prst="rect">
            <a:avLst/>
          </a:prstGeom>
          <a:solidFill>
            <a:srgbClr val="C2CEE6"/>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070F26"/>
              </a:solidFill>
              <a:effectLst/>
              <a:uLnTx/>
              <a:uFillTx/>
              <a:latin typeface="Arial"/>
              <a:ea typeface="+mn-ea"/>
              <a:cs typeface="+mn-cs"/>
            </a:endParaRPr>
          </a:p>
        </p:txBody>
      </p:sp>
      <p:sp>
        <p:nvSpPr>
          <p:cNvPr id="3" name="Text 26">
            <a:extLst>
              <a:ext uri="{FF2B5EF4-FFF2-40B4-BE49-F238E27FC236}">
                <a16:creationId xmlns:a16="http://schemas.microsoft.com/office/drawing/2014/main" id="{8F062229-F7E0-03E9-7C6C-FE74DDD5332B}"/>
              </a:ext>
            </a:extLst>
          </p:cNvPr>
          <p:cNvSpPr/>
          <p:nvPr userDrawn="1"/>
        </p:nvSpPr>
        <p:spPr>
          <a:xfrm>
            <a:off x="341554" y="6474669"/>
            <a:ext cx="3657600" cy="274320"/>
          </a:xfrm>
          <a:prstGeom prst="rect">
            <a:avLst/>
          </a:prstGeom>
          <a:noFill/>
          <a:ln/>
        </p:spPr>
        <p:txBody>
          <a:bodyPr wrap="square" rtlCol="0" anchor="ctr"/>
          <a:lstStyle/>
          <a:p>
            <a:pPr marL="0" indent="0" algn="l">
              <a:buNone/>
            </a:pPr>
            <a:r>
              <a:rPr lang="en-US" sz="900" noProof="0">
                <a:solidFill>
                  <a:srgbClr val="7A8794"/>
                </a:solidFill>
                <a:latin typeface="Aptos" panose="020B0004020202020204" pitchFamily="34" charset="0"/>
                <a:ea typeface="Arial" pitchFamily="34" charset="-122"/>
                <a:cs typeface="Arial" pitchFamily="34" charset="-120"/>
              </a:rPr>
              <a:t>© 2026 NTT DATA, Inc.</a:t>
            </a:r>
            <a:endParaRPr lang="en-US" sz="900" noProof="0">
              <a:latin typeface="Aptos" panose="020B0004020202020204" pitchFamily="34" charset="0"/>
            </a:endParaRPr>
          </a:p>
        </p:txBody>
      </p:sp>
      <p:sp>
        <p:nvSpPr>
          <p:cNvPr id="4" name="Text 27">
            <a:extLst>
              <a:ext uri="{FF2B5EF4-FFF2-40B4-BE49-F238E27FC236}">
                <a16:creationId xmlns:a16="http://schemas.microsoft.com/office/drawing/2014/main" id="{1A68F390-AD3C-39D5-AA3A-36B7A0A04D59}"/>
              </a:ext>
            </a:extLst>
          </p:cNvPr>
          <p:cNvSpPr/>
          <p:nvPr userDrawn="1"/>
        </p:nvSpPr>
        <p:spPr>
          <a:xfrm>
            <a:off x="3029914" y="6474669"/>
            <a:ext cx="5486400" cy="274320"/>
          </a:xfrm>
          <a:prstGeom prst="rect">
            <a:avLst/>
          </a:prstGeom>
          <a:noFill/>
          <a:ln/>
        </p:spPr>
        <p:txBody>
          <a:bodyPr wrap="square" rtlCol="0" anchor="ctr"/>
          <a:lstStyle/>
          <a:p>
            <a:pPr marL="0" indent="0" algn="ctr">
              <a:buNone/>
            </a:pPr>
            <a:r>
              <a:rPr lang="en-US" sz="900" b="1" noProof="0">
                <a:solidFill>
                  <a:srgbClr val="7A8794"/>
                </a:solidFill>
                <a:latin typeface="Aptos" panose="020B0004020202020204" pitchFamily="34" charset="0"/>
                <a:ea typeface="Arial" pitchFamily="34" charset="-122"/>
                <a:cs typeface="Arial" pitchFamily="34" charset="-120"/>
              </a:rPr>
              <a:t>IAG IT Sovereignty  ·  Board Proposal     </a:t>
            </a:r>
            <a:r>
              <a:rPr lang="en-US" sz="900" b="1" noProof="0">
                <a:solidFill>
                  <a:schemeClr val="accent5"/>
                </a:solidFill>
                <a:latin typeface="Aptos" panose="020B0004020202020204" pitchFamily="34" charset="0"/>
                <a:ea typeface="Arial" pitchFamily="34" charset="-122"/>
                <a:cs typeface="Arial" pitchFamily="34" charset="-120"/>
              </a:rPr>
              <a:t>|</a:t>
            </a:r>
            <a:endParaRPr lang="en-US" sz="900" b="1" noProof="0">
              <a:solidFill>
                <a:schemeClr val="accent5"/>
              </a:solidFill>
              <a:latin typeface="Aptos" panose="020B0004020202020204" pitchFamily="34" charset="0"/>
            </a:endParaRPr>
          </a:p>
        </p:txBody>
      </p:sp>
      <p:sp>
        <p:nvSpPr>
          <p:cNvPr id="5" name="TextBox 4">
            <a:extLst>
              <a:ext uri="{FF2B5EF4-FFF2-40B4-BE49-F238E27FC236}">
                <a16:creationId xmlns:a16="http://schemas.microsoft.com/office/drawing/2014/main" id="{402C3D0E-2935-ECB9-BB14-8220C3E00195}"/>
              </a:ext>
            </a:extLst>
          </p:cNvPr>
          <p:cNvSpPr txBox="1"/>
          <p:nvPr userDrawn="1"/>
        </p:nvSpPr>
        <p:spPr>
          <a:xfrm>
            <a:off x="6687514" y="6474669"/>
            <a:ext cx="411480" cy="274320"/>
          </a:xfrm>
          <a:prstGeom prst="rect">
            <a:avLst/>
          </a:prstGeom>
          <a:noFill/>
          <a:ln/>
        </p:spPr>
        <p:txBody>
          <a:bodyPr wrap="square" rtlCol="0" anchor="ctr"/>
          <a:lstStyle>
            <a:lvl1pPr indent="0" algn="r">
              <a:buNone/>
              <a:defRPr sz="900">
                <a:solidFill>
                  <a:srgbClr val="7A8794"/>
                </a:solidFill>
                <a:latin typeface="Aptos" panose="020B0004020202020204" pitchFamily="34" charset="0"/>
              </a:defRPr>
            </a:lvl1pPr>
          </a:lstStyle>
          <a:p>
            <a:pPr lvl="0"/>
            <a:fld id="{13CE6DAF-806F-404B-BC68-339BFCB57E5C}" type="slidenum">
              <a:rPr lang="en-GB" noProof="0" smtClean="0"/>
              <a:pPr lvl="0"/>
              <a:t>‹#›</a:t>
            </a:fld>
            <a:endParaRPr lang="es-ES"/>
          </a:p>
        </p:txBody>
      </p:sp>
      <p:sp>
        <p:nvSpPr>
          <p:cNvPr id="6" name="NTT DATA Global Logo">
            <a:extLst>
              <a:ext uri="{FF2B5EF4-FFF2-40B4-BE49-F238E27FC236}">
                <a16:creationId xmlns:a16="http://schemas.microsoft.com/office/drawing/2014/main" id="{481A0CB5-D367-D5D6-4A02-36BF520CB859}"/>
              </a:ext>
            </a:extLst>
          </p:cNvPr>
          <p:cNvSpPr/>
          <p:nvPr userDrawn="1"/>
        </p:nvSpPr>
        <p:spPr bwMode="black">
          <a:xfrm>
            <a:off x="10970334" y="6525154"/>
            <a:ext cx="850740" cy="17335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121212"/>
              </a:solidFill>
              <a:effectLst/>
              <a:uLnTx/>
              <a:uFillTx/>
              <a:latin typeface="Calibri" panose="020F0502020204030204"/>
              <a:ea typeface="+mn-ea"/>
              <a:cs typeface="+mn-cs"/>
            </a:endParaRPr>
          </a:p>
        </p:txBody>
      </p:sp>
      <p:pic>
        <p:nvPicPr>
          <p:cNvPr id="7" name="Imagen 22" descr="Image containing Icon&#10;&#10;Auto-generated description">
            <a:extLst>
              <a:ext uri="{FF2B5EF4-FFF2-40B4-BE49-F238E27FC236}">
                <a16:creationId xmlns:a16="http://schemas.microsoft.com/office/drawing/2014/main" id="{F290F7C2-39AB-E583-EA22-A684A386FBF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74283" y="6536135"/>
            <a:ext cx="1116000" cy="151389"/>
          </a:xfrm>
          <a:prstGeom prst="rect">
            <a:avLst/>
          </a:prstGeom>
          <a:noFill/>
          <a:ln>
            <a:noFill/>
          </a:ln>
        </p:spPr>
      </p:pic>
    </p:spTree>
    <p:extLst>
      <p:ext uri="{BB962C8B-B14F-4D97-AF65-F5344CB8AC3E}">
        <p14:creationId xmlns:p14="http://schemas.microsoft.com/office/powerpoint/2010/main" val="3198589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Title, Subtitle">
    <p:spTree>
      <p:nvGrpSpPr>
        <p:cNvPr id="1" name=""/>
        <p:cNvGrpSpPr/>
        <p:nvPr/>
      </p:nvGrpSpPr>
      <p:grpSpPr>
        <a:xfrm>
          <a:off x="0" y="0"/>
          <a:ext cx="0" cy="0"/>
          <a:chOff x="0" y="0"/>
          <a:chExt cx="0" cy="0"/>
        </a:xfrm>
      </p:grpSpPr>
      <p:sp>
        <p:nvSpPr>
          <p:cNvPr id="62" name="Rectángulo 7">
            <a:extLst>
              <a:ext uri="{FF2B5EF4-FFF2-40B4-BE49-F238E27FC236}">
                <a16:creationId xmlns:a16="http://schemas.microsoft.com/office/drawing/2014/main" id="{4FE3001F-6B66-2022-4170-458B9003421D}"/>
              </a:ext>
            </a:extLst>
          </p:cNvPr>
          <p:cNvSpPr/>
          <p:nvPr userDrawn="1"/>
        </p:nvSpPr>
        <p:spPr>
          <a:xfrm>
            <a:off x="7181850" y="1916787"/>
            <a:ext cx="5010148" cy="4941213"/>
          </a:xfrm>
          <a:prstGeom prst="rect">
            <a:avLst/>
          </a:prstGeom>
          <a:solidFill>
            <a:srgbClr val="C2CEE6"/>
          </a:solidFill>
          <a:ln w="9525">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070F26"/>
              </a:solidFill>
              <a:effectLst/>
              <a:uLnTx/>
              <a:uFillTx/>
              <a:latin typeface="Arial"/>
              <a:ea typeface="+mn-ea"/>
              <a:cs typeface="+mn-cs"/>
            </a:endParaRPr>
          </a:p>
        </p:txBody>
      </p:sp>
      <p:sp>
        <p:nvSpPr>
          <p:cNvPr id="61" name="Rectángulo 7">
            <a:extLst>
              <a:ext uri="{FF2B5EF4-FFF2-40B4-BE49-F238E27FC236}">
                <a16:creationId xmlns:a16="http://schemas.microsoft.com/office/drawing/2014/main" id="{6CAD7B6C-6232-C01F-0324-5E4002A42F21}"/>
              </a:ext>
            </a:extLst>
          </p:cNvPr>
          <p:cNvSpPr/>
          <p:nvPr userDrawn="1"/>
        </p:nvSpPr>
        <p:spPr>
          <a:xfrm>
            <a:off x="0" y="1143000"/>
            <a:ext cx="12192000" cy="773787"/>
          </a:xfrm>
          <a:prstGeom prst="rect">
            <a:avLst/>
          </a:prstGeom>
          <a:solidFill>
            <a:srgbClr val="C2CEE6"/>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070F26"/>
              </a:solidFill>
              <a:effectLst/>
              <a:uLnTx/>
              <a:uFillTx/>
              <a:latin typeface="Arial"/>
              <a:ea typeface="+mn-ea"/>
              <a:cs typeface="+mn-cs"/>
            </a:endParaRPr>
          </a:p>
        </p:txBody>
      </p:sp>
      <p:sp>
        <p:nvSpPr>
          <p:cNvPr id="16" name="Text Placeholder 15">
            <a:extLst>
              <a:ext uri="{FF2B5EF4-FFF2-40B4-BE49-F238E27FC236}">
                <a16:creationId xmlns:a16="http://schemas.microsoft.com/office/drawing/2014/main" id="{8BBF0F73-E89D-D5F4-6DD0-2531A3ACE75A}"/>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t>Click to edit Master text styles</a:t>
            </a:r>
            <a:endParaRPr lang="es-ES"/>
          </a:p>
        </p:txBody>
      </p:sp>
      <p:sp>
        <p:nvSpPr>
          <p:cNvPr id="13" name="Title 12">
            <a:extLst>
              <a:ext uri="{FF2B5EF4-FFF2-40B4-BE49-F238E27FC236}">
                <a16:creationId xmlns:a16="http://schemas.microsoft.com/office/drawing/2014/main" id="{0F270A51-F709-9ADD-284B-308F79D195DC}"/>
              </a:ext>
            </a:extLst>
          </p:cNvPr>
          <p:cNvSpPr>
            <a:spLocks noGrp="1"/>
          </p:cNvSpPr>
          <p:nvPr>
            <p:ph type="title"/>
          </p:nvPr>
        </p:nvSpPr>
        <p:spPr>
          <a:xfrm>
            <a:off x="465722" y="794031"/>
            <a:ext cx="11446876" cy="338554"/>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a:t>Click to edit Master title style</a:t>
            </a:r>
            <a:endParaRPr lang="es-ES"/>
          </a:p>
        </p:txBody>
      </p:sp>
      <p:sp>
        <p:nvSpPr>
          <p:cNvPr id="2" name="Text 26">
            <a:extLst>
              <a:ext uri="{FF2B5EF4-FFF2-40B4-BE49-F238E27FC236}">
                <a16:creationId xmlns:a16="http://schemas.microsoft.com/office/drawing/2014/main" id="{F0C5AC2B-117C-6860-4E5A-4CE1282D6597}"/>
              </a:ext>
            </a:extLst>
          </p:cNvPr>
          <p:cNvSpPr/>
          <p:nvPr userDrawn="1"/>
        </p:nvSpPr>
        <p:spPr>
          <a:xfrm>
            <a:off x="341554" y="6474669"/>
            <a:ext cx="3657600" cy="274320"/>
          </a:xfrm>
          <a:prstGeom prst="rect">
            <a:avLst/>
          </a:prstGeom>
          <a:noFill/>
          <a:ln/>
        </p:spPr>
        <p:txBody>
          <a:bodyPr wrap="square" rtlCol="0" anchor="ctr"/>
          <a:lstStyle/>
          <a:p>
            <a:pPr marL="0" indent="0" algn="l">
              <a:buNone/>
            </a:pPr>
            <a:r>
              <a:rPr lang="en-US" sz="900" noProof="0">
                <a:solidFill>
                  <a:srgbClr val="7A8794"/>
                </a:solidFill>
                <a:latin typeface="Aptos" panose="020B0004020202020204" pitchFamily="34" charset="0"/>
                <a:ea typeface="Arial" pitchFamily="34" charset="-122"/>
                <a:cs typeface="Arial" pitchFamily="34" charset="-120"/>
              </a:rPr>
              <a:t>© 2026 NTT DATA, Inc.</a:t>
            </a:r>
            <a:endParaRPr lang="en-US" sz="900" noProof="0">
              <a:latin typeface="Aptos" panose="020B0004020202020204" pitchFamily="34" charset="0"/>
            </a:endParaRPr>
          </a:p>
        </p:txBody>
      </p:sp>
      <p:sp>
        <p:nvSpPr>
          <p:cNvPr id="3" name="Text 27">
            <a:extLst>
              <a:ext uri="{FF2B5EF4-FFF2-40B4-BE49-F238E27FC236}">
                <a16:creationId xmlns:a16="http://schemas.microsoft.com/office/drawing/2014/main" id="{109299F0-4BC4-970E-D0D7-34ADA519C86B}"/>
              </a:ext>
            </a:extLst>
          </p:cNvPr>
          <p:cNvSpPr/>
          <p:nvPr userDrawn="1"/>
        </p:nvSpPr>
        <p:spPr>
          <a:xfrm>
            <a:off x="3029914" y="6474669"/>
            <a:ext cx="5486400" cy="274320"/>
          </a:xfrm>
          <a:prstGeom prst="rect">
            <a:avLst/>
          </a:prstGeom>
          <a:noFill/>
          <a:ln/>
        </p:spPr>
        <p:txBody>
          <a:bodyPr wrap="square" rtlCol="0" anchor="ctr"/>
          <a:lstStyle/>
          <a:p>
            <a:pPr marL="0" indent="0" algn="ctr">
              <a:buNone/>
            </a:pPr>
            <a:r>
              <a:rPr lang="en-US" sz="900" b="1" noProof="0">
                <a:solidFill>
                  <a:srgbClr val="7A8794"/>
                </a:solidFill>
                <a:latin typeface="Aptos" panose="020B0004020202020204" pitchFamily="34" charset="0"/>
                <a:ea typeface="Arial" pitchFamily="34" charset="-122"/>
                <a:cs typeface="Arial" pitchFamily="34" charset="-120"/>
              </a:rPr>
              <a:t>IAG IT Sovereignty  ·  Board Proposal     </a:t>
            </a:r>
            <a:r>
              <a:rPr lang="en-US" sz="900" b="1" noProof="0">
                <a:solidFill>
                  <a:schemeClr val="accent5"/>
                </a:solidFill>
                <a:latin typeface="Aptos" panose="020B0004020202020204" pitchFamily="34" charset="0"/>
                <a:ea typeface="Arial" pitchFamily="34" charset="-122"/>
                <a:cs typeface="Arial" pitchFamily="34" charset="-120"/>
              </a:rPr>
              <a:t>|</a:t>
            </a:r>
            <a:endParaRPr lang="en-US" sz="900" b="1" noProof="0">
              <a:solidFill>
                <a:schemeClr val="accent5"/>
              </a:solidFill>
              <a:latin typeface="Aptos" panose="020B0004020202020204" pitchFamily="34" charset="0"/>
            </a:endParaRPr>
          </a:p>
        </p:txBody>
      </p:sp>
      <p:sp>
        <p:nvSpPr>
          <p:cNvPr id="4" name="TextBox 3">
            <a:extLst>
              <a:ext uri="{FF2B5EF4-FFF2-40B4-BE49-F238E27FC236}">
                <a16:creationId xmlns:a16="http://schemas.microsoft.com/office/drawing/2014/main" id="{3632F1FE-54D8-026F-D1F0-696C6E3686BE}"/>
              </a:ext>
            </a:extLst>
          </p:cNvPr>
          <p:cNvSpPr txBox="1"/>
          <p:nvPr userDrawn="1"/>
        </p:nvSpPr>
        <p:spPr>
          <a:xfrm>
            <a:off x="6687514" y="6474669"/>
            <a:ext cx="411480" cy="274320"/>
          </a:xfrm>
          <a:prstGeom prst="rect">
            <a:avLst/>
          </a:prstGeom>
          <a:noFill/>
          <a:ln/>
        </p:spPr>
        <p:txBody>
          <a:bodyPr wrap="square" rtlCol="0" anchor="ctr"/>
          <a:lstStyle>
            <a:lvl1pPr indent="0" algn="r">
              <a:buNone/>
              <a:defRPr sz="900">
                <a:solidFill>
                  <a:srgbClr val="7A8794"/>
                </a:solidFill>
                <a:latin typeface="Aptos" panose="020B0004020202020204" pitchFamily="34" charset="0"/>
              </a:defRPr>
            </a:lvl1pPr>
          </a:lstStyle>
          <a:p>
            <a:pPr lvl="0"/>
            <a:fld id="{13CE6DAF-806F-404B-BC68-339BFCB57E5C}" type="slidenum">
              <a:rPr lang="en-GB" noProof="0" smtClean="0">
                <a:solidFill>
                  <a:srgbClr val="7A8794"/>
                </a:solidFill>
              </a:rPr>
              <a:pPr lvl="0"/>
              <a:t>‹#›</a:t>
            </a:fld>
            <a:endParaRPr lang="es-ES">
              <a:solidFill>
                <a:srgbClr val="7A8794"/>
              </a:solidFill>
            </a:endParaRPr>
          </a:p>
        </p:txBody>
      </p:sp>
      <p:pic>
        <p:nvPicPr>
          <p:cNvPr id="6" name="Imagen 22" descr="Image containing Icon&#10;&#10;Auto-generated description">
            <a:extLst>
              <a:ext uri="{FF2B5EF4-FFF2-40B4-BE49-F238E27FC236}">
                <a16:creationId xmlns:a16="http://schemas.microsoft.com/office/drawing/2014/main" id="{ABC53B88-0303-2048-30DC-946CFDE9273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74283" y="6536135"/>
            <a:ext cx="1116000" cy="151389"/>
          </a:xfrm>
          <a:prstGeom prst="rect">
            <a:avLst/>
          </a:prstGeom>
          <a:noFill/>
          <a:ln>
            <a:noFill/>
          </a:ln>
        </p:spPr>
      </p:pic>
      <p:sp>
        <p:nvSpPr>
          <p:cNvPr id="7" name="NTT DATA Global Logo">
            <a:extLst>
              <a:ext uri="{FF2B5EF4-FFF2-40B4-BE49-F238E27FC236}">
                <a16:creationId xmlns:a16="http://schemas.microsoft.com/office/drawing/2014/main" id="{7D19A86B-EF40-E397-E520-D91A7176256C}"/>
              </a:ext>
            </a:extLst>
          </p:cNvPr>
          <p:cNvSpPr/>
          <p:nvPr userDrawn="1"/>
        </p:nvSpPr>
        <p:spPr bwMode="black">
          <a:xfrm>
            <a:off x="10970334" y="6525154"/>
            <a:ext cx="850740" cy="17335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121212"/>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9202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9_Title, Subtitle">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8BBF0F73-E89D-D5F4-6DD0-2531A3ACE75A}"/>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t>Click to edit Master text styles</a:t>
            </a:r>
            <a:endParaRPr lang="es-ES"/>
          </a:p>
        </p:txBody>
      </p:sp>
      <p:sp>
        <p:nvSpPr>
          <p:cNvPr id="13" name="Title 12">
            <a:extLst>
              <a:ext uri="{FF2B5EF4-FFF2-40B4-BE49-F238E27FC236}">
                <a16:creationId xmlns:a16="http://schemas.microsoft.com/office/drawing/2014/main" id="{0F270A51-F709-9ADD-284B-308F79D195DC}"/>
              </a:ext>
            </a:extLst>
          </p:cNvPr>
          <p:cNvSpPr>
            <a:spLocks noGrp="1"/>
          </p:cNvSpPr>
          <p:nvPr>
            <p:ph type="title"/>
          </p:nvPr>
        </p:nvSpPr>
        <p:spPr>
          <a:xfrm>
            <a:off x="465722" y="794031"/>
            <a:ext cx="11446876" cy="338554"/>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a:t>Click to edit Master title style</a:t>
            </a:r>
            <a:endParaRPr lang="es-ES"/>
          </a:p>
        </p:txBody>
      </p:sp>
      <p:sp>
        <p:nvSpPr>
          <p:cNvPr id="11" name="Footer Placeholder 2">
            <a:extLst>
              <a:ext uri="{FF2B5EF4-FFF2-40B4-BE49-F238E27FC236}">
                <a16:creationId xmlns:a16="http://schemas.microsoft.com/office/drawing/2014/main" id="{BE2D18A5-F4E7-92F8-C7C3-E3404D6825FF}"/>
              </a:ext>
            </a:extLst>
          </p:cNvPr>
          <p:cNvSpPr txBox="1">
            <a:spLocks/>
          </p:cNvSpPr>
          <p:nvPr userDrawn="1"/>
        </p:nvSpPr>
        <p:spPr>
          <a:xfrm>
            <a:off x="244199" y="6560594"/>
            <a:ext cx="4852035" cy="8890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070F26"/>
              </a:solidFill>
              <a:effectLst/>
              <a:uLnTx/>
              <a:uFillTx/>
              <a:latin typeface="Aptos" panose="020B0004020202020204" pitchFamily="34" charset="0"/>
              <a:ea typeface="+mn-ea"/>
              <a:cs typeface="+mn-cs"/>
            </a:endParaRPr>
          </a:p>
        </p:txBody>
      </p:sp>
      <p:sp>
        <p:nvSpPr>
          <p:cNvPr id="2" name="Rectángulo 7">
            <a:extLst>
              <a:ext uri="{FF2B5EF4-FFF2-40B4-BE49-F238E27FC236}">
                <a16:creationId xmlns:a16="http://schemas.microsoft.com/office/drawing/2014/main" id="{03A01391-EE1D-B605-C566-F6BAF6C6F63E}"/>
              </a:ext>
            </a:extLst>
          </p:cNvPr>
          <p:cNvSpPr/>
          <p:nvPr userDrawn="1"/>
        </p:nvSpPr>
        <p:spPr>
          <a:xfrm>
            <a:off x="0" y="1143000"/>
            <a:ext cx="12192000" cy="773787"/>
          </a:xfrm>
          <a:prstGeom prst="rect">
            <a:avLst/>
          </a:prstGeom>
          <a:solidFill>
            <a:srgbClr val="0072BC"/>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070F26"/>
              </a:solidFill>
              <a:effectLst/>
              <a:uLnTx/>
              <a:uFillTx/>
              <a:latin typeface="Arial"/>
              <a:ea typeface="+mn-ea"/>
              <a:cs typeface="+mn-cs"/>
            </a:endParaRPr>
          </a:p>
        </p:txBody>
      </p:sp>
      <p:sp>
        <p:nvSpPr>
          <p:cNvPr id="3" name="Text 26">
            <a:extLst>
              <a:ext uri="{FF2B5EF4-FFF2-40B4-BE49-F238E27FC236}">
                <a16:creationId xmlns:a16="http://schemas.microsoft.com/office/drawing/2014/main" id="{8F062229-F7E0-03E9-7C6C-FE74DDD5332B}"/>
              </a:ext>
            </a:extLst>
          </p:cNvPr>
          <p:cNvSpPr/>
          <p:nvPr userDrawn="1"/>
        </p:nvSpPr>
        <p:spPr>
          <a:xfrm>
            <a:off x="341554" y="6474669"/>
            <a:ext cx="3657600" cy="274320"/>
          </a:xfrm>
          <a:prstGeom prst="rect">
            <a:avLst/>
          </a:prstGeom>
          <a:noFill/>
          <a:ln/>
        </p:spPr>
        <p:txBody>
          <a:bodyPr wrap="square" rtlCol="0" anchor="ctr"/>
          <a:lstStyle/>
          <a:p>
            <a:pPr marL="0" indent="0" algn="l">
              <a:buNone/>
            </a:pPr>
            <a:r>
              <a:rPr lang="en-US" sz="900" noProof="0">
                <a:solidFill>
                  <a:srgbClr val="7A8794"/>
                </a:solidFill>
                <a:latin typeface="Aptos" panose="020B0004020202020204" pitchFamily="34" charset="0"/>
                <a:ea typeface="Arial" pitchFamily="34" charset="-122"/>
                <a:cs typeface="Arial" pitchFamily="34" charset="-120"/>
              </a:rPr>
              <a:t>© 2026 NTT DATA, Inc.</a:t>
            </a:r>
            <a:endParaRPr lang="en-US" sz="900" noProof="0">
              <a:latin typeface="Aptos" panose="020B0004020202020204" pitchFamily="34" charset="0"/>
            </a:endParaRPr>
          </a:p>
        </p:txBody>
      </p:sp>
      <p:sp>
        <p:nvSpPr>
          <p:cNvPr id="4" name="Text 27">
            <a:extLst>
              <a:ext uri="{FF2B5EF4-FFF2-40B4-BE49-F238E27FC236}">
                <a16:creationId xmlns:a16="http://schemas.microsoft.com/office/drawing/2014/main" id="{1A68F390-AD3C-39D5-AA3A-36B7A0A04D59}"/>
              </a:ext>
            </a:extLst>
          </p:cNvPr>
          <p:cNvSpPr/>
          <p:nvPr userDrawn="1"/>
        </p:nvSpPr>
        <p:spPr>
          <a:xfrm>
            <a:off x="3029914" y="6474669"/>
            <a:ext cx="5486400" cy="274320"/>
          </a:xfrm>
          <a:prstGeom prst="rect">
            <a:avLst/>
          </a:prstGeom>
          <a:noFill/>
          <a:ln/>
        </p:spPr>
        <p:txBody>
          <a:bodyPr wrap="square" rtlCol="0" anchor="ctr"/>
          <a:lstStyle/>
          <a:p>
            <a:pPr marL="0" indent="0" algn="ctr">
              <a:buNone/>
            </a:pPr>
            <a:r>
              <a:rPr lang="en-US" sz="900" b="1" noProof="0">
                <a:solidFill>
                  <a:srgbClr val="7A8794"/>
                </a:solidFill>
                <a:latin typeface="Aptos" panose="020B0004020202020204" pitchFamily="34" charset="0"/>
                <a:ea typeface="Arial" pitchFamily="34" charset="-122"/>
                <a:cs typeface="Arial" pitchFamily="34" charset="-120"/>
              </a:rPr>
              <a:t>IAG IT Sovereignty  ·  Board Proposal     </a:t>
            </a:r>
            <a:r>
              <a:rPr lang="en-US" sz="900" b="1" noProof="0">
                <a:solidFill>
                  <a:schemeClr val="accent5"/>
                </a:solidFill>
                <a:latin typeface="Aptos" panose="020B0004020202020204" pitchFamily="34" charset="0"/>
                <a:ea typeface="Arial" pitchFamily="34" charset="-122"/>
                <a:cs typeface="Arial" pitchFamily="34" charset="-120"/>
              </a:rPr>
              <a:t>|</a:t>
            </a:r>
            <a:endParaRPr lang="en-US" sz="900" b="1" noProof="0">
              <a:solidFill>
                <a:schemeClr val="accent5"/>
              </a:solidFill>
              <a:latin typeface="Aptos" panose="020B0004020202020204" pitchFamily="34" charset="0"/>
            </a:endParaRPr>
          </a:p>
        </p:txBody>
      </p:sp>
      <p:sp>
        <p:nvSpPr>
          <p:cNvPr id="5" name="TextBox 4">
            <a:extLst>
              <a:ext uri="{FF2B5EF4-FFF2-40B4-BE49-F238E27FC236}">
                <a16:creationId xmlns:a16="http://schemas.microsoft.com/office/drawing/2014/main" id="{402C3D0E-2935-ECB9-BB14-8220C3E00195}"/>
              </a:ext>
            </a:extLst>
          </p:cNvPr>
          <p:cNvSpPr txBox="1"/>
          <p:nvPr userDrawn="1"/>
        </p:nvSpPr>
        <p:spPr>
          <a:xfrm>
            <a:off x="6687514" y="6474669"/>
            <a:ext cx="411480" cy="274320"/>
          </a:xfrm>
          <a:prstGeom prst="rect">
            <a:avLst/>
          </a:prstGeom>
          <a:noFill/>
          <a:ln/>
        </p:spPr>
        <p:txBody>
          <a:bodyPr wrap="square" rtlCol="0" anchor="ctr"/>
          <a:lstStyle>
            <a:lvl1pPr indent="0" algn="r">
              <a:buNone/>
              <a:defRPr sz="900">
                <a:solidFill>
                  <a:srgbClr val="7A8794"/>
                </a:solidFill>
                <a:latin typeface="Aptos" panose="020B0004020202020204" pitchFamily="34" charset="0"/>
              </a:defRPr>
            </a:lvl1pPr>
          </a:lstStyle>
          <a:p>
            <a:pPr lvl="0"/>
            <a:fld id="{13CE6DAF-806F-404B-BC68-339BFCB57E5C}" type="slidenum">
              <a:rPr lang="en-GB" noProof="0" smtClean="0"/>
              <a:pPr lvl="0"/>
              <a:t>‹#›</a:t>
            </a:fld>
            <a:endParaRPr lang="es-ES"/>
          </a:p>
        </p:txBody>
      </p:sp>
      <p:sp>
        <p:nvSpPr>
          <p:cNvPr id="6" name="NTT DATA Global Logo">
            <a:extLst>
              <a:ext uri="{FF2B5EF4-FFF2-40B4-BE49-F238E27FC236}">
                <a16:creationId xmlns:a16="http://schemas.microsoft.com/office/drawing/2014/main" id="{481A0CB5-D367-D5D6-4A02-36BF520CB859}"/>
              </a:ext>
            </a:extLst>
          </p:cNvPr>
          <p:cNvSpPr/>
          <p:nvPr userDrawn="1"/>
        </p:nvSpPr>
        <p:spPr bwMode="black">
          <a:xfrm>
            <a:off x="10970334" y="6525154"/>
            <a:ext cx="850740" cy="17335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121212"/>
              </a:solidFill>
              <a:effectLst/>
              <a:uLnTx/>
              <a:uFillTx/>
              <a:latin typeface="Calibri" panose="020F0502020204030204"/>
              <a:ea typeface="+mn-ea"/>
              <a:cs typeface="+mn-cs"/>
            </a:endParaRPr>
          </a:p>
        </p:txBody>
      </p:sp>
      <p:pic>
        <p:nvPicPr>
          <p:cNvPr id="7" name="Imagen 22" descr="Image containing Icon&#10;&#10;Auto-generated description">
            <a:extLst>
              <a:ext uri="{FF2B5EF4-FFF2-40B4-BE49-F238E27FC236}">
                <a16:creationId xmlns:a16="http://schemas.microsoft.com/office/drawing/2014/main" id="{F290F7C2-39AB-E583-EA22-A684A386FBF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774283" y="6536135"/>
            <a:ext cx="1116000" cy="151389"/>
          </a:xfrm>
          <a:prstGeom prst="rect">
            <a:avLst/>
          </a:prstGeom>
          <a:noFill/>
          <a:ln>
            <a:noFill/>
          </a:ln>
        </p:spPr>
      </p:pic>
    </p:spTree>
    <p:extLst>
      <p:ext uri="{BB962C8B-B14F-4D97-AF65-F5344CB8AC3E}">
        <p14:creationId xmlns:p14="http://schemas.microsoft.com/office/powerpoint/2010/main" val="4097406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0_Title, Subtitle">
    <p:spTree>
      <p:nvGrpSpPr>
        <p:cNvPr id="1" name=""/>
        <p:cNvGrpSpPr/>
        <p:nvPr/>
      </p:nvGrpSpPr>
      <p:grpSpPr>
        <a:xfrm>
          <a:off x="0" y="0"/>
          <a:ext cx="0" cy="0"/>
          <a:chOff x="0" y="0"/>
          <a:chExt cx="0" cy="0"/>
        </a:xfrm>
      </p:grpSpPr>
      <p:sp>
        <p:nvSpPr>
          <p:cNvPr id="62" name="Rectángulo 7">
            <a:extLst>
              <a:ext uri="{FF2B5EF4-FFF2-40B4-BE49-F238E27FC236}">
                <a16:creationId xmlns:a16="http://schemas.microsoft.com/office/drawing/2014/main" id="{4FE3001F-6B66-2022-4170-458B9003421D}"/>
              </a:ext>
            </a:extLst>
          </p:cNvPr>
          <p:cNvSpPr/>
          <p:nvPr userDrawn="1"/>
        </p:nvSpPr>
        <p:spPr>
          <a:xfrm>
            <a:off x="7181850" y="1916787"/>
            <a:ext cx="5010148" cy="4941213"/>
          </a:xfrm>
          <a:prstGeom prst="rect">
            <a:avLst/>
          </a:prstGeom>
          <a:solidFill>
            <a:srgbClr val="0072BC"/>
          </a:solidFill>
          <a:ln w="9525">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070F26"/>
              </a:solidFill>
              <a:effectLst/>
              <a:uLnTx/>
              <a:uFillTx/>
              <a:latin typeface="Arial"/>
              <a:ea typeface="+mn-ea"/>
              <a:cs typeface="+mn-cs"/>
            </a:endParaRPr>
          </a:p>
        </p:txBody>
      </p:sp>
      <p:sp>
        <p:nvSpPr>
          <p:cNvPr id="61" name="Rectángulo 7">
            <a:extLst>
              <a:ext uri="{FF2B5EF4-FFF2-40B4-BE49-F238E27FC236}">
                <a16:creationId xmlns:a16="http://schemas.microsoft.com/office/drawing/2014/main" id="{6CAD7B6C-6232-C01F-0324-5E4002A42F21}"/>
              </a:ext>
            </a:extLst>
          </p:cNvPr>
          <p:cNvSpPr/>
          <p:nvPr userDrawn="1"/>
        </p:nvSpPr>
        <p:spPr>
          <a:xfrm>
            <a:off x="0" y="1143000"/>
            <a:ext cx="12192000" cy="773787"/>
          </a:xfrm>
          <a:prstGeom prst="rect">
            <a:avLst/>
          </a:prstGeom>
          <a:solidFill>
            <a:srgbClr val="0072BC"/>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070F26"/>
              </a:solidFill>
              <a:effectLst/>
              <a:uLnTx/>
              <a:uFillTx/>
              <a:latin typeface="Arial"/>
              <a:ea typeface="+mn-ea"/>
              <a:cs typeface="+mn-cs"/>
            </a:endParaRPr>
          </a:p>
        </p:txBody>
      </p:sp>
      <p:sp>
        <p:nvSpPr>
          <p:cNvPr id="16" name="Text Placeholder 15">
            <a:extLst>
              <a:ext uri="{FF2B5EF4-FFF2-40B4-BE49-F238E27FC236}">
                <a16:creationId xmlns:a16="http://schemas.microsoft.com/office/drawing/2014/main" id="{8BBF0F73-E89D-D5F4-6DD0-2531A3ACE75A}"/>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t>Click to edit Master text styles</a:t>
            </a:r>
            <a:endParaRPr lang="es-ES"/>
          </a:p>
        </p:txBody>
      </p:sp>
      <p:sp>
        <p:nvSpPr>
          <p:cNvPr id="13" name="Title 12">
            <a:extLst>
              <a:ext uri="{FF2B5EF4-FFF2-40B4-BE49-F238E27FC236}">
                <a16:creationId xmlns:a16="http://schemas.microsoft.com/office/drawing/2014/main" id="{0F270A51-F709-9ADD-284B-308F79D195DC}"/>
              </a:ext>
            </a:extLst>
          </p:cNvPr>
          <p:cNvSpPr>
            <a:spLocks noGrp="1"/>
          </p:cNvSpPr>
          <p:nvPr>
            <p:ph type="title"/>
          </p:nvPr>
        </p:nvSpPr>
        <p:spPr>
          <a:xfrm>
            <a:off x="465722" y="794031"/>
            <a:ext cx="11446876" cy="338554"/>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a:t>Click to edit Master title style</a:t>
            </a:r>
            <a:endParaRPr lang="es-ES"/>
          </a:p>
        </p:txBody>
      </p:sp>
      <p:sp>
        <p:nvSpPr>
          <p:cNvPr id="2" name="Text 26">
            <a:extLst>
              <a:ext uri="{FF2B5EF4-FFF2-40B4-BE49-F238E27FC236}">
                <a16:creationId xmlns:a16="http://schemas.microsoft.com/office/drawing/2014/main" id="{F0C5AC2B-117C-6860-4E5A-4CE1282D6597}"/>
              </a:ext>
            </a:extLst>
          </p:cNvPr>
          <p:cNvSpPr/>
          <p:nvPr userDrawn="1"/>
        </p:nvSpPr>
        <p:spPr>
          <a:xfrm>
            <a:off x="341554" y="6474669"/>
            <a:ext cx="3657600" cy="274320"/>
          </a:xfrm>
          <a:prstGeom prst="rect">
            <a:avLst/>
          </a:prstGeom>
          <a:noFill/>
          <a:ln/>
        </p:spPr>
        <p:txBody>
          <a:bodyPr wrap="square" rtlCol="0" anchor="ctr"/>
          <a:lstStyle/>
          <a:p>
            <a:pPr marL="0" indent="0" algn="l">
              <a:buNone/>
            </a:pPr>
            <a:r>
              <a:rPr lang="en-US" sz="900" noProof="0">
                <a:solidFill>
                  <a:srgbClr val="7A8794"/>
                </a:solidFill>
                <a:latin typeface="Aptos" panose="020B0004020202020204" pitchFamily="34" charset="0"/>
                <a:ea typeface="Arial" pitchFamily="34" charset="-122"/>
                <a:cs typeface="Arial" pitchFamily="34" charset="-120"/>
              </a:rPr>
              <a:t>© 2026 NTT DATA, Inc.</a:t>
            </a:r>
            <a:endParaRPr lang="en-US" sz="900" noProof="0">
              <a:latin typeface="Aptos" panose="020B0004020202020204" pitchFamily="34" charset="0"/>
            </a:endParaRPr>
          </a:p>
        </p:txBody>
      </p:sp>
      <p:sp>
        <p:nvSpPr>
          <p:cNvPr id="3" name="Text 27">
            <a:extLst>
              <a:ext uri="{FF2B5EF4-FFF2-40B4-BE49-F238E27FC236}">
                <a16:creationId xmlns:a16="http://schemas.microsoft.com/office/drawing/2014/main" id="{109299F0-4BC4-970E-D0D7-34ADA519C86B}"/>
              </a:ext>
            </a:extLst>
          </p:cNvPr>
          <p:cNvSpPr/>
          <p:nvPr userDrawn="1"/>
        </p:nvSpPr>
        <p:spPr>
          <a:xfrm>
            <a:off x="3029914" y="6474669"/>
            <a:ext cx="5486400" cy="274320"/>
          </a:xfrm>
          <a:prstGeom prst="rect">
            <a:avLst/>
          </a:prstGeom>
          <a:noFill/>
          <a:ln/>
        </p:spPr>
        <p:txBody>
          <a:bodyPr wrap="square" rtlCol="0" anchor="ctr"/>
          <a:lstStyle/>
          <a:p>
            <a:pPr marL="0" indent="0" algn="ctr">
              <a:buNone/>
            </a:pPr>
            <a:r>
              <a:rPr lang="en-US" sz="900" b="1" noProof="0">
                <a:solidFill>
                  <a:srgbClr val="7A8794"/>
                </a:solidFill>
                <a:latin typeface="Aptos" panose="020B0004020202020204" pitchFamily="34" charset="0"/>
                <a:ea typeface="Arial" pitchFamily="34" charset="-122"/>
                <a:cs typeface="Arial" pitchFamily="34" charset="-120"/>
              </a:rPr>
              <a:t>IAG IT Sovereignty  ·  Board Proposal     </a:t>
            </a:r>
            <a:r>
              <a:rPr lang="en-US" sz="900" b="1" noProof="0">
                <a:solidFill>
                  <a:schemeClr val="accent5"/>
                </a:solidFill>
                <a:latin typeface="Aptos" panose="020B0004020202020204" pitchFamily="34" charset="0"/>
                <a:ea typeface="Arial" pitchFamily="34" charset="-122"/>
                <a:cs typeface="Arial" pitchFamily="34" charset="-120"/>
              </a:rPr>
              <a:t>|</a:t>
            </a:r>
            <a:endParaRPr lang="en-US" sz="900" b="1" noProof="0">
              <a:solidFill>
                <a:schemeClr val="accent5"/>
              </a:solidFill>
              <a:latin typeface="Aptos" panose="020B0004020202020204" pitchFamily="34" charset="0"/>
            </a:endParaRPr>
          </a:p>
        </p:txBody>
      </p:sp>
      <p:sp>
        <p:nvSpPr>
          <p:cNvPr id="4" name="TextBox 3">
            <a:extLst>
              <a:ext uri="{FF2B5EF4-FFF2-40B4-BE49-F238E27FC236}">
                <a16:creationId xmlns:a16="http://schemas.microsoft.com/office/drawing/2014/main" id="{3632F1FE-54D8-026F-D1F0-696C6E3686BE}"/>
              </a:ext>
            </a:extLst>
          </p:cNvPr>
          <p:cNvSpPr txBox="1"/>
          <p:nvPr userDrawn="1"/>
        </p:nvSpPr>
        <p:spPr>
          <a:xfrm>
            <a:off x="6687514" y="6474669"/>
            <a:ext cx="411480" cy="274320"/>
          </a:xfrm>
          <a:prstGeom prst="rect">
            <a:avLst/>
          </a:prstGeom>
          <a:noFill/>
          <a:ln/>
        </p:spPr>
        <p:txBody>
          <a:bodyPr wrap="square" rtlCol="0" anchor="ctr"/>
          <a:lstStyle>
            <a:lvl1pPr indent="0" algn="r">
              <a:buNone/>
              <a:defRPr sz="900">
                <a:solidFill>
                  <a:srgbClr val="7A8794"/>
                </a:solidFill>
                <a:latin typeface="Aptos" panose="020B0004020202020204" pitchFamily="34" charset="0"/>
              </a:defRPr>
            </a:lvl1pPr>
          </a:lstStyle>
          <a:p>
            <a:pPr lvl="0"/>
            <a:fld id="{13CE6DAF-806F-404B-BC68-339BFCB57E5C}" type="slidenum">
              <a:rPr lang="en-GB" noProof="0" smtClean="0">
                <a:solidFill>
                  <a:srgbClr val="7A8794"/>
                </a:solidFill>
              </a:rPr>
              <a:pPr lvl="0"/>
              <a:t>‹#›</a:t>
            </a:fld>
            <a:endParaRPr lang="es-ES">
              <a:solidFill>
                <a:srgbClr val="7A8794"/>
              </a:solidFill>
            </a:endParaRPr>
          </a:p>
        </p:txBody>
      </p:sp>
      <p:sp>
        <p:nvSpPr>
          <p:cNvPr id="5" name="NTT DATA Global Logo">
            <a:extLst>
              <a:ext uri="{FF2B5EF4-FFF2-40B4-BE49-F238E27FC236}">
                <a16:creationId xmlns:a16="http://schemas.microsoft.com/office/drawing/2014/main" id="{9E14EAA4-6623-AAF6-6464-44E4BB82DD5D}"/>
              </a:ext>
            </a:extLst>
          </p:cNvPr>
          <p:cNvSpPr/>
          <p:nvPr userDrawn="1"/>
        </p:nvSpPr>
        <p:spPr bwMode="black">
          <a:xfrm>
            <a:off x="10970334" y="6525154"/>
            <a:ext cx="850740" cy="17335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121212"/>
              </a:solidFill>
              <a:effectLst/>
              <a:uLnTx/>
              <a:uFillTx/>
              <a:latin typeface="Calibri" panose="020F0502020204030204"/>
              <a:ea typeface="+mn-ea"/>
              <a:cs typeface="+mn-cs"/>
            </a:endParaRPr>
          </a:p>
        </p:txBody>
      </p:sp>
      <p:pic>
        <p:nvPicPr>
          <p:cNvPr id="6" name="Imagen 22" descr="Image containing Icon&#10;&#10;Auto-generated description">
            <a:extLst>
              <a:ext uri="{FF2B5EF4-FFF2-40B4-BE49-F238E27FC236}">
                <a16:creationId xmlns:a16="http://schemas.microsoft.com/office/drawing/2014/main" id="{ABC53B88-0303-2048-30DC-946CFDE9273B}"/>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9774283" y="6536135"/>
            <a:ext cx="1116000" cy="151389"/>
          </a:xfrm>
          <a:prstGeom prst="rect">
            <a:avLst/>
          </a:prstGeom>
          <a:noFill/>
          <a:ln>
            <a:noFill/>
          </a:ln>
        </p:spPr>
      </p:pic>
    </p:spTree>
    <p:extLst>
      <p:ext uri="{BB962C8B-B14F-4D97-AF65-F5344CB8AC3E}">
        <p14:creationId xmlns:p14="http://schemas.microsoft.com/office/powerpoint/2010/main" val="734395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7_Title, Subtitle">
    <p:spTree>
      <p:nvGrpSpPr>
        <p:cNvPr id="1" name=""/>
        <p:cNvGrpSpPr/>
        <p:nvPr/>
      </p:nvGrpSpPr>
      <p:grpSpPr>
        <a:xfrm>
          <a:off x="0" y="0"/>
          <a:ext cx="0" cy="0"/>
          <a:chOff x="0" y="0"/>
          <a:chExt cx="0" cy="0"/>
        </a:xfrm>
      </p:grpSpPr>
      <p:sp>
        <p:nvSpPr>
          <p:cNvPr id="62" name="Rectángulo 7">
            <a:extLst>
              <a:ext uri="{FF2B5EF4-FFF2-40B4-BE49-F238E27FC236}">
                <a16:creationId xmlns:a16="http://schemas.microsoft.com/office/drawing/2014/main" id="{4FE3001F-6B66-2022-4170-458B9003421D}"/>
              </a:ext>
            </a:extLst>
          </p:cNvPr>
          <p:cNvSpPr/>
          <p:nvPr userDrawn="1"/>
        </p:nvSpPr>
        <p:spPr>
          <a:xfrm>
            <a:off x="6888479" y="1916787"/>
            <a:ext cx="5303519" cy="4941213"/>
          </a:xfrm>
          <a:prstGeom prst="rect">
            <a:avLst/>
          </a:prstGeom>
          <a:solidFill>
            <a:srgbClr val="C2CEE6"/>
          </a:solidFill>
          <a:ln w="9525">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070F26"/>
              </a:solidFill>
              <a:effectLst/>
              <a:uLnTx/>
              <a:uFillTx/>
              <a:latin typeface="Arial"/>
              <a:ea typeface="+mn-ea"/>
              <a:cs typeface="+mn-cs"/>
            </a:endParaRPr>
          </a:p>
        </p:txBody>
      </p:sp>
      <p:sp>
        <p:nvSpPr>
          <p:cNvPr id="61" name="Rectángulo 7">
            <a:extLst>
              <a:ext uri="{FF2B5EF4-FFF2-40B4-BE49-F238E27FC236}">
                <a16:creationId xmlns:a16="http://schemas.microsoft.com/office/drawing/2014/main" id="{6CAD7B6C-6232-C01F-0324-5E4002A42F21}"/>
              </a:ext>
            </a:extLst>
          </p:cNvPr>
          <p:cNvSpPr/>
          <p:nvPr userDrawn="1"/>
        </p:nvSpPr>
        <p:spPr>
          <a:xfrm>
            <a:off x="0" y="1143000"/>
            <a:ext cx="12192000" cy="773787"/>
          </a:xfrm>
          <a:prstGeom prst="rect">
            <a:avLst/>
          </a:prstGeom>
          <a:solidFill>
            <a:srgbClr val="C2CEE6"/>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070F26"/>
              </a:solidFill>
              <a:effectLst/>
              <a:uLnTx/>
              <a:uFillTx/>
              <a:latin typeface="Arial"/>
              <a:ea typeface="+mn-ea"/>
              <a:cs typeface="+mn-cs"/>
            </a:endParaRPr>
          </a:p>
        </p:txBody>
      </p:sp>
      <p:sp>
        <p:nvSpPr>
          <p:cNvPr id="16" name="Text Placeholder 15">
            <a:extLst>
              <a:ext uri="{FF2B5EF4-FFF2-40B4-BE49-F238E27FC236}">
                <a16:creationId xmlns:a16="http://schemas.microsoft.com/office/drawing/2014/main" id="{8BBF0F73-E89D-D5F4-6DD0-2531A3ACE75A}"/>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t>Click to edit Master text styles</a:t>
            </a:r>
            <a:endParaRPr lang="es-ES"/>
          </a:p>
        </p:txBody>
      </p:sp>
      <p:sp>
        <p:nvSpPr>
          <p:cNvPr id="13" name="Title 12">
            <a:extLst>
              <a:ext uri="{FF2B5EF4-FFF2-40B4-BE49-F238E27FC236}">
                <a16:creationId xmlns:a16="http://schemas.microsoft.com/office/drawing/2014/main" id="{0F270A51-F709-9ADD-284B-308F79D195DC}"/>
              </a:ext>
            </a:extLst>
          </p:cNvPr>
          <p:cNvSpPr>
            <a:spLocks noGrp="1"/>
          </p:cNvSpPr>
          <p:nvPr>
            <p:ph type="title"/>
          </p:nvPr>
        </p:nvSpPr>
        <p:spPr>
          <a:xfrm>
            <a:off x="465722" y="794031"/>
            <a:ext cx="11446876" cy="338554"/>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a:t>Click to edit Master title style</a:t>
            </a:r>
            <a:endParaRPr lang="es-ES"/>
          </a:p>
        </p:txBody>
      </p:sp>
      <p:sp>
        <p:nvSpPr>
          <p:cNvPr id="9" name="NTT DATA Global Logo">
            <a:extLst>
              <a:ext uri="{FF2B5EF4-FFF2-40B4-BE49-F238E27FC236}">
                <a16:creationId xmlns:a16="http://schemas.microsoft.com/office/drawing/2014/main" id="{00FB99BF-2E3B-709F-15E6-0261CEC81FE7}"/>
              </a:ext>
            </a:extLst>
          </p:cNvPr>
          <p:cNvSpPr/>
          <p:nvPr userDrawn="1"/>
        </p:nvSpPr>
        <p:spPr bwMode="black">
          <a:xfrm>
            <a:off x="11221348" y="6560594"/>
            <a:ext cx="850740" cy="17335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121212"/>
              </a:solidFill>
              <a:effectLst/>
              <a:uLnTx/>
              <a:uFillTx/>
              <a:latin typeface="Calibri" panose="020F0502020204030204"/>
              <a:ea typeface="+mn-ea"/>
              <a:cs typeface="+mn-cs"/>
            </a:endParaRPr>
          </a:p>
        </p:txBody>
      </p:sp>
      <p:pic>
        <p:nvPicPr>
          <p:cNvPr id="10" name="Imagen 22" descr="Image containing Icon&#10;&#10;Auto-generated description">
            <a:extLst>
              <a:ext uri="{FF2B5EF4-FFF2-40B4-BE49-F238E27FC236}">
                <a16:creationId xmlns:a16="http://schemas.microsoft.com/office/drawing/2014/main" id="{3FE4FD53-B568-9DCE-0EDF-84683D6D46A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025297" y="6588053"/>
            <a:ext cx="1116000" cy="151389"/>
          </a:xfrm>
          <a:prstGeom prst="rect">
            <a:avLst/>
          </a:prstGeom>
          <a:noFill/>
          <a:ln>
            <a:noFill/>
          </a:ln>
        </p:spPr>
      </p:pic>
      <p:sp>
        <p:nvSpPr>
          <p:cNvPr id="11" name="Footer Placeholder 2">
            <a:extLst>
              <a:ext uri="{FF2B5EF4-FFF2-40B4-BE49-F238E27FC236}">
                <a16:creationId xmlns:a16="http://schemas.microsoft.com/office/drawing/2014/main" id="{BE2D18A5-F4E7-92F8-C7C3-E3404D6825FF}"/>
              </a:ext>
            </a:extLst>
          </p:cNvPr>
          <p:cNvSpPr txBox="1">
            <a:spLocks/>
          </p:cNvSpPr>
          <p:nvPr userDrawn="1"/>
        </p:nvSpPr>
        <p:spPr>
          <a:xfrm>
            <a:off x="244199" y="6560594"/>
            <a:ext cx="4852035" cy="8890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70F26"/>
                </a:solidFill>
                <a:effectLst/>
                <a:uLnTx/>
                <a:uFillTx/>
                <a:latin typeface="Aptos" panose="020B0004020202020204" pitchFamily="34" charset="0"/>
                <a:ea typeface="+mn-ea"/>
                <a:cs typeface="+mn-cs"/>
              </a:rPr>
              <a:t>© 2026 NTT DATA, Inc.</a:t>
            </a:r>
          </a:p>
        </p:txBody>
      </p:sp>
      <p:sp>
        <p:nvSpPr>
          <p:cNvPr id="12" name="Slide Number Placeholder 3">
            <a:extLst>
              <a:ext uri="{FF2B5EF4-FFF2-40B4-BE49-F238E27FC236}">
                <a16:creationId xmlns:a16="http://schemas.microsoft.com/office/drawing/2014/main" id="{5424C383-AB5D-55B3-A0AC-AA7745460EEA}"/>
              </a:ext>
            </a:extLst>
          </p:cNvPr>
          <p:cNvSpPr txBox="1">
            <a:spLocks/>
          </p:cNvSpPr>
          <p:nvPr userDrawn="1"/>
        </p:nvSpPr>
        <p:spPr>
          <a:xfrm>
            <a:off x="5952532" y="6560594"/>
            <a:ext cx="304800" cy="8890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13CE6DAF-806F-404B-BC68-339BFCB57E5C}" type="slidenum">
              <a:rPr kumimoji="0" lang="en-GB" sz="800" b="0" i="0" u="none" strike="noStrike" kern="1200" cap="none" spc="0" normalizeH="0" baseline="0" noProof="0" smtClean="0">
                <a:ln>
                  <a:noFill/>
                </a:ln>
                <a:solidFill>
                  <a:srgbClr val="070F26"/>
                </a:solidFill>
                <a:effectLst/>
                <a:uLnTx/>
                <a:uFillTx/>
                <a:latin typeface="Aptos" panose="020B0004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800" b="0" i="0" u="none" strike="noStrike" kern="1200" cap="none" spc="0" normalizeH="0" baseline="0" noProof="0">
              <a:ln>
                <a:noFill/>
              </a:ln>
              <a:solidFill>
                <a:srgbClr val="070F26"/>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109688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6_Title, Subtitle">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8BBF0F73-E89D-D5F4-6DD0-2531A3ACE75A}"/>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t>Click to edit Master text styles</a:t>
            </a:r>
            <a:endParaRPr lang="es-ES"/>
          </a:p>
        </p:txBody>
      </p:sp>
      <p:sp>
        <p:nvSpPr>
          <p:cNvPr id="13" name="Title 12">
            <a:extLst>
              <a:ext uri="{FF2B5EF4-FFF2-40B4-BE49-F238E27FC236}">
                <a16:creationId xmlns:a16="http://schemas.microsoft.com/office/drawing/2014/main" id="{0F270A51-F709-9ADD-284B-308F79D195DC}"/>
              </a:ext>
            </a:extLst>
          </p:cNvPr>
          <p:cNvSpPr>
            <a:spLocks noGrp="1"/>
          </p:cNvSpPr>
          <p:nvPr>
            <p:ph type="title"/>
          </p:nvPr>
        </p:nvSpPr>
        <p:spPr>
          <a:xfrm>
            <a:off x="465722" y="794031"/>
            <a:ext cx="11446876" cy="338554"/>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a:t>Click to edit Master title style</a:t>
            </a:r>
            <a:endParaRPr lang="es-ES"/>
          </a:p>
        </p:txBody>
      </p:sp>
      <p:sp>
        <p:nvSpPr>
          <p:cNvPr id="9" name="NTT DATA Global Logo">
            <a:extLst>
              <a:ext uri="{FF2B5EF4-FFF2-40B4-BE49-F238E27FC236}">
                <a16:creationId xmlns:a16="http://schemas.microsoft.com/office/drawing/2014/main" id="{00FB99BF-2E3B-709F-15E6-0261CEC81FE7}"/>
              </a:ext>
            </a:extLst>
          </p:cNvPr>
          <p:cNvSpPr/>
          <p:nvPr userDrawn="1"/>
        </p:nvSpPr>
        <p:spPr bwMode="black">
          <a:xfrm>
            <a:off x="11221348" y="6560594"/>
            <a:ext cx="850740" cy="17335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121212"/>
              </a:solidFill>
              <a:effectLst/>
              <a:uLnTx/>
              <a:uFillTx/>
              <a:latin typeface="Calibri" panose="020F0502020204030204"/>
              <a:ea typeface="+mn-ea"/>
              <a:cs typeface="+mn-cs"/>
            </a:endParaRPr>
          </a:p>
        </p:txBody>
      </p:sp>
      <p:pic>
        <p:nvPicPr>
          <p:cNvPr id="10" name="Imagen 22" descr="Image containing Icon&#10;&#10;Auto-generated description">
            <a:extLst>
              <a:ext uri="{FF2B5EF4-FFF2-40B4-BE49-F238E27FC236}">
                <a16:creationId xmlns:a16="http://schemas.microsoft.com/office/drawing/2014/main" id="{3FE4FD53-B568-9DCE-0EDF-84683D6D46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025297" y="6588053"/>
            <a:ext cx="1116000" cy="151389"/>
          </a:xfrm>
          <a:prstGeom prst="rect">
            <a:avLst/>
          </a:prstGeom>
          <a:noFill/>
          <a:ln>
            <a:noFill/>
          </a:ln>
        </p:spPr>
      </p:pic>
      <p:sp>
        <p:nvSpPr>
          <p:cNvPr id="11" name="Footer Placeholder 2">
            <a:extLst>
              <a:ext uri="{FF2B5EF4-FFF2-40B4-BE49-F238E27FC236}">
                <a16:creationId xmlns:a16="http://schemas.microsoft.com/office/drawing/2014/main" id="{BE2D18A5-F4E7-92F8-C7C3-E3404D6825FF}"/>
              </a:ext>
            </a:extLst>
          </p:cNvPr>
          <p:cNvSpPr txBox="1">
            <a:spLocks/>
          </p:cNvSpPr>
          <p:nvPr userDrawn="1"/>
        </p:nvSpPr>
        <p:spPr>
          <a:xfrm>
            <a:off x="244199" y="6560594"/>
            <a:ext cx="4852035" cy="8890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70F26"/>
                </a:solidFill>
                <a:effectLst/>
                <a:uLnTx/>
                <a:uFillTx/>
                <a:latin typeface="Aptos" panose="020B0004020202020204" pitchFamily="34" charset="0"/>
                <a:ea typeface="+mn-ea"/>
                <a:cs typeface="+mn-cs"/>
              </a:rPr>
              <a:t>© 2026 NTT DATA, Inc.</a:t>
            </a:r>
          </a:p>
        </p:txBody>
      </p:sp>
      <p:sp>
        <p:nvSpPr>
          <p:cNvPr id="12" name="Slide Number Placeholder 3">
            <a:extLst>
              <a:ext uri="{FF2B5EF4-FFF2-40B4-BE49-F238E27FC236}">
                <a16:creationId xmlns:a16="http://schemas.microsoft.com/office/drawing/2014/main" id="{5424C383-AB5D-55B3-A0AC-AA7745460EEA}"/>
              </a:ext>
            </a:extLst>
          </p:cNvPr>
          <p:cNvSpPr txBox="1">
            <a:spLocks/>
          </p:cNvSpPr>
          <p:nvPr userDrawn="1"/>
        </p:nvSpPr>
        <p:spPr>
          <a:xfrm>
            <a:off x="5952532" y="6560594"/>
            <a:ext cx="304800" cy="8890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13CE6DAF-806F-404B-BC68-339BFCB57E5C}" type="slidenum">
              <a:rPr kumimoji="0" lang="en-GB" sz="800" b="0" i="0" u="none" strike="noStrike" kern="1200" cap="none" spc="0" normalizeH="0" baseline="0" noProof="0" smtClean="0">
                <a:ln>
                  <a:noFill/>
                </a:ln>
                <a:solidFill>
                  <a:srgbClr val="070F26"/>
                </a:solidFill>
                <a:effectLst/>
                <a:uLnTx/>
                <a:uFillTx/>
                <a:latin typeface="Aptos" panose="020B0004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800" b="0" i="0" u="none" strike="noStrike" kern="1200" cap="none" spc="0" normalizeH="0" baseline="0" noProof="0">
              <a:ln>
                <a:noFill/>
              </a:ln>
              <a:solidFill>
                <a:srgbClr val="070F26"/>
              </a:solidFill>
              <a:effectLst/>
              <a:uLnTx/>
              <a:uFillTx/>
              <a:latin typeface="Aptos" panose="020B0004020202020204" pitchFamily="34" charset="0"/>
              <a:ea typeface="+mn-ea"/>
              <a:cs typeface="+mn-cs"/>
            </a:endParaRPr>
          </a:p>
        </p:txBody>
      </p:sp>
      <p:sp>
        <p:nvSpPr>
          <p:cNvPr id="2" name="Rectángulo 7">
            <a:extLst>
              <a:ext uri="{FF2B5EF4-FFF2-40B4-BE49-F238E27FC236}">
                <a16:creationId xmlns:a16="http://schemas.microsoft.com/office/drawing/2014/main" id="{03A01391-EE1D-B605-C566-F6BAF6C6F63E}"/>
              </a:ext>
            </a:extLst>
          </p:cNvPr>
          <p:cNvSpPr/>
          <p:nvPr userDrawn="1"/>
        </p:nvSpPr>
        <p:spPr>
          <a:xfrm>
            <a:off x="0" y="1143000"/>
            <a:ext cx="12192000" cy="773787"/>
          </a:xfrm>
          <a:prstGeom prst="rect">
            <a:avLst/>
          </a:prstGeom>
          <a:solidFill>
            <a:srgbClr val="C2CEE6"/>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070F26"/>
              </a:solidFill>
              <a:effectLst/>
              <a:uLnTx/>
              <a:uFillTx/>
              <a:latin typeface="Arial"/>
              <a:ea typeface="+mn-ea"/>
              <a:cs typeface="+mn-cs"/>
            </a:endParaRPr>
          </a:p>
        </p:txBody>
      </p:sp>
    </p:spTree>
    <p:extLst>
      <p:ext uri="{BB962C8B-B14F-4D97-AF65-F5344CB8AC3E}">
        <p14:creationId xmlns:p14="http://schemas.microsoft.com/office/powerpoint/2010/main" val="28676323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5_Title, Subtitle">
    <p:spTree>
      <p:nvGrpSpPr>
        <p:cNvPr id="1" name=""/>
        <p:cNvGrpSpPr/>
        <p:nvPr/>
      </p:nvGrpSpPr>
      <p:grpSpPr>
        <a:xfrm>
          <a:off x="0" y="0"/>
          <a:ext cx="0" cy="0"/>
          <a:chOff x="0" y="0"/>
          <a:chExt cx="0" cy="0"/>
        </a:xfrm>
      </p:grpSpPr>
      <p:sp>
        <p:nvSpPr>
          <p:cNvPr id="62" name="Rectángulo 7">
            <a:extLst>
              <a:ext uri="{FF2B5EF4-FFF2-40B4-BE49-F238E27FC236}">
                <a16:creationId xmlns:a16="http://schemas.microsoft.com/office/drawing/2014/main" id="{4FE3001F-6B66-2022-4170-458B9003421D}"/>
              </a:ext>
            </a:extLst>
          </p:cNvPr>
          <p:cNvSpPr/>
          <p:nvPr userDrawn="1"/>
        </p:nvSpPr>
        <p:spPr>
          <a:xfrm>
            <a:off x="6888479" y="1916787"/>
            <a:ext cx="5303519" cy="4941213"/>
          </a:xfrm>
          <a:prstGeom prst="rect">
            <a:avLst/>
          </a:prstGeom>
          <a:solidFill>
            <a:srgbClr val="0072BC"/>
          </a:solidFill>
          <a:ln w="9525">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070F26"/>
              </a:solidFill>
              <a:effectLst/>
              <a:uLnTx/>
              <a:uFillTx/>
              <a:latin typeface="Arial"/>
              <a:ea typeface="+mn-ea"/>
              <a:cs typeface="+mn-cs"/>
            </a:endParaRPr>
          </a:p>
        </p:txBody>
      </p:sp>
      <p:sp>
        <p:nvSpPr>
          <p:cNvPr id="61" name="Rectángulo 7">
            <a:extLst>
              <a:ext uri="{FF2B5EF4-FFF2-40B4-BE49-F238E27FC236}">
                <a16:creationId xmlns:a16="http://schemas.microsoft.com/office/drawing/2014/main" id="{6CAD7B6C-6232-C01F-0324-5E4002A42F21}"/>
              </a:ext>
            </a:extLst>
          </p:cNvPr>
          <p:cNvSpPr/>
          <p:nvPr userDrawn="1"/>
        </p:nvSpPr>
        <p:spPr>
          <a:xfrm>
            <a:off x="0" y="1143000"/>
            <a:ext cx="12192000" cy="773787"/>
          </a:xfrm>
          <a:prstGeom prst="rect">
            <a:avLst/>
          </a:prstGeom>
          <a:solidFill>
            <a:srgbClr val="0072BC"/>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070F26"/>
              </a:solidFill>
              <a:effectLst/>
              <a:uLnTx/>
              <a:uFillTx/>
              <a:latin typeface="Arial"/>
              <a:ea typeface="+mn-ea"/>
              <a:cs typeface="+mn-cs"/>
            </a:endParaRPr>
          </a:p>
        </p:txBody>
      </p:sp>
      <p:sp>
        <p:nvSpPr>
          <p:cNvPr id="16" name="Text Placeholder 15">
            <a:extLst>
              <a:ext uri="{FF2B5EF4-FFF2-40B4-BE49-F238E27FC236}">
                <a16:creationId xmlns:a16="http://schemas.microsoft.com/office/drawing/2014/main" id="{8BBF0F73-E89D-D5F4-6DD0-2531A3ACE75A}"/>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t>Click to edit Master text styles</a:t>
            </a:r>
            <a:endParaRPr lang="es-ES"/>
          </a:p>
        </p:txBody>
      </p:sp>
      <p:sp>
        <p:nvSpPr>
          <p:cNvPr id="13" name="Title 12">
            <a:extLst>
              <a:ext uri="{FF2B5EF4-FFF2-40B4-BE49-F238E27FC236}">
                <a16:creationId xmlns:a16="http://schemas.microsoft.com/office/drawing/2014/main" id="{0F270A51-F709-9ADD-284B-308F79D195DC}"/>
              </a:ext>
            </a:extLst>
          </p:cNvPr>
          <p:cNvSpPr>
            <a:spLocks noGrp="1"/>
          </p:cNvSpPr>
          <p:nvPr>
            <p:ph type="title"/>
          </p:nvPr>
        </p:nvSpPr>
        <p:spPr>
          <a:xfrm>
            <a:off x="465722" y="794031"/>
            <a:ext cx="11446876" cy="338554"/>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a:t>Click to edit Master title style</a:t>
            </a:r>
            <a:endParaRPr lang="es-ES"/>
          </a:p>
        </p:txBody>
      </p:sp>
      <p:sp>
        <p:nvSpPr>
          <p:cNvPr id="9" name="NTT DATA Global Logo">
            <a:extLst>
              <a:ext uri="{FF2B5EF4-FFF2-40B4-BE49-F238E27FC236}">
                <a16:creationId xmlns:a16="http://schemas.microsoft.com/office/drawing/2014/main" id="{00FB99BF-2E3B-709F-15E6-0261CEC81FE7}"/>
              </a:ext>
            </a:extLst>
          </p:cNvPr>
          <p:cNvSpPr/>
          <p:nvPr userDrawn="1"/>
        </p:nvSpPr>
        <p:spPr bwMode="black">
          <a:xfrm>
            <a:off x="11221348" y="6560594"/>
            <a:ext cx="850740" cy="17335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121212"/>
              </a:solidFill>
              <a:effectLst/>
              <a:uLnTx/>
              <a:uFillTx/>
              <a:latin typeface="Calibri" panose="020F0502020204030204"/>
              <a:ea typeface="+mn-ea"/>
              <a:cs typeface="+mn-cs"/>
            </a:endParaRPr>
          </a:p>
        </p:txBody>
      </p:sp>
      <p:pic>
        <p:nvPicPr>
          <p:cNvPr id="10" name="Imagen 22" descr="Image containing Icon&#10;&#10;Auto-generated description">
            <a:extLst>
              <a:ext uri="{FF2B5EF4-FFF2-40B4-BE49-F238E27FC236}">
                <a16:creationId xmlns:a16="http://schemas.microsoft.com/office/drawing/2014/main" id="{3FE4FD53-B568-9DCE-0EDF-84683D6D46A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025297" y="6588053"/>
            <a:ext cx="1116000" cy="151389"/>
          </a:xfrm>
          <a:prstGeom prst="rect">
            <a:avLst/>
          </a:prstGeom>
          <a:noFill/>
          <a:ln>
            <a:noFill/>
          </a:ln>
        </p:spPr>
      </p:pic>
      <p:sp>
        <p:nvSpPr>
          <p:cNvPr id="11" name="Footer Placeholder 2">
            <a:extLst>
              <a:ext uri="{FF2B5EF4-FFF2-40B4-BE49-F238E27FC236}">
                <a16:creationId xmlns:a16="http://schemas.microsoft.com/office/drawing/2014/main" id="{BE2D18A5-F4E7-92F8-C7C3-E3404D6825FF}"/>
              </a:ext>
            </a:extLst>
          </p:cNvPr>
          <p:cNvSpPr txBox="1">
            <a:spLocks/>
          </p:cNvSpPr>
          <p:nvPr userDrawn="1"/>
        </p:nvSpPr>
        <p:spPr>
          <a:xfrm>
            <a:off x="244199" y="6560594"/>
            <a:ext cx="4852035" cy="8890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70F26"/>
                </a:solidFill>
                <a:effectLst/>
                <a:uLnTx/>
                <a:uFillTx/>
                <a:latin typeface="Aptos" panose="020B0004020202020204" pitchFamily="34" charset="0"/>
                <a:ea typeface="+mn-ea"/>
                <a:cs typeface="+mn-cs"/>
              </a:rPr>
              <a:t>© 2026 NTT DATA, Inc.</a:t>
            </a:r>
          </a:p>
        </p:txBody>
      </p:sp>
      <p:sp>
        <p:nvSpPr>
          <p:cNvPr id="12" name="Slide Number Placeholder 3">
            <a:extLst>
              <a:ext uri="{FF2B5EF4-FFF2-40B4-BE49-F238E27FC236}">
                <a16:creationId xmlns:a16="http://schemas.microsoft.com/office/drawing/2014/main" id="{5424C383-AB5D-55B3-A0AC-AA7745460EEA}"/>
              </a:ext>
            </a:extLst>
          </p:cNvPr>
          <p:cNvSpPr txBox="1">
            <a:spLocks/>
          </p:cNvSpPr>
          <p:nvPr userDrawn="1"/>
        </p:nvSpPr>
        <p:spPr>
          <a:xfrm>
            <a:off x="5952532" y="6560594"/>
            <a:ext cx="304800" cy="8890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13CE6DAF-806F-404B-BC68-339BFCB57E5C}" type="slidenum">
              <a:rPr kumimoji="0" lang="en-GB" sz="800" b="0" i="0" u="none" strike="noStrike" kern="1200" cap="none" spc="0" normalizeH="0" baseline="0" noProof="0" smtClean="0">
                <a:ln>
                  <a:noFill/>
                </a:ln>
                <a:solidFill>
                  <a:srgbClr val="070F26"/>
                </a:solidFill>
                <a:effectLst/>
                <a:uLnTx/>
                <a:uFillTx/>
                <a:latin typeface="Aptos" panose="020B0004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800" b="0" i="0" u="none" strike="noStrike" kern="1200" cap="none" spc="0" normalizeH="0" baseline="0" noProof="0">
              <a:ln>
                <a:noFill/>
              </a:ln>
              <a:solidFill>
                <a:srgbClr val="070F26"/>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6796699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4_Title, Subtitle">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8BBF0F73-E89D-D5F4-6DD0-2531A3ACE75A}"/>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t>Click to edit Master text styles</a:t>
            </a:r>
            <a:endParaRPr lang="es-ES"/>
          </a:p>
        </p:txBody>
      </p:sp>
      <p:sp>
        <p:nvSpPr>
          <p:cNvPr id="13" name="Title 12">
            <a:extLst>
              <a:ext uri="{FF2B5EF4-FFF2-40B4-BE49-F238E27FC236}">
                <a16:creationId xmlns:a16="http://schemas.microsoft.com/office/drawing/2014/main" id="{0F270A51-F709-9ADD-284B-308F79D195DC}"/>
              </a:ext>
            </a:extLst>
          </p:cNvPr>
          <p:cNvSpPr>
            <a:spLocks noGrp="1"/>
          </p:cNvSpPr>
          <p:nvPr>
            <p:ph type="title"/>
          </p:nvPr>
        </p:nvSpPr>
        <p:spPr>
          <a:xfrm>
            <a:off x="465722" y="794031"/>
            <a:ext cx="11446876" cy="338554"/>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a:t>Click to edit Master title style</a:t>
            </a:r>
            <a:endParaRPr lang="es-ES"/>
          </a:p>
        </p:txBody>
      </p:sp>
      <p:sp>
        <p:nvSpPr>
          <p:cNvPr id="9" name="NTT DATA Global Logo">
            <a:extLst>
              <a:ext uri="{FF2B5EF4-FFF2-40B4-BE49-F238E27FC236}">
                <a16:creationId xmlns:a16="http://schemas.microsoft.com/office/drawing/2014/main" id="{00FB99BF-2E3B-709F-15E6-0261CEC81FE7}"/>
              </a:ext>
            </a:extLst>
          </p:cNvPr>
          <p:cNvSpPr/>
          <p:nvPr userDrawn="1"/>
        </p:nvSpPr>
        <p:spPr bwMode="black">
          <a:xfrm>
            <a:off x="11221348" y="6560594"/>
            <a:ext cx="850740" cy="17335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121212"/>
              </a:solidFill>
              <a:effectLst/>
              <a:uLnTx/>
              <a:uFillTx/>
              <a:latin typeface="Calibri" panose="020F0502020204030204"/>
              <a:ea typeface="+mn-ea"/>
              <a:cs typeface="+mn-cs"/>
            </a:endParaRPr>
          </a:p>
        </p:txBody>
      </p:sp>
      <p:pic>
        <p:nvPicPr>
          <p:cNvPr id="10" name="Imagen 22" descr="Image containing Icon&#10;&#10;Auto-generated description">
            <a:extLst>
              <a:ext uri="{FF2B5EF4-FFF2-40B4-BE49-F238E27FC236}">
                <a16:creationId xmlns:a16="http://schemas.microsoft.com/office/drawing/2014/main" id="{3FE4FD53-B568-9DCE-0EDF-84683D6D46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025297" y="6588053"/>
            <a:ext cx="1116000" cy="151389"/>
          </a:xfrm>
          <a:prstGeom prst="rect">
            <a:avLst/>
          </a:prstGeom>
          <a:noFill/>
          <a:ln>
            <a:noFill/>
          </a:ln>
        </p:spPr>
      </p:pic>
      <p:sp>
        <p:nvSpPr>
          <p:cNvPr id="11" name="Footer Placeholder 2">
            <a:extLst>
              <a:ext uri="{FF2B5EF4-FFF2-40B4-BE49-F238E27FC236}">
                <a16:creationId xmlns:a16="http://schemas.microsoft.com/office/drawing/2014/main" id="{BE2D18A5-F4E7-92F8-C7C3-E3404D6825FF}"/>
              </a:ext>
            </a:extLst>
          </p:cNvPr>
          <p:cNvSpPr txBox="1">
            <a:spLocks/>
          </p:cNvSpPr>
          <p:nvPr userDrawn="1"/>
        </p:nvSpPr>
        <p:spPr>
          <a:xfrm>
            <a:off x="244199" y="6560594"/>
            <a:ext cx="4852035" cy="8890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70F26"/>
                </a:solidFill>
                <a:effectLst/>
                <a:uLnTx/>
                <a:uFillTx/>
                <a:latin typeface="Aptos" panose="020B0004020202020204" pitchFamily="34" charset="0"/>
                <a:ea typeface="+mn-ea"/>
                <a:cs typeface="+mn-cs"/>
              </a:rPr>
              <a:t>© 2026 NTT DATA, Inc.</a:t>
            </a:r>
          </a:p>
        </p:txBody>
      </p:sp>
      <p:sp>
        <p:nvSpPr>
          <p:cNvPr id="12" name="Slide Number Placeholder 3">
            <a:extLst>
              <a:ext uri="{FF2B5EF4-FFF2-40B4-BE49-F238E27FC236}">
                <a16:creationId xmlns:a16="http://schemas.microsoft.com/office/drawing/2014/main" id="{5424C383-AB5D-55B3-A0AC-AA7745460EEA}"/>
              </a:ext>
            </a:extLst>
          </p:cNvPr>
          <p:cNvSpPr txBox="1">
            <a:spLocks/>
          </p:cNvSpPr>
          <p:nvPr userDrawn="1"/>
        </p:nvSpPr>
        <p:spPr>
          <a:xfrm>
            <a:off x="5952532" y="6560594"/>
            <a:ext cx="304800" cy="8890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13CE6DAF-806F-404B-BC68-339BFCB57E5C}" type="slidenum">
              <a:rPr kumimoji="0" lang="en-GB" sz="800" b="0" i="0" u="none" strike="noStrike" kern="1200" cap="none" spc="0" normalizeH="0" baseline="0" noProof="0" smtClean="0">
                <a:ln>
                  <a:noFill/>
                </a:ln>
                <a:solidFill>
                  <a:srgbClr val="070F26"/>
                </a:solidFill>
                <a:effectLst/>
                <a:uLnTx/>
                <a:uFillTx/>
                <a:latin typeface="Aptos" panose="020B0004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800" b="0" i="0" u="none" strike="noStrike" kern="1200" cap="none" spc="0" normalizeH="0" baseline="0" noProof="0">
              <a:ln>
                <a:noFill/>
              </a:ln>
              <a:solidFill>
                <a:srgbClr val="070F26"/>
              </a:solidFill>
              <a:effectLst/>
              <a:uLnTx/>
              <a:uFillTx/>
              <a:latin typeface="Aptos" panose="020B0004020202020204" pitchFamily="34" charset="0"/>
              <a:ea typeface="+mn-ea"/>
              <a:cs typeface="+mn-cs"/>
            </a:endParaRPr>
          </a:p>
        </p:txBody>
      </p:sp>
      <p:sp>
        <p:nvSpPr>
          <p:cNvPr id="2" name="Rectángulo 7">
            <a:extLst>
              <a:ext uri="{FF2B5EF4-FFF2-40B4-BE49-F238E27FC236}">
                <a16:creationId xmlns:a16="http://schemas.microsoft.com/office/drawing/2014/main" id="{03A01391-EE1D-B605-C566-F6BAF6C6F63E}"/>
              </a:ext>
            </a:extLst>
          </p:cNvPr>
          <p:cNvSpPr/>
          <p:nvPr userDrawn="1"/>
        </p:nvSpPr>
        <p:spPr>
          <a:xfrm>
            <a:off x="0" y="1143000"/>
            <a:ext cx="12192000" cy="773787"/>
          </a:xfrm>
          <a:prstGeom prst="rect">
            <a:avLst/>
          </a:prstGeom>
          <a:solidFill>
            <a:srgbClr val="0072BC"/>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070F26"/>
              </a:solidFill>
              <a:effectLst/>
              <a:uLnTx/>
              <a:uFillTx/>
              <a:latin typeface="Arial"/>
              <a:ea typeface="+mn-ea"/>
              <a:cs typeface="+mn-cs"/>
            </a:endParaRPr>
          </a:p>
        </p:txBody>
      </p:sp>
    </p:spTree>
    <p:extLst>
      <p:ext uri="{BB962C8B-B14F-4D97-AF65-F5344CB8AC3E}">
        <p14:creationId xmlns:p14="http://schemas.microsoft.com/office/powerpoint/2010/main" val="31742586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NTT DATA Global Logo">
            <a:extLst>
              <a:ext uri="{FF2B5EF4-FFF2-40B4-BE49-F238E27FC236}">
                <a16:creationId xmlns:a16="http://schemas.microsoft.com/office/drawing/2014/main" id="{00FB99BF-2E3B-709F-15E6-0261CEC81FE7}"/>
              </a:ext>
            </a:extLst>
          </p:cNvPr>
          <p:cNvSpPr/>
          <p:nvPr userDrawn="1"/>
        </p:nvSpPr>
        <p:spPr bwMode="black">
          <a:xfrm>
            <a:off x="9271980" y="524306"/>
            <a:ext cx="2423375" cy="493796"/>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121212"/>
              </a:solidFill>
              <a:effectLst/>
              <a:uLnTx/>
              <a:uFillTx/>
              <a:latin typeface="Calibri" panose="020F0502020204030204"/>
              <a:ea typeface="+mn-ea"/>
              <a:cs typeface="+mn-cs"/>
            </a:endParaRPr>
          </a:p>
        </p:txBody>
      </p:sp>
      <p:pic>
        <p:nvPicPr>
          <p:cNvPr id="10" name="Imagen 22" descr="Image containing Icon&#10;&#10;Auto-generated description">
            <a:extLst>
              <a:ext uri="{FF2B5EF4-FFF2-40B4-BE49-F238E27FC236}">
                <a16:creationId xmlns:a16="http://schemas.microsoft.com/office/drawing/2014/main" id="{3FE4FD53-B568-9DCE-0EDF-84683D6D46AF}"/>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496645" y="555585"/>
            <a:ext cx="3178981" cy="431239"/>
          </a:xfrm>
          <a:prstGeom prst="rect">
            <a:avLst/>
          </a:prstGeom>
          <a:noFill/>
          <a:ln>
            <a:noFill/>
          </a:ln>
        </p:spPr>
      </p:pic>
      <p:sp>
        <p:nvSpPr>
          <p:cNvPr id="3" name="Text 26">
            <a:extLst>
              <a:ext uri="{FF2B5EF4-FFF2-40B4-BE49-F238E27FC236}">
                <a16:creationId xmlns:a16="http://schemas.microsoft.com/office/drawing/2014/main" id="{662EEB44-B9B8-9A2D-F611-C0A3D022406F}"/>
              </a:ext>
            </a:extLst>
          </p:cNvPr>
          <p:cNvSpPr/>
          <p:nvPr userDrawn="1"/>
        </p:nvSpPr>
        <p:spPr>
          <a:xfrm>
            <a:off x="341554" y="6474669"/>
            <a:ext cx="3657600" cy="274320"/>
          </a:xfrm>
          <a:prstGeom prst="rect">
            <a:avLst/>
          </a:prstGeom>
          <a:noFill/>
          <a:ln/>
        </p:spPr>
        <p:txBody>
          <a:bodyPr wrap="square" rtlCol="0" anchor="ctr"/>
          <a:lstStyle/>
          <a:p>
            <a:pPr marL="0" indent="0" algn="l">
              <a:buNone/>
            </a:pPr>
            <a:r>
              <a:rPr lang="en-US" sz="900" noProof="0">
                <a:solidFill>
                  <a:schemeClr val="bg1"/>
                </a:solidFill>
                <a:latin typeface="Aptos" panose="020B0004020202020204" pitchFamily="34" charset="0"/>
                <a:ea typeface="Arial" pitchFamily="34" charset="-122"/>
                <a:cs typeface="Arial" pitchFamily="34" charset="-120"/>
              </a:rPr>
              <a:t>© 2026 NTT DATA, Inc.</a:t>
            </a:r>
            <a:endParaRPr lang="en-US" sz="900" noProof="0">
              <a:solidFill>
                <a:schemeClr val="bg1"/>
              </a:solidFill>
              <a:latin typeface="Aptos" panose="020B0004020202020204" pitchFamily="34" charset="0"/>
            </a:endParaRPr>
          </a:p>
        </p:txBody>
      </p:sp>
    </p:spTree>
    <p:extLst>
      <p:ext uri="{BB962C8B-B14F-4D97-AF65-F5344CB8AC3E}">
        <p14:creationId xmlns:p14="http://schemas.microsoft.com/office/powerpoint/2010/main" val="70949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8_Title, Subtit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EA9222-DBBF-5953-8E15-DA10C04897EB}"/>
              </a:ext>
            </a:extLst>
          </p:cNvPr>
          <p:cNvSpPr>
            <a:spLocks noGrp="1"/>
          </p:cNvSpPr>
          <p:nvPr>
            <p:ph type="body" sz="quarter" idx="13"/>
          </p:nvPr>
        </p:nvSpPr>
        <p:spPr>
          <a:xfrm>
            <a:off x="381000" y="838200"/>
            <a:ext cx="11430000" cy="685800"/>
          </a:xfrm>
          <a:prstGeom prst="rect">
            <a:avLst/>
          </a:prstGeom>
        </p:spPr>
        <p:txBody>
          <a:bodyPr>
            <a:noAutofit/>
          </a:bodyPr>
          <a:lstStyle>
            <a:lvl1pPr marL="0" indent="0">
              <a:buNone/>
              <a:defRPr lang="en-US" sz="2000" kern="1200" dirty="0" smtClean="0">
                <a:solidFill>
                  <a:schemeClr val="bg2"/>
                </a:solidFill>
                <a:latin typeface="Aptos" panose="020B0004020202020204" pitchFamily="34" charset="0"/>
                <a:ea typeface="+mn-ea"/>
                <a:cs typeface="Arial" panose="020B0604020202020204" pitchFamily="34" charset="0"/>
              </a:defRPr>
            </a:lvl1pPr>
          </a:lstStyle>
          <a:p>
            <a:pPr marL="0" lvl="0" indent="0" algn="l" defTabSz="914400" rtl="0" eaLnBrk="1" latinLnBrk="0" hangingPunct="1">
              <a:lnSpc>
                <a:spcPct val="100000"/>
              </a:lnSpc>
              <a:spcBef>
                <a:spcPts val="0"/>
              </a:spcBef>
              <a:spcAft>
                <a:spcPts val="1200"/>
              </a:spcAft>
              <a:buFont typeface="Arial" panose="020B0604020202020204" pitchFamily="34" charset="0"/>
              <a:buNone/>
            </a:pPr>
            <a:r>
              <a:rPr lang="en-US"/>
              <a:t>Click to edit Master text styles</a:t>
            </a:r>
          </a:p>
        </p:txBody>
      </p:sp>
      <p:sp>
        <p:nvSpPr>
          <p:cNvPr id="2" name="Title 1">
            <a:extLst>
              <a:ext uri="{FF2B5EF4-FFF2-40B4-BE49-F238E27FC236}">
                <a16:creationId xmlns:a16="http://schemas.microsoft.com/office/drawing/2014/main" id="{3062DF17-A1AB-7E8D-EC34-3A4A87B7B9CE}"/>
              </a:ext>
            </a:extLst>
          </p:cNvPr>
          <p:cNvSpPr>
            <a:spLocks noGrp="1"/>
          </p:cNvSpPr>
          <p:nvPr>
            <p:ph type="title"/>
          </p:nvPr>
        </p:nvSpPr>
        <p:spPr>
          <a:xfrm>
            <a:off x="838200" y="365125"/>
            <a:ext cx="10515600" cy="1325563"/>
          </a:xfrm>
          <a:prstGeom prst="rect">
            <a:avLst/>
          </a:prstGeom>
        </p:spPr>
        <p:txBody>
          <a:bodyPr vert="horz" lIns="0" tIns="45720" rIns="0" bIns="45720" rtlCol="0" anchor="t">
            <a:noAutofit/>
          </a:bodyPr>
          <a:lstStyle>
            <a:lvl1pPr>
              <a:defRPr lang="en-US"/>
            </a:lvl1pPr>
          </a:lstStyle>
          <a:p>
            <a:pPr lvl="0">
              <a:lnSpc>
                <a:spcPct val="100000"/>
              </a:lnSpc>
            </a:pPr>
            <a:r>
              <a:rPr lang="en-US"/>
              <a:t>Click to edit Master title style</a:t>
            </a:r>
          </a:p>
        </p:txBody>
      </p:sp>
      <p:sp>
        <p:nvSpPr>
          <p:cNvPr id="5" name="Slide Number Placeholder 4">
            <a:extLst>
              <a:ext uri="{FF2B5EF4-FFF2-40B4-BE49-F238E27FC236}">
                <a16:creationId xmlns:a16="http://schemas.microsoft.com/office/drawing/2014/main" id="{C716319C-85FE-4494-FC99-C4DE72E7B990}"/>
              </a:ext>
            </a:extLst>
          </p:cNvPr>
          <p:cNvSpPr>
            <a:spLocks noGrp="1"/>
          </p:cNvSpPr>
          <p:nvPr>
            <p:ph type="sldNum" sz="quarter" idx="12"/>
          </p:nvPr>
        </p:nvSpPr>
        <p:spPr>
          <a:xfrm>
            <a:off x="5562600" y="6400800"/>
            <a:ext cx="1066800" cy="304800"/>
          </a:xfrm>
          <a:prstGeom prst="rect">
            <a:avLst/>
          </a:prstGeom>
        </p:spPr>
        <p:txBody>
          <a:bodyPr/>
          <a:lstStyle/>
          <a:p>
            <a:pPr algn="ctr"/>
            <a:fld id="{60D39823-8059-4D49-BD26-6D32C31B8621}" type="slidenum">
              <a:rPr lang="en-US" smtClean="0"/>
              <a:pPr algn="ctr"/>
              <a:t>‹#›</a:t>
            </a:fld>
            <a:endParaRPr lang="en-US"/>
          </a:p>
        </p:txBody>
      </p:sp>
      <p:sp>
        <p:nvSpPr>
          <p:cNvPr id="6" name="Date">
            <a:extLst>
              <a:ext uri="{FF2B5EF4-FFF2-40B4-BE49-F238E27FC236}">
                <a16:creationId xmlns:a16="http://schemas.microsoft.com/office/drawing/2014/main" id="{63AE0DCA-368B-F3C2-815D-7D558754E9DB}"/>
              </a:ext>
              <a:ext uri="{C183D7F6-B498-43B3-948B-1728B52AA6E4}">
                <adec:decorative xmlns:adec="http://schemas.microsoft.com/office/drawing/2017/decorative" val="1"/>
              </a:ext>
            </a:extLst>
          </p:cNvPr>
          <p:cNvSpPr>
            <a:spLocks noGrp="1"/>
          </p:cNvSpPr>
          <p:nvPr>
            <p:ph type="dt" sz="half" idx="2"/>
          </p:nvPr>
        </p:nvSpPr>
        <p:spPr>
          <a:xfrm>
            <a:off x="381000" y="6400800"/>
            <a:ext cx="914400" cy="304800"/>
          </a:xfrm>
          <a:prstGeom prst="rect">
            <a:avLst/>
          </a:prstGeom>
        </p:spPr>
        <p:txBody>
          <a:bodyPr vert="horz" lIns="0" tIns="0" rIns="0" bIns="0" rtlCol="0" anchor="ctr"/>
          <a:lstStyle>
            <a:lvl1pPr algn="l">
              <a:defRPr sz="800">
                <a:solidFill>
                  <a:srgbClr val="050D24"/>
                </a:solidFill>
              </a:defRPr>
            </a:lvl1pPr>
          </a:lstStyle>
          <a:p>
            <a:fld id="{8FFEE56E-BA84-45ED-96C4-67A3B7A56CD6}" type="datetime1">
              <a:rPr lang="es-ES" noProof="0" smtClean="0"/>
              <a:t>25/06/2026</a:t>
            </a:fld>
            <a:endParaRPr lang="en-US" noProof="0"/>
          </a:p>
        </p:txBody>
      </p:sp>
      <p:sp>
        <p:nvSpPr>
          <p:cNvPr id="8" name="Legal">
            <a:extLst>
              <a:ext uri="{FF2B5EF4-FFF2-40B4-BE49-F238E27FC236}">
                <a16:creationId xmlns:a16="http://schemas.microsoft.com/office/drawing/2014/main" id="{8AC50A27-F9F5-0E0B-0550-D02564BE73F5}"/>
              </a:ext>
              <a:ext uri="{C183D7F6-B498-43B3-948B-1728B52AA6E4}">
                <adec:decorative xmlns:adec="http://schemas.microsoft.com/office/drawing/2017/decorative" val="1"/>
              </a:ext>
            </a:extLst>
          </p:cNvPr>
          <p:cNvSpPr>
            <a:spLocks noGrp="1"/>
          </p:cNvSpPr>
          <p:nvPr>
            <p:ph type="ftr" sz="quarter" idx="3"/>
          </p:nvPr>
        </p:nvSpPr>
        <p:spPr>
          <a:xfrm>
            <a:off x="1371599" y="6400800"/>
            <a:ext cx="4114801" cy="304800"/>
          </a:xfrm>
          <a:prstGeom prst="rect">
            <a:avLst/>
          </a:prstGeom>
        </p:spPr>
        <p:txBody>
          <a:bodyPr vert="horz" lIns="0" tIns="0" rIns="0" bIns="0" rtlCol="0" anchor="ctr"/>
          <a:lstStyle>
            <a:lvl1pPr algn="l">
              <a:defRPr sz="800" b="0" i="0">
                <a:solidFill>
                  <a:srgbClr val="050D24"/>
                </a:solidFill>
                <a:latin typeface="Aptos" panose="020B0004020202020204" pitchFamily="34" charset="0"/>
              </a:defRPr>
            </a:lvl1pPr>
          </a:lstStyle>
          <a:p>
            <a:endParaRPr lang="en-US"/>
          </a:p>
        </p:txBody>
      </p:sp>
    </p:spTree>
    <p:extLst>
      <p:ext uri="{BB962C8B-B14F-4D97-AF65-F5344CB8AC3E}">
        <p14:creationId xmlns:p14="http://schemas.microsoft.com/office/powerpoint/2010/main" val="1543900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_Title Subtitle Body">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884ABD3-4D15-63E5-4688-3F558AB17811}"/>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6" name="think-cell data - do not delete" hidden="1">
                        <a:extLst>
                          <a:ext uri="{FF2B5EF4-FFF2-40B4-BE49-F238E27FC236}">
                            <a16:creationId xmlns:a16="http://schemas.microsoft.com/office/drawing/2014/main" id="{8884ABD3-4D15-63E5-4688-3F558AB1781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DE855BA-9D9E-490E-B438-6BCC818F8EFF}"/>
              </a:ext>
            </a:extLst>
          </p:cNvPr>
          <p:cNvSpPr>
            <a:spLocks noGrp="1"/>
          </p:cNvSpPr>
          <p:nvPr>
            <p:ph type="title"/>
          </p:nvPr>
        </p:nvSpPr>
        <p:spPr bwMode="gray">
          <a:xfrm>
            <a:off x="371475" y="333375"/>
            <a:ext cx="11449050" cy="332399"/>
          </a:xfrm>
          <a:prstGeom prst="rect">
            <a:avLst/>
          </a:prstGeom>
        </p:spPr>
        <p:txBody>
          <a:bodyPr vert="horz">
            <a:spAutoFit/>
          </a:bodyPr>
          <a:lstStyle>
            <a:lvl1pPr>
              <a:defRPr>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4" y="1412875"/>
            <a:ext cx="11449049" cy="4824413"/>
          </a:xfrm>
          <a:prstGeom prst="rect">
            <a:avLst/>
          </a:prstGeom>
        </p:spPr>
        <p:txBody>
          <a:bodyPr/>
          <a:lstStyle>
            <a:lvl1pPr>
              <a:defRPr>
                <a:solidFill>
                  <a:schemeClr val="tx1">
                    <a:lumMod val="50000"/>
                    <a:lumOff val="50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9E5DDFBC-BBD8-FCF3-FDD5-BDAF7615B10F}"/>
              </a:ext>
            </a:extLst>
          </p:cNvPr>
          <p:cNvSpPr>
            <a:spLocks noGrp="1"/>
          </p:cNvSpPr>
          <p:nvPr>
            <p:ph type="body" sz="quarter" idx="14" hasCustomPrompt="1"/>
          </p:nvPr>
        </p:nvSpPr>
        <p:spPr bwMode="gray">
          <a:xfrm>
            <a:off x="371475" y="728663"/>
            <a:ext cx="11449050" cy="288000"/>
          </a:xfrm>
          <a:prstGeom prst="rect">
            <a:avLst/>
          </a:prstGeom>
        </p:spPr>
        <p:txBody>
          <a:bodyPr/>
          <a:lstStyle>
            <a:lvl1pPr>
              <a:lnSpc>
                <a:spcPct val="100000"/>
              </a:lnSpc>
              <a:spcBef>
                <a:spcPts val="0"/>
              </a:spcBef>
              <a:defRPr sz="1800">
                <a:solidFill>
                  <a:schemeClr val="tx2"/>
                </a:solidFill>
              </a:defRPr>
            </a:lvl1pPr>
            <a:lvl2pPr>
              <a:defRPr sz="2000"/>
            </a:lvl2pPr>
            <a:lvl3pPr>
              <a:defRPr sz="2000"/>
            </a:lvl3pPr>
            <a:lvl4pPr>
              <a:defRPr sz="2000"/>
            </a:lvl4pPr>
            <a:lvl5pPr>
              <a:defRPr sz="2000"/>
            </a:lvl5pPr>
          </a:lstStyle>
          <a:p>
            <a:pPr lvl="0"/>
            <a:r>
              <a:rPr lang="en-US"/>
              <a:t>Click to edit Master text styles</a:t>
            </a:r>
          </a:p>
        </p:txBody>
      </p:sp>
    </p:spTree>
    <p:extLst>
      <p:ext uri="{BB962C8B-B14F-4D97-AF65-F5344CB8AC3E}">
        <p14:creationId xmlns:p14="http://schemas.microsoft.com/office/powerpoint/2010/main" val="13958423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_Divider_Innovation Curve Image Left 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725B5FD-E0E9-1E4B-5EFE-D46E0910A6CB}"/>
              </a:ext>
            </a:extLst>
          </p:cNvPr>
          <p:cNvSpPr>
            <a:spLocks noGrp="1"/>
          </p:cNvSpPr>
          <p:nvPr>
            <p:ph type="title" hasCustomPrompt="1"/>
          </p:nvPr>
        </p:nvSpPr>
        <p:spPr>
          <a:xfrm>
            <a:off x="4495800" y="2433116"/>
            <a:ext cx="7315200" cy="3739084"/>
          </a:xfrm>
          <a:prstGeom prst="rect">
            <a:avLst/>
          </a:prstGeom>
        </p:spPr>
        <p:txBody>
          <a:bodyPr/>
          <a:lstStyle>
            <a:lvl1pPr>
              <a:defRPr sz="4000">
                <a:solidFill>
                  <a:schemeClr val="accent1"/>
                </a:solidFill>
              </a:defRPr>
            </a:lvl1pPr>
          </a:lstStyle>
          <a:p>
            <a:r>
              <a:rPr lang="en-US"/>
              <a:t>Divider Page</a:t>
            </a:r>
          </a:p>
        </p:txBody>
      </p:sp>
      <p:sp>
        <p:nvSpPr>
          <p:cNvPr id="12" name="Section Number">
            <a:extLst>
              <a:ext uri="{FF2B5EF4-FFF2-40B4-BE49-F238E27FC236}">
                <a16:creationId xmlns:a16="http://schemas.microsoft.com/office/drawing/2014/main" id="{4337322C-F1A6-A8D5-2662-80C365ECE1C8}"/>
              </a:ext>
            </a:extLst>
          </p:cNvPr>
          <p:cNvSpPr>
            <a:spLocks noGrp="1"/>
          </p:cNvSpPr>
          <p:nvPr>
            <p:ph type="body" sz="quarter" idx="12" hasCustomPrompt="1"/>
          </p:nvPr>
        </p:nvSpPr>
        <p:spPr>
          <a:xfrm>
            <a:off x="4495800" y="685800"/>
            <a:ext cx="7315200" cy="1447800"/>
          </a:xfrm>
          <a:prstGeom prst="rect">
            <a:avLst/>
          </a:prstGeom>
        </p:spPr>
        <p:txBody>
          <a:bodyPr lIns="0" tIns="45720" rIns="0"/>
          <a:lstStyle>
            <a:lvl1pPr>
              <a:defRPr lang="en-US" sz="9600" b="1" dirty="0" smtClean="0">
                <a:solidFill>
                  <a:schemeClr val="accent2"/>
                </a:solidFill>
              </a:defRPr>
            </a:lvl1pPr>
          </a:lstStyle>
          <a:p>
            <a:pPr lvl="0">
              <a:lnSpc>
                <a:spcPct val="100000"/>
              </a:lnSpc>
            </a:pPr>
            <a:r>
              <a:rPr lang="en-US"/>
              <a:t>#</a:t>
            </a:r>
          </a:p>
        </p:txBody>
      </p:sp>
      <p:pic>
        <p:nvPicPr>
          <p:cNvPr id="14" name="Picture 6">
            <a:extLst>
              <a:ext uri="{FF2B5EF4-FFF2-40B4-BE49-F238E27FC236}">
                <a16:creationId xmlns:a16="http://schemas.microsoft.com/office/drawing/2014/main" id="{AE44EF5E-6648-1398-B4E7-717D749EE98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94575" y="2447060"/>
            <a:ext cx="3718800" cy="3718800"/>
          </a:xfrm>
          <a:prstGeom prst="rect">
            <a:avLst/>
          </a:prstGeom>
        </p:spPr>
      </p:pic>
      <p:sp>
        <p:nvSpPr>
          <p:cNvPr id="15" name="Picture Placeholder 9">
            <a:extLst>
              <a:ext uri="{FF2B5EF4-FFF2-40B4-BE49-F238E27FC236}">
                <a16:creationId xmlns:a16="http://schemas.microsoft.com/office/drawing/2014/main" id="{C74CB7FF-BF38-583F-EB84-775D76F699B8}"/>
              </a:ext>
            </a:extLst>
          </p:cNvPr>
          <p:cNvSpPr>
            <a:spLocks noGrp="1"/>
          </p:cNvSpPr>
          <p:nvPr>
            <p:ph type="pic" sz="quarter" idx="17" hasCustomPrompt="1"/>
          </p:nvPr>
        </p:nvSpPr>
        <p:spPr>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a:solidFill>
            <a:schemeClr val="accent6"/>
          </a:solidFill>
          <a:ln w="12700">
            <a:noFill/>
          </a:ln>
          <a:effectLst/>
        </p:spPr>
        <p:txBody>
          <a:bodyPr wrap="none" lIns="0" tIns="1371600" rIns="0" anchor="t">
            <a:noAutofit/>
          </a:bodyPr>
          <a:lstStyle>
            <a:lvl1pPr marL="0" indent="0" algn="ctr">
              <a:buFontTx/>
              <a:buNone/>
              <a:defRPr sz="1100">
                <a:solidFill>
                  <a:schemeClr val="bg1"/>
                </a:solidFill>
              </a:defRPr>
            </a:lvl1pPr>
          </a:lstStyle>
          <a:p>
            <a:r>
              <a:rPr lang="en-US"/>
              <a:t> </a:t>
            </a:r>
          </a:p>
        </p:txBody>
      </p:sp>
    </p:spTree>
    <p:extLst>
      <p:ext uri="{BB962C8B-B14F-4D97-AF65-F5344CB8AC3E}">
        <p14:creationId xmlns:p14="http://schemas.microsoft.com/office/powerpoint/2010/main" val="40714682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0A63D-3350-03BD-38CD-905E706715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ES"/>
          </a:p>
        </p:txBody>
      </p:sp>
      <p:sp>
        <p:nvSpPr>
          <p:cNvPr id="3" name="Subtitle 2">
            <a:extLst>
              <a:ext uri="{FF2B5EF4-FFF2-40B4-BE49-F238E27FC236}">
                <a16:creationId xmlns:a16="http://schemas.microsoft.com/office/drawing/2014/main" id="{5FCE3EB9-D7C8-85CB-7577-A019C7E647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S"/>
          </a:p>
        </p:txBody>
      </p:sp>
      <p:sp>
        <p:nvSpPr>
          <p:cNvPr id="4" name="Date Placeholder 3">
            <a:extLst>
              <a:ext uri="{FF2B5EF4-FFF2-40B4-BE49-F238E27FC236}">
                <a16:creationId xmlns:a16="http://schemas.microsoft.com/office/drawing/2014/main" id="{CC1849DE-FB95-28F3-2B34-3CAFCD67ADE2}"/>
              </a:ext>
            </a:extLst>
          </p:cNvPr>
          <p:cNvSpPr>
            <a:spLocks noGrp="1"/>
          </p:cNvSpPr>
          <p:nvPr>
            <p:ph type="dt" sz="half" idx="10"/>
          </p:nvPr>
        </p:nvSpPr>
        <p:spPr/>
        <p:txBody>
          <a:bodyPr/>
          <a:lstStyle/>
          <a:p>
            <a:fld id="{289A96E2-5931-46F9-8F5A-1D2733FDA8E1}" type="datetime1">
              <a:rPr lang="es-ES" smtClean="0"/>
              <a:t>25/06/2026</a:t>
            </a:fld>
            <a:endParaRPr lang="es-ES"/>
          </a:p>
        </p:txBody>
      </p:sp>
      <p:sp>
        <p:nvSpPr>
          <p:cNvPr id="5" name="Footer Placeholder 4">
            <a:extLst>
              <a:ext uri="{FF2B5EF4-FFF2-40B4-BE49-F238E27FC236}">
                <a16:creationId xmlns:a16="http://schemas.microsoft.com/office/drawing/2014/main" id="{9C3774F0-391C-5A83-65EC-8C8B7FDDFCAB}"/>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12195D6F-55C9-E569-B729-3D7464F527D8}"/>
              </a:ext>
            </a:extLst>
          </p:cNvPr>
          <p:cNvSpPr>
            <a:spLocks noGrp="1"/>
          </p:cNvSpPr>
          <p:nvPr>
            <p:ph type="sldNum" sz="quarter" idx="12"/>
          </p:nvPr>
        </p:nvSpPr>
        <p:spPr>
          <a:xfrm>
            <a:off x="9423400" y="6518275"/>
            <a:ext cx="2743200" cy="365125"/>
          </a:xfrm>
        </p:spPr>
        <p:txBody>
          <a:bodyPr/>
          <a:lstStyle/>
          <a:p>
            <a:fld id="{D12394B5-9748-4B77-BCD3-77FE529B233B}" type="slidenum">
              <a:rPr lang="es-ES" smtClean="0"/>
              <a:t>‹#›</a:t>
            </a:fld>
            <a:endParaRPr lang="es-ES"/>
          </a:p>
        </p:txBody>
      </p:sp>
      <p:pic>
        <p:nvPicPr>
          <p:cNvPr id="40" name="Imagen 39">
            <a:extLst>
              <a:ext uri="{FF2B5EF4-FFF2-40B4-BE49-F238E27FC236}">
                <a16:creationId xmlns:a16="http://schemas.microsoft.com/office/drawing/2014/main" id="{3A6A937B-0943-CE51-830A-4A6C45F20668}"/>
              </a:ext>
            </a:extLst>
          </p:cNvPr>
          <p:cNvPicPr>
            <a:picLocks noChangeAspect="1"/>
          </p:cNvPicPr>
          <p:nvPr userDrawn="1"/>
        </p:nvPicPr>
        <p:blipFill>
          <a:blip r:embed="rId2"/>
          <a:stretch>
            <a:fillRect/>
          </a:stretch>
        </p:blipFill>
        <p:spPr>
          <a:xfrm>
            <a:off x="12346667" y="101599"/>
            <a:ext cx="1399967" cy="1206125"/>
          </a:xfrm>
          <a:prstGeom prst="rect">
            <a:avLst/>
          </a:prstGeom>
        </p:spPr>
      </p:pic>
    </p:spTree>
    <p:extLst>
      <p:ext uri="{BB962C8B-B14F-4D97-AF65-F5344CB8AC3E}">
        <p14:creationId xmlns:p14="http://schemas.microsoft.com/office/powerpoint/2010/main" val="29018999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A_Cover_Light_Full Innovation Curve">
    <p:spTree>
      <p:nvGrpSpPr>
        <p:cNvPr id="1" name=""/>
        <p:cNvGrpSpPr/>
        <p:nvPr/>
      </p:nvGrpSpPr>
      <p:grpSpPr>
        <a:xfrm>
          <a:off x="0" y="0"/>
          <a:ext cx="0" cy="0"/>
          <a:chOff x="0" y="0"/>
          <a:chExt cx="0" cy="0"/>
        </a:xfrm>
      </p:grpSpPr>
      <p:pic>
        <p:nvPicPr>
          <p:cNvPr id="14" name="Innovation Curve">
            <a:extLst>
              <a:ext uri="{FF2B5EF4-FFF2-40B4-BE49-F238E27FC236}">
                <a16:creationId xmlns:a16="http://schemas.microsoft.com/office/drawing/2014/main" id="{9211F747-506E-5ED4-9B68-EE6B3F99C9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cstate="screen">
            <a:alphaModFix amt="3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5334000" y="-14748"/>
            <a:ext cx="6872748" cy="6872748"/>
          </a:xfrm>
          <a:prstGeom prst="rect">
            <a:avLst/>
          </a:prstGeom>
        </p:spPr>
      </p:pic>
      <p:sp>
        <p:nvSpPr>
          <p:cNvPr id="16" name="Title 1">
            <a:extLst>
              <a:ext uri="{FF2B5EF4-FFF2-40B4-BE49-F238E27FC236}">
                <a16:creationId xmlns:a16="http://schemas.microsoft.com/office/drawing/2014/main" id="{1506BD0E-4DCD-8BA9-2037-DE975A1F0915}"/>
              </a:ext>
            </a:extLst>
          </p:cNvPr>
          <p:cNvSpPr>
            <a:spLocks noGrp="1"/>
          </p:cNvSpPr>
          <p:nvPr>
            <p:ph type="ctrTitle" hasCustomPrompt="1"/>
          </p:nvPr>
        </p:nvSpPr>
        <p:spPr bwMode="gray">
          <a:xfrm>
            <a:off x="380048" y="2438400"/>
            <a:ext cx="4843462" cy="1371600"/>
          </a:xfrm>
        </p:spPr>
        <p:txBody>
          <a:bodyPr vert="horz" lIns="0" tIns="45720" rIns="0" bIns="45720" rtlCol="0" anchor="b">
            <a:noAutofit/>
          </a:bodyPr>
          <a:lstStyle>
            <a:lvl1pPr>
              <a:defRPr lang="en-GB" sz="4400" b="0" i="0" dirty="0">
                <a:solidFill>
                  <a:schemeClr val="accent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7" name="Subtitle 2">
            <a:extLst>
              <a:ext uri="{FF2B5EF4-FFF2-40B4-BE49-F238E27FC236}">
                <a16:creationId xmlns:a16="http://schemas.microsoft.com/office/drawing/2014/main" id="{DD68B773-8219-9567-613E-7A2F2D4F6C2B}"/>
              </a:ext>
            </a:extLst>
          </p:cNvPr>
          <p:cNvSpPr>
            <a:spLocks noGrp="1"/>
          </p:cNvSpPr>
          <p:nvPr>
            <p:ph type="subTitle" idx="1" hasCustomPrompt="1"/>
          </p:nvPr>
        </p:nvSpPr>
        <p:spPr bwMode="gray">
          <a:xfrm>
            <a:off x="380048" y="3810000"/>
            <a:ext cx="4843462" cy="353943"/>
          </a:xfrm>
        </p:spPr>
        <p:txBody>
          <a:bodyPr wrap="square" lIns="0" tIns="45720" rIns="0">
            <a:spAutoFit/>
          </a:bodyPr>
          <a:lstStyle>
            <a:lvl1pPr>
              <a:spcBef>
                <a:spcPts val="0"/>
              </a:spcBef>
              <a:spcAft>
                <a:spcPts val="0"/>
              </a:spcAft>
              <a:defRPr lang="en-GB" sz="2000" b="0" i="0" dirty="0">
                <a:solidFill>
                  <a:schemeClr val="accent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2" name="Date Placeholder 3">
            <a:extLst>
              <a:ext uri="{FF2B5EF4-FFF2-40B4-BE49-F238E27FC236}">
                <a16:creationId xmlns:a16="http://schemas.microsoft.com/office/drawing/2014/main" id="{A9B553D8-6E2B-127F-58DE-5165236A2DF1}"/>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ctr">
              <a:lnSpc>
                <a:spcPct val="100000"/>
              </a:lnSpc>
              <a:defRPr sz="1000">
                <a:solidFill>
                  <a:srgbClr val="6B6B6B"/>
                </a:solidFill>
              </a:defRPr>
            </a:lvl1pPr>
          </a:lstStyle>
          <a:p>
            <a:pPr algn="r"/>
            <a:r>
              <a:rPr lang="en-DE"/>
              <a:t>Date</a:t>
            </a:r>
            <a:endParaRPr lang="en-US"/>
          </a:p>
        </p:txBody>
      </p:sp>
      <p:sp>
        <p:nvSpPr>
          <p:cNvPr id="3" name="Footer Placeholder 4">
            <a:extLst>
              <a:ext uri="{FF2B5EF4-FFF2-40B4-BE49-F238E27FC236}">
                <a16:creationId xmlns:a16="http://schemas.microsoft.com/office/drawing/2014/main" id="{0453B208-9097-2E2C-EC03-BD8A67670037}"/>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rgbClr val="6B6B6B"/>
                </a:solidFill>
              </a:defRPr>
            </a:lvl1pPr>
          </a:lstStyle>
          <a:p>
            <a:r>
              <a:rPr lang="en-US"/>
              <a:t>© 2023 NTT DATA, Inc.</a:t>
            </a:r>
          </a:p>
        </p:txBody>
      </p:sp>
      <p:sp>
        <p:nvSpPr>
          <p:cNvPr id="5" name="Infobox">
            <a:extLst>
              <a:ext uri="{FF2B5EF4-FFF2-40B4-BE49-F238E27FC236}">
                <a16:creationId xmlns:a16="http://schemas.microsoft.com/office/drawing/2014/main" id="{A9C6AF59-6EED-3416-511A-B314E0EE63F3}"/>
              </a:ext>
            </a:extLst>
          </p:cNvPr>
          <p:cNvSpPr>
            <a:spLocks noGrp="1"/>
          </p:cNvSpPr>
          <p:nvPr>
            <p:ph sz="quarter" idx="19" hasCustomPrompt="1"/>
          </p:nvPr>
        </p:nvSpPr>
        <p:spPr>
          <a:xfrm>
            <a:off x="9936479" y="333376"/>
            <a:ext cx="1884045"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rgbClr val="6B6B6B"/>
                </a:solidFill>
              </a:defRPr>
            </a:lvl1pPr>
          </a:lstStyle>
          <a:p>
            <a:pPr lvl="0"/>
            <a:r>
              <a:rPr lang="en-US" noProof="0"/>
              <a:t>Information Type:</a:t>
            </a:r>
            <a:br>
              <a:rPr lang="en-US" noProof="0"/>
            </a:br>
            <a:r>
              <a:rPr lang="en-US" noProof="0"/>
              <a:t>Company:  </a:t>
            </a:r>
            <a:br>
              <a:rPr lang="en-US" noProof="0"/>
            </a:br>
            <a:r>
              <a:rPr lang="en-US" noProof="0"/>
              <a:t>Information Owner:</a:t>
            </a:r>
          </a:p>
        </p:txBody>
      </p:sp>
      <p:pic>
        <p:nvPicPr>
          <p:cNvPr id="6" name="Picture 5" descr="A black and white logo&#10;&#10;Description automatically generated">
            <a:extLst>
              <a:ext uri="{FF2B5EF4-FFF2-40B4-BE49-F238E27FC236}">
                <a16:creationId xmlns:a16="http://schemas.microsoft.com/office/drawing/2014/main" id="{C3098158-7DC1-8EFF-2D81-6B79BA0C538A}"/>
              </a:ext>
            </a:extLst>
          </p:cNvPr>
          <p:cNvPicPr>
            <a:picLocks noChangeAspect="1"/>
          </p:cNvPicPr>
          <p:nvPr userDrawn="1"/>
        </p:nvPicPr>
        <p:blipFill>
          <a:blip r:embed="rId4"/>
          <a:stretch>
            <a:fillRect/>
          </a:stretch>
        </p:blipFill>
        <p:spPr>
          <a:xfrm>
            <a:off x="160376" y="205741"/>
            <a:ext cx="2379134" cy="652920"/>
          </a:xfrm>
          <a:prstGeom prst="rect">
            <a:avLst/>
          </a:prstGeom>
        </p:spPr>
      </p:pic>
    </p:spTree>
    <p:extLst>
      <p:ext uri="{BB962C8B-B14F-4D97-AF65-F5344CB8AC3E}">
        <p14:creationId xmlns:p14="http://schemas.microsoft.com/office/powerpoint/2010/main" val="35902786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A_Cover_Light_Partial Innovation Curve">
    <p:spTree>
      <p:nvGrpSpPr>
        <p:cNvPr id="1" name=""/>
        <p:cNvGrpSpPr/>
        <p:nvPr/>
      </p:nvGrpSpPr>
      <p:grpSpPr>
        <a:xfrm>
          <a:off x="0" y="0"/>
          <a:ext cx="0" cy="0"/>
          <a:chOff x="0" y="0"/>
          <a:chExt cx="0" cy="0"/>
        </a:xfrm>
      </p:grpSpPr>
      <p:pic>
        <p:nvPicPr>
          <p:cNvPr id="16" name="Innovation Curve">
            <a:extLst>
              <a:ext uri="{FF2B5EF4-FFF2-40B4-BE49-F238E27FC236}">
                <a16:creationId xmlns:a16="http://schemas.microsoft.com/office/drawing/2014/main" id="{00ADE50C-F63B-648C-9FD0-E0FA384DFD0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7616952" y="0"/>
            <a:ext cx="4602549" cy="6876288"/>
          </a:xfrm>
          <a:prstGeom prst="rect">
            <a:avLst/>
          </a:prstGeom>
        </p:spPr>
      </p:pic>
      <p:sp>
        <p:nvSpPr>
          <p:cNvPr id="13" name="Title 1">
            <a:extLst>
              <a:ext uri="{FF2B5EF4-FFF2-40B4-BE49-F238E27FC236}">
                <a16:creationId xmlns:a16="http://schemas.microsoft.com/office/drawing/2014/main" id="{82ADFA92-0E48-355A-2DA8-D40523A9A84F}"/>
              </a:ext>
            </a:extLst>
          </p:cNvPr>
          <p:cNvSpPr>
            <a:spLocks noGrp="1"/>
          </p:cNvSpPr>
          <p:nvPr>
            <p:ph type="ctrTitle" hasCustomPrompt="1"/>
          </p:nvPr>
        </p:nvSpPr>
        <p:spPr bwMode="gray">
          <a:xfrm>
            <a:off x="380048" y="2438400"/>
            <a:ext cx="6969876" cy="1371600"/>
          </a:xfrm>
        </p:spPr>
        <p:txBody>
          <a:bodyPr vert="horz" lIns="0" tIns="45720" rIns="0" bIns="45720" rtlCol="0" anchor="b">
            <a:noAutofit/>
          </a:bodyPr>
          <a:lstStyle>
            <a:lvl1pPr>
              <a:defRPr lang="en-GB" sz="4400" b="0" i="0" dirty="0">
                <a:solidFill>
                  <a:schemeClr val="accent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5" name="Subtitle 2">
            <a:extLst>
              <a:ext uri="{FF2B5EF4-FFF2-40B4-BE49-F238E27FC236}">
                <a16:creationId xmlns:a16="http://schemas.microsoft.com/office/drawing/2014/main" id="{48B12889-37ED-D704-59B8-7CECF20BCF23}"/>
              </a:ext>
            </a:extLst>
          </p:cNvPr>
          <p:cNvSpPr>
            <a:spLocks noGrp="1"/>
          </p:cNvSpPr>
          <p:nvPr>
            <p:ph type="subTitle" idx="1" hasCustomPrompt="1"/>
          </p:nvPr>
        </p:nvSpPr>
        <p:spPr bwMode="gray">
          <a:xfrm>
            <a:off x="380048" y="3810000"/>
            <a:ext cx="6969876" cy="353943"/>
          </a:xfrm>
        </p:spPr>
        <p:txBody>
          <a:bodyPr wrap="square" lIns="0" tIns="45720" rIns="0">
            <a:spAutoFit/>
          </a:bodyPr>
          <a:lstStyle>
            <a:lvl1pPr>
              <a:spcBef>
                <a:spcPts val="0"/>
              </a:spcBef>
              <a:spcAft>
                <a:spcPts val="0"/>
              </a:spcAft>
              <a:defRPr lang="en-GB" sz="2000" b="0" i="0" dirty="0">
                <a:solidFill>
                  <a:schemeClr val="accent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4" name="Footer Placeholder 4">
            <a:extLst>
              <a:ext uri="{FF2B5EF4-FFF2-40B4-BE49-F238E27FC236}">
                <a16:creationId xmlns:a16="http://schemas.microsoft.com/office/drawing/2014/main" id="{655333B3-E5F2-A1A8-F59F-D7085B34A14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rgbClr val="6B6B6B"/>
                </a:solidFill>
              </a:defRPr>
            </a:lvl1pPr>
          </a:lstStyle>
          <a:p>
            <a:r>
              <a:rPr lang="en-US"/>
              <a:t>© 2023 NTT DATA, Inc.</a:t>
            </a:r>
          </a:p>
        </p:txBody>
      </p:sp>
      <p:sp>
        <p:nvSpPr>
          <p:cNvPr id="2" name="Infobox">
            <a:extLst>
              <a:ext uri="{FF2B5EF4-FFF2-40B4-BE49-F238E27FC236}">
                <a16:creationId xmlns:a16="http://schemas.microsoft.com/office/drawing/2014/main" id="{99F6DF13-500C-7129-4398-DDCA39915502}"/>
              </a:ext>
            </a:extLst>
          </p:cNvPr>
          <p:cNvSpPr>
            <a:spLocks noGrp="1"/>
          </p:cNvSpPr>
          <p:nvPr>
            <p:ph sz="quarter" idx="19" hasCustomPrompt="1"/>
          </p:nvPr>
        </p:nvSpPr>
        <p:spPr>
          <a:xfrm>
            <a:off x="371475" y="899720"/>
            <a:ext cx="1958400" cy="395869"/>
          </a:xfrm>
          <a:prstGeom prst="rect">
            <a:avLst/>
          </a:prstGeom>
          <a:ln>
            <a:noFill/>
          </a:ln>
        </p:spPr>
        <p:txBody>
          <a:bodyPr wrap="square" lIns="36000" tIns="36000" rIns="36000" bIns="36000">
            <a:noAutofit/>
          </a:bodyPr>
          <a:lstStyle>
            <a:lvl1pPr>
              <a:lnSpc>
                <a:spcPct val="100000"/>
              </a:lnSpc>
              <a:spcBef>
                <a:spcPts val="0"/>
              </a:spcBef>
              <a:spcAft>
                <a:spcPts val="0"/>
              </a:spcAft>
              <a:defRPr sz="700">
                <a:solidFill>
                  <a:srgbClr val="6B6B6B"/>
                </a:solidFill>
              </a:defRPr>
            </a:lvl1pPr>
          </a:lstStyle>
          <a:p>
            <a:pPr lvl="0"/>
            <a:r>
              <a:rPr lang="en-US" noProof="0"/>
              <a:t>Information Type:</a:t>
            </a:r>
            <a:br>
              <a:rPr lang="en-US" noProof="0"/>
            </a:br>
            <a:r>
              <a:rPr lang="en-US" noProof="0"/>
              <a:t>Company:  </a:t>
            </a:r>
            <a:br>
              <a:rPr lang="en-US" noProof="0"/>
            </a:br>
            <a:r>
              <a:rPr lang="en-US" noProof="0"/>
              <a:t>Information Owner:</a:t>
            </a:r>
          </a:p>
        </p:txBody>
      </p:sp>
      <p:sp>
        <p:nvSpPr>
          <p:cNvPr id="3" name="Date Placeholder 3">
            <a:extLst>
              <a:ext uri="{FF2B5EF4-FFF2-40B4-BE49-F238E27FC236}">
                <a16:creationId xmlns:a16="http://schemas.microsoft.com/office/drawing/2014/main" id="{F00FCC36-8879-E02B-48F4-D31C54AAA166}"/>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rgbClr val="6B6B6B"/>
                </a:solidFill>
              </a:defRPr>
            </a:lvl1pPr>
          </a:lstStyle>
          <a:p>
            <a:r>
              <a:rPr lang="en-DE"/>
              <a:t>Date</a:t>
            </a:r>
            <a:endParaRPr lang="en-US"/>
          </a:p>
        </p:txBody>
      </p:sp>
      <p:pic>
        <p:nvPicPr>
          <p:cNvPr id="5" name="Logo">
            <a:extLst>
              <a:ext uri="{FF2B5EF4-FFF2-40B4-BE49-F238E27FC236}">
                <a16:creationId xmlns:a16="http://schemas.microsoft.com/office/drawing/2014/main" id="{6696BBEF-690F-3F5E-4ABD-464267D3697F}"/>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371475" y="320040"/>
            <a:ext cx="1959942" cy="399600"/>
          </a:xfrm>
          <a:prstGeom prst="rect">
            <a:avLst/>
          </a:prstGeom>
        </p:spPr>
      </p:pic>
    </p:spTree>
    <p:extLst>
      <p:ext uri="{BB962C8B-B14F-4D97-AF65-F5344CB8AC3E}">
        <p14:creationId xmlns:p14="http://schemas.microsoft.com/office/powerpoint/2010/main" val="7020071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A_Cover_Light_No Innovation Curv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9CCA6BB-2FF1-1F79-CE75-4214597FB511}"/>
              </a:ext>
            </a:extLst>
          </p:cNvPr>
          <p:cNvSpPr>
            <a:spLocks noGrp="1"/>
          </p:cNvSpPr>
          <p:nvPr>
            <p:ph type="ctrTitle" hasCustomPrompt="1"/>
          </p:nvPr>
        </p:nvSpPr>
        <p:spPr bwMode="gray">
          <a:xfrm>
            <a:off x="380048" y="2438400"/>
            <a:ext cx="11440477" cy="1371600"/>
          </a:xfrm>
        </p:spPr>
        <p:txBody>
          <a:bodyPr vert="horz" lIns="0" tIns="45720" rIns="0" bIns="45720" rtlCol="0" anchor="b">
            <a:noAutofit/>
          </a:bodyPr>
          <a:lstStyle>
            <a:lvl1pPr>
              <a:defRPr lang="en-GB" sz="4400" b="0" i="0" dirty="0">
                <a:solidFill>
                  <a:schemeClr val="accent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4" name="Subtitle 2">
            <a:extLst>
              <a:ext uri="{FF2B5EF4-FFF2-40B4-BE49-F238E27FC236}">
                <a16:creationId xmlns:a16="http://schemas.microsoft.com/office/drawing/2014/main" id="{FFBC9B23-4469-4B26-BEC9-4E111C2B8F4B}"/>
              </a:ext>
            </a:extLst>
          </p:cNvPr>
          <p:cNvSpPr>
            <a:spLocks noGrp="1"/>
          </p:cNvSpPr>
          <p:nvPr>
            <p:ph type="subTitle" idx="1" hasCustomPrompt="1"/>
          </p:nvPr>
        </p:nvSpPr>
        <p:spPr bwMode="gray">
          <a:xfrm>
            <a:off x="380048" y="3810000"/>
            <a:ext cx="11440477" cy="353943"/>
          </a:xfrm>
        </p:spPr>
        <p:txBody>
          <a:bodyPr wrap="square" lIns="0" tIns="45720" rIns="0">
            <a:spAutoFit/>
          </a:bodyPr>
          <a:lstStyle>
            <a:lvl1pPr>
              <a:spcBef>
                <a:spcPts val="0"/>
              </a:spcBef>
              <a:spcAft>
                <a:spcPts val="0"/>
              </a:spcAft>
              <a:defRPr lang="en-GB" sz="2000" b="0" i="0" dirty="0">
                <a:solidFill>
                  <a:schemeClr val="accent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3" name="Date Placeholder 3">
            <a:extLst>
              <a:ext uri="{FF2B5EF4-FFF2-40B4-BE49-F238E27FC236}">
                <a16:creationId xmlns:a16="http://schemas.microsoft.com/office/drawing/2014/main" id="{606E1903-FF29-7A88-0707-803367E5E51E}"/>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rgbClr val="6B6B6B"/>
                </a:solidFill>
              </a:defRPr>
            </a:lvl1pPr>
          </a:lstStyle>
          <a:p>
            <a:r>
              <a:rPr lang="en-DE"/>
              <a:t>Date</a:t>
            </a:r>
            <a:endParaRPr lang="en-US"/>
          </a:p>
        </p:txBody>
      </p:sp>
      <p:sp>
        <p:nvSpPr>
          <p:cNvPr id="4" name="Footer Placeholder 4">
            <a:extLst>
              <a:ext uri="{FF2B5EF4-FFF2-40B4-BE49-F238E27FC236}">
                <a16:creationId xmlns:a16="http://schemas.microsoft.com/office/drawing/2014/main" id="{EE186BE1-1DE6-82D8-B7EF-529F2205B840}"/>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rgbClr val="6B6B6B"/>
                </a:solidFill>
              </a:defRPr>
            </a:lvl1pPr>
          </a:lstStyle>
          <a:p>
            <a:r>
              <a:rPr lang="en-US"/>
              <a:t>© 2023 NTT DATA, Inc.</a:t>
            </a:r>
          </a:p>
        </p:txBody>
      </p:sp>
      <p:sp>
        <p:nvSpPr>
          <p:cNvPr id="2" name="Infobox">
            <a:extLst>
              <a:ext uri="{FF2B5EF4-FFF2-40B4-BE49-F238E27FC236}">
                <a16:creationId xmlns:a16="http://schemas.microsoft.com/office/drawing/2014/main" id="{7460FF67-E88C-345F-912C-69776540AF2A}"/>
              </a:ext>
            </a:extLst>
          </p:cNvPr>
          <p:cNvSpPr>
            <a:spLocks noGrp="1"/>
          </p:cNvSpPr>
          <p:nvPr>
            <p:ph sz="quarter" idx="19" hasCustomPrompt="1"/>
          </p:nvPr>
        </p:nvSpPr>
        <p:spPr>
          <a:xfrm>
            <a:off x="9936479" y="333376"/>
            <a:ext cx="1884045"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rgbClr val="6B6B6B"/>
                </a:solidFill>
              </a:defRPr>
            </a:lvl1pPr>
          </a:lstStyle>
          <a:p>
            <a:pPr lvl="0"/>
            <a:r>
              <a:rPr lang="en-US" noProof="0"/>
              <a:t>Information Type:</a:t>
            </a:r>
            <a:br>
              <a:rPr lang="en-US" noProof="0"/>
            </a:br>
            <a:r>
              <a:rPr lang="en-US" noProof="0"/>
              <a:t>Company:  </a:t>
            </a:r>
            <a:br>
              <a:rPr lang="en-US" noProof="0"/>
            </a:br>
            <a:r>
              <a:rPr lang="en-US" noProof="0"/>
              <a:t>Information Owner:</a:t>
            </a:r>
          </a:p>
        </p:txBody>
      </p:sp>
      <p:pic>
        <p:nvPicPr>
          <p:cNvPr id="5" name="Logo">
            <a:extLst>
              <a:ext uri="{FF2B5EF4-FFF2-40B4-BE49-F238E27FC236}">
                <a16:creationId xmlns:a16="http://schemas.microsoft.com/office/drawing/2014/main" id="{2F900288-9276-0271-5B36-DA597F55D4E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371475" y="320040"/>
            <a:ext cx="1959942" cy="399600"/>
          </a:xfrm>
          <a:prstGeom prst="rect">
            <a:avLst/>
          </a:prstGeom>
        </p:spPr>
      </p:pic>
    </p:spTree>
    <p:extLst>
      <p:ext uri="{BB962C8B-B14F-4D97-AF65-F5344CB8AC3E}">
        <p14:creationId xmlns:p14="http://schemas.microsoft.com/office/powerpoint/2010/main" val="16073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_Cover_Light_Image Bottom">
    <p:bg>
      <p:bgPr>
        <a:solidFill>
          <a:schemeClr val="bg1"/>
        </a:solidFill>
        <a:effectLst/>
      </p:bgPr>
    </p:bg>
    <p:spTree>
      <p:nvGrpSpPr>
        <p:cNvPr id="1" name=""/>
        <p:cNvGrpSpPr/>
        <p:nvPr/>
      </p:nvGrpSpPr>
      <p:grpSpPr>
        <a:xfrm>
          <a:off x="0" y="0"/>
          <a:ext cx="0" cy="0"/>
          <a:chOff x="0" y="0"/>
          <a:chExt cx="0" cy="0"/>
        </a:xfrm>
      </p:grpSpPr>
      <p:sp>
        <p:nvSpPr>
          <p:cNvPr id="11" name="Text Placeholder 20">
            <a:extLst>
              <a:ext uri="{FF2B5EF4-FFF2-40B4-BE49-F238E27FC236}">
                <a16:creationId xmlns:a16="http://schemas.microsoft.com/office/drawing/2014/main" id="{4C066D7D-0D2A-E525-7A09-B865124FD30F}"/>
              </a:ext>
            </a:extLst>
          </p:cNvPr>
          <p:cNvSpPr>
            <a:spLocks noGrp="1"/>
          </p:cNvSpPr>
          <p:nvPr>
            <p:ph type="body" sz="quarter" idx="17"/>
          </p:nvPr>
        </p:nvSpPr>
        <p:spPr>
          <a:xfrm>
            <a:off x="0" y="3352800"/>
            <a:ext cx="12192000" cy="3505200"/>
          </a:xfrm>
          <a:prstGeom prst="rect">
            <a:avLst/>
          </a:prstGeom>
          <a:solidFill>
            <a:srgbClr val="050D24">
              <a:alpha val="57647"/>
            </a:srgbClr>
          </a:solidFill>
        </p:spPr>
        <p:txBody>
          <a:bodyPr/>
          <a:lstStyle>
            <a:lvl1pPr>
              <a:defRPr>
                <a:noFill/>
              </a:defRPr>
            </a:lvl1pPr>
            <a:lvl2pPr>
              <a:defRPr>
                <a:noFill/>
              </a:defRPr>
            </a:lvl2pPr>
            <a:lvl3pPr marL="914400" indent="0">
              <a:buNone/>
              <a:defRPr>
                <a:noFill/>
              </a:defRPr>
            </a:lvl3pPr>
            <a:lvl4pPr marL="1371600" indent="0">
              <a:buNone/>
              <a:defRPr>
                <a:noFill/>
              </a:defRPr>
            </a:lvl4pPr>
            <a:lvl5pPr marL="1828800" indent="0">
              <a:buNone/>
              <a:defRPr>
                <a:noFill/>
              </a:defRPr>
            </a:lvl5pPr>
          </a:lstStyle>
          <a:p>
            <a:pPr lvl="0"/>
            <a:r>
              <a:rPr lang="de-DE"/>
              <a:t>Mastertextformat bearbeiten</a:t>
            </a:r>
          </a:p>
        </p:txBody>
      </p:sp>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a:xfrm>
            <a:off x="0" y="3352800"/>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a:t>
            </a:r>
            <a:br>
              <a:rPr lang="en-US"/>
            </a:br>
            <a:r>
              <a:rPr lang="en-US"/>
              <a:t>Then Reorder: Send to back</a:t>
            </a:r>
          </a:p>
        </p:txBody>
      </p:sp>
      <p:sp>
        <p:nvSpPr>
          <p:cNvPr id="9" name="SubTitle">
            <a:extLst>
              <a:ext uri="{FF2B5EF4-FFF2-40B4-BE49-F238E27FC236}">
                <a16:creationId xmlns:a16="http://schemas.microsoft.com/office/drawing/2014/main" id="{F84AF061-2BD7-B395-13B3-8F8BF417226F}"/>
              </a:ext>
            </a:extLst>
          </p:cNvPr>
          <p:cNvSpPr>
            <a:spLocks noGrp="1"/>
          </p:cNvSpPr>
          <p:nvPr>
            <p:ph type="body" sz="quarter" idx="16" hasCustomPrompt="1"/>
          </p:nvPr>
        </p:nvSpPr>
        <p:spPr>
          <a:xfrm>
            <a:off x="371475" y="2050182"/>
            <a:ext cx="11449049" cy="609600"/>
          </a:xfrm>
          <a:prstGeom prst="rect">
            <a:avLst/>
          </a:prstGeom>
        </p:spPr>
        <p:txBody>
          <a:bodyPr lIns="0" rIns="0"/>
          <a:lstStyle>
            <a:lvl1pPr marL="0" indent="0">
              <a:lnSpc>
                <a:spcPct val="100000"/>
              </a:lnSpc>
              <a:spcAft>
                <a:spcPts val="0"/>
              </a:spcAft>
              <a:buFont typeface="Arial" panose="020B0604020202020204" pitchFamily="34" charset="0"/>
              <a:buNone/>
              <a:defRPr sz="2000">
                <a:solidFill>
                  <a:schemeClr val="accent1"/>
                </a:solidFill>
              </a:defRPr>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lang="en-US"/>
              <a:t>Click to enter the subtitle text</a:t>
            </a:r>
          </a:p>
        </p:txBody>
      </p:sp>
      <p:sp>
        <p:nvSpPr>
          <p:cNvPr id="7" name="MainTitle">
            <a:extLst>
              <a:ext uri="{FF2B5EF4-FFF2-40B4-BE49-F238E27FC236}">
                <a16:creationId xmlns:a16="http://schemas.microsoft.com/office/drawing/2014/main" id="{6B8D68FD-3EFC-86B8-83A6-942558B1B307}"/>
              </a:ext>
            </a:extLst>
          </p:cNvPr>
          <p:cNvSpPr>
            <a:spLocks noGrp="1"/>
          </p:cNvSpPr>
          <p:nvPr>
            <p:ph type="title" hasCustomPrompt="1"/>
          </p:nvPr>
        </p:nvSpPr>
        <p:spPr>
          <a:xfrm>
            <a:off x="371475" y="1412875"/>
            <a:ext cx="11449050" cy="651610"/>
          </a:xfrm>
        </p:spPr>
        <p:txBody>
          <a:bodyPr/>
          <a:lstStyle>
            <a:lvl1pPr>
              <a:defRPr sz="4400" b="0">
                <a:solidFill>
                  <a:schemeClr val="accent1"/>
                </a:solidFill>
              </a:defRPr>
            </a:lvl1pPr>
          </a:lstStyle>
          <a:p>
            <a:r>
              <a:rPr lang="en-US"/>
              <a:t>Click to edit title</a:t>
            </a:r>
          </a:p>
        </p:txBody>
      </p:sp>
      <p:sp>
        <p:nvSpPr>
          <p:cNvPr id="14" name="Innovationcurve">
            <a:extLst>
              <a:ext uri="{FF2B5EF4-FFF2-40B4-BE49-F238E27FC236}">
                <a16:creationId xmlns:a16="http://schemas.microsoft.com/office/drawing/2014/main" id="{0E296AC8-E4D5-3A7F-3C42-CC289AAB1E6B}"/>
              </a:ext>
              <a:ext uri="{C183D7F6-B498-43B3-948B-1728B52AA6E4}">
                <adec:decorative xmlns:adec="http://schemas.microsoft.com/office/drawing/2017/decorative" val="1"/>
              </a:ext>
            </a:extLst>
          </p:cNvPr>
          <p:cNvSpPr>
            <a:spLocks noGrp="1"/>
          </p:cNvSpPr>
          <p:nvPr>
            <p:ph type="body" sz="quarter" idx="22"/>
          </p:nvPr>
        </p:nvSpPr>
        <p:spPr>
          <a:xfrm>
            <a:off x="9067800" y="3733800"/>
            <a:ext cx="2741663" cy="2743200"/>
          </a:xfrm>
          <a:prstGeom prst="rect">
            <a:avLst/>
          </a:prstGeom>
          <a:blipFill>
            <a:blip r:embed="rId2" cstate="screen">
              <a:extLst>
                <a:ext uri="{28A0092B-C50C-407E-A947-70E740481C1C}">
                  <a14:useLocalDpi xmlns:a14="http://schemas.microsoft.com/office/drawing/2010/main"/>
                </a:ext>
              </a:extLst>
            </a:blip>
            <a:stretch>
              <a:fillRect/>
            </a:stretch>
          </a:blip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de-DE"/>
              <a:t>Mastertextformat bearbeiten</a:t>
            </a:r>
          </a:p>
        </p:txBody>
      </p:sp>
      <p:sp>
        <p:nvSpPr>
          <p:cNvPr id="10" name="Date Placeholder 3">
            <a:extLst>
              <a:ext uri="{FF2B5EF4-FFF2-40B4-BE49-F238E27FC236}">
                <a16:creationId xmlns:a16="http://schemas.microsoft.com/office/drawing/2014/main" id="{C245BFAB-6256-BF35-C9F5-6D558800765A}"/>
              </a:ext>
            </a:extLst>
          </p:cNvPr>
          <p:cNvSpPr>
            <a:spLocks noGrp="1"/>
          </p:cNvSpPr>
          <p:nvPr>
            <p:ph type="dt" sz="half" idx="2"/>
          </p:nvPr>
        </p:nvSpPr>
        <p:spPr bwMode="gray">
          <a:xfrm>
            <a:off x="11026140" y="3147301"/>
            <a:ext cx="794384" cy="88901"/>
          </a:xfrm>
          <a:prstGeom prst="rect">
            <a:avLst/>
          </a:prstGeom>
          <a:ln>
            <a:noFill/>
          </a:ln>
        </p:spPr>
        <p:txBody>
          <a:bodyPr vert="horz" lIns="0" tIns="0" rIns="0" bIns="0" rtlCol="0" anchor="ctr">
            <a:noAutofit/>
          </a:bodyPr>
          <a:lstStyle>
            <a:lvl1pPr algn="r">
              <a:lnSpc>
                <a:spcPct val="100000"/>
              </a:lnSpc>
              <a:defRPr sz="1000">
                <a:solidFill>
                  <a:srgbClr val="6B6B6B"/>
                </a:solidFill>
              </a:defRPr>
            </a:lvl1pPr>
          </a:lstStyle>
          <a:p>
            <a:r>
              <a:rPr lang="en-DE"/>
              <a:t>Date</a:t>
            </a:r>
            <a:endParaRPr lang="en-US"/>
          </a:p>
        </p:txBody>
      </p:sp>
      <p:sp>
        <p:nvSpPr>
          <p:cNvPr id="15" name="Footer Placeholder 4">
            <a:extLst>
              <a:ext uri="{FF2B5EF4-FFF2-40B4-BE49-F238E27FC236}">
                <a16:creationId xmlns:a16="http://schemas.microsoft.com/office/drawing/2014/main" id="{F45B6080-7233-0809-75A8-E904530DE071}"/>
              </a:ext>
            </a:extLst>
          </p:cNvPr>
          <p:cNvSpPr>
            <a:spLocks noGrp="1"/>
          </p:cNvSpPr>
          <p:nvPr>
            <p:ph type="ftr" sz="quarter" idx="3"/>
          </p:nvPr>
        </p:nvSpPr>
        <p:spPr bwMode="gray">
          <a:xfrm>
            <a:off x="371475" y="3147301"/>
            <a:ext cx="5123498" cy="88901"/>
          </a:xfrm>
          <a:prstGeom prst="rect">
            <a:avLst/>
          </a:prstGeom>
          <a:ln>
            <a:noFill/>
          </a:ln>
        </p:spPr>
        <p:txBody>
          <a:bodyPr vert="horz" lIns="0" tIns="0" rIns="0" bIns="0" rtlCol="0" anchor="ctr">
            <a:noAutofit/>
          </a:bodyPr>
          <a:lstStyle>
            <a:lvl1pPr algn="l">
              <a:lnSpc>
                <a:spcPct val="100000"/>
              </a:lnSpc>
              <a:defRPr sz="1000">
                <a:solidFill>
                  <a:srgbClr val="6B6B6B"/>
                </a:solidFill>
              </a:defRPr>
            </a:lvl1pPr>
          </a:lstStyle>
          <a:p>
            <a:r>
              <a:rPr lang="en-US"/>
              <a:t>© 2023 NTT DATA, Inc.</a:t>
            </a:r>
          </a:p>
        </p:txBody>
      </p:sp>
      <p:sp>
        <p:nvSpPr>
          <p:cNvPr id="2" name="Infobox">
            <a:extLst>
              <a:ext uri="{FF2B5EF4-FFF2-40B4-BE49-F238E27FC236}">
                <a16:creationId xmlns:a16="http://schemas.microsoft.com/office/drawing/2014/main" id="{979EC8F5-DC72-37F6-85BB-C3ADC50D2DFB}"/>
              </a:ext>
            </a:extLst>
          </p:cNvPr>
          <p:cNvSpPr>
            <a:spLocks noGrp="1"/>
          </p:cNvSpPr>
          <p:nvPr>
            <p:ph sz="quarter" idx="19" hasCustomPrompt="1"/>
          </p:nvPr>
        </p:nvSpPr>
        <p:spPr>
          <a:xfrm>
            <a:off x="9936479" y="333376"/>
            <a:ext cx="1884045"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rgbClr val="6B6B6B"/>
                </a:solidFill>
              </a:defRPr>
            </a:lvl1pPr>
          </a:lstStyle>
          <a:p>
            <a:pPr lvl="0"/>
            <a:r>
              <a:rPr lang="en-US" noProof="0"/>
              <a:t>Information Type:</a:t>
            </a:r>
            <a:br>
              <a:rPr lang="en-US" noProof="0"/>
            </a:br>
            <a:r>
              <a:rPr lang="en-US" noProof="0"/>
              <a:t>Company:  </a:t>
            </a:r>
            <a:br>
              <a:rPr lang="en-US" noProof="0"/>
            </a:br>
            <a:r>
              <a:rPr lang="en-US" noProof="0"/>
              <a:t>Information Owner:</a:t>
            </a:r>
          </a:p>
        </p:txBody>
      </p:sp>
      <p:pic>
        <p:nvPicPr>
          <p:cNvPr id="4" name="Logo">
            <a:extLst>
              <a:ext uri="{FF2B5EF4-FFF2-40B4-BE49-F238E27FC236}">
                <a16:creationId xmlns:a16="http://schemas.microsoft.com/office/drawing/2014/main" id="{93955C0C-38C4-366F-0C4D-7A71C122ED79}"/>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371475" y="320040"/>
            <a:ext cx="1959942" cy="399600"/>
          </a:xfrm>
          <a:prstGeom prst="rect">
            <a:avLst/>
          </a:prstGeom>
        </p:spPr>
      </p:pic>
    </p:spTree>
    <p:extLst>
      <p:ext uri="{BB962C8B-B14F-4D97-AF65-F5344CB8AC3E}">
        <p14:creationId xmlns:p14="http://schemas.microsoft.com/office/powerpoint/2010/main" val="2396858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_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r>
              <a:rPr lang="en-US"/>
              <a:t>© 2023 NTT DATA, Inc.</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39240983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B_Title and 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p:txBody>
          <a:bodyPr/>
          <a:lstStyle>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DB4CF512-82E1-2689-F640-DDFFDD4CD971}"/>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r>
              <a:rPr lang="en-US"/>
              <a:t>© 2023 NTT DATA, Inc.</a:t>
            </a:r>
          </a:p>
        </p:txBody>
      </p:sp>
      <p:sp>
        <p:nvSpPr>
          <p:cNvPr id="10" name="Slide Number Placeholder 5">
            <a:extLst>
              <a:ext uri="{FF2B5EF4-FFF2-40B4-BE49-F238E27FC236}">
                <a16:creationId xmlns:a16="http://schemas.microsoft.com/office/drawing/2014/main" id="{C19ED1C7-0FF1-008B-4E0C-83259A7B61F3}"/>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13321492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B_Title and Two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5507850" cy="482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29A13345-D8EA-438A-8BA9-E88672B7CBE9}"/>
              </a:ext>
            </a:extLst>
          </p:cNvPr>
          <p:cNvSpPr>
            <a:spLocks noGrp="1"/>
          </p:cNvSpPr>
          <p:nvPr>
            <p:ph idx="13" hasCustomPrompt="1"/>
          </p:nvPr>
        </p:nvSpPr>
        <p:spPr bwMode="gray">
          <a:xfrm>
            <a:off x="6311325" y="1412875"/>
            <a:ext cx="5507850" cy="482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r>
              <a:rPr lang="en-US"/>
              <a:t>© 2023 NTT DATA, Inc.</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29297269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_Title and Three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r>
              <a:rPr lang="en-US"/>
              <a:t>© 2023 NTT DATA, Inc.</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fld id="{13CE6DAF-806F-404B-BC68-339BFCB57E5C}" type="slidenum">
              <a:rPr lang="en-US" smtClean="0"/>
              <a:pPr/>
              <a:t>‹#›</a:t>
            </a:fld>
            <a:endParaRPr lang="en-US"/>
          </a:p>
        </p:txBody>
      </p:sp>
      <p:sp>
        <p:nvSpPr>
          <p:cNvPr id="16" name="Content Placeholder 2">
            <a:extLst>
              <a:ext uri="{FF2B5EF4-FFF2-40B4-BE49-F238E27FC236}">
                <a16:creationId xmlns:a16="http://schemas.microsoft.com/office/drawing/2014/main" id="{326BC249-E151-BB39-D3D5-813D011EC4DE}"/>
              </a:ext>
            </a:extLst>
          </p:cNvPr>
          <p:cNvSpPr>
            <a:spLocks noGrp="1"/>
          </p:cNvSpPr>
          <p:nvPr>
            <p:ph idx="24" hasCustomPrompt="1"/>
          </p:nvPr>
        </p:nvSpPr>
        <p:spPr bwMode="gray">
          <a:xfrm>
            <a:off x="4267200"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CAB7751F-4652-AD3B-A81E-E9DD7E8ECF31}"/>
              </a:ext>
            </a:extLst>
          </p:cNvPr>
          <p:cNvSpPr>
            <a:spLocks noGrp="1"/>
          </p:cNvSpPr>
          <p:nvPr>
            <p:ph idx="25" hasCustomPrompt="1"/>
          </p:nvPr>
        </p:nvSpPr>
        <p:spPr bwMode="gray">
          <a:xfrm>
            <a:off x="8162925"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14620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_Title Subtitle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332399"/>
          </a:xfrm>
        </p:spPr>
        <p:txBody>
          <a:bodyPr vert="horz">
            <a:spAutoFit/>
          </a:bodyPr>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4" y="1412875"/>
            <a:ext cx="11449049" cy="482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r>
              <a:rPr lang="en-US"/>
              <a:t>© 2023 NTT DATA, Inc.</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fld id="{13CE6DAF-806F-404B-BC68-339BFCB57E5C}" type="slidenum">
              <a:rPr lang="en-US" smtClean="0"/>
              <a:pPr/>
              <a:t>‹#›</a:t>
            </a:fld>
            <a:endParaRPr lang="en-US"/>
          </a:p>
        </p:txBody>
      </p:sp>
      <p:sp>
        <p:nvSpPr>
          <p:cNvPr id="4" name="Text Placeholder 6">
            <a:extLst>
              <a:ext uri="{FF2B5EF4-FFF2-40B4-BE49-F238E27FC236}">
                <a16:creationId xmlns:a16="http://schemas.microsoft.com/office/drawing/2014/main" id="{9E5DDFBC-BBD8-FCF3-FDD5-BDAF7615B10F}"/>
              </a:ext>
            </a:extLst>
          </p:cNvPr>
          <p:cNvSpPr>
            <a:spLocks noGrp="1"/>
          </p:cNvSpPr>
          <p:nvPr>
            <p:ph type="body" sz="quarter" idx="14" hasCustomPrompt="1"/>
          </p:nvPr>
        </p:nvSpPr>
        <p:spPr bwMode="gray">
          <a:xfrm>
            <a:off x="371475" y="728663"/>
            <a:ext cx="11449050" cy="288000"/>
          </a:xfrm>
        </p:spPr>
        <p:txBody>
          <a:bodyPr/>
          <a:lstStyle>
            <a:lvl1pPr>
              <a:lnSpc>
                <a:spcPct val="100000"/>
              </a:lnSpc>
              <a:spcBef>
                <a:spcPts val="0"/>
              </a:spcBef>
              <a:defRPr sz="1800">
                <a:solidFill>
                  <a:schemeClr val="accent2"/>
                </a:solidFill>
              </a:defRPr>
            </a:lvl1pPr>
            <a:lvl2pPr>
              <a:defRPr sz="2000"/>
            </a:lvl2pPr>
            <a:lvl3pPr>
              <a:defRPr sz="2000"/>
            </a:lvl3pPr>
            <a:lvl4pPr>
              <a:defRPr sz="2000"/>
            </a:lvl4pPr>
            <a:lvl5pPr>
              <a:defRPr sz="2000"/>
            </a:lvl5pPr>
          </a:lstStyle>
          <a:p>
            <a:pPr lvl="0"/>
            <a:r>
              <a:rPr lang="en-US"/>
              <a:t>Click to edit Master text styles</a:t>
            </a:r>
          </a:p>
        </p:txBody>
      </p:sp>
    </p:spTree>
    <p:extLst>
      <p:ext uri="{BB962C8B-B14F-4D97-AF65-F5344CB8AC3E}">
        <p14:creationId xmlns:p14="http://schemas.microsoft.com/office/powerpoint/2010/main" val="11004318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_Blank_Ligh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4304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_Blank_Light with footer">
    <p:bg>
      <p:bgPr>
        <a:solidFill>
          <a:schemeClr val="bg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B093E97-7B76-EAE6-8B05-F60EEDCE94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r>
              <a:rPr lang="en-US"/>
              <a:t>© 2023 NTT DATA, Inc.</a:t>
            </a:r>
          </a:p>
        </p:txBody>
      </p:sp>
      <p:sp>
        <p:nvSpPr>
          <p:cNvPr id="4" name="Slide Number Placeholder 5">
            <a:extLst>
              <a:ext uri="{FF2B5EF4-FFF2-40B4-BE49-F238E27FC236}">
                <a16:creationId xmlns:a16="http://schemas.microsoft.com/office/drawing/2014/main" id="{DC15EF50-5A96-90F8-F18A-9D8143A4FF0D}"/>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18153940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B_Picture Full Ligh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0077599-73C2-4B77-944D-C34B64F408E3}"/>
              </a:ext>
            </a:extLst>
          </p:cNvPr>
          <p:cNvSpPr>
            <a:spLocks noGrp="1"/>
          </p:cNvSpPr>
          <p:nvPr>
            <p:ph type="pic" sz="quarter" idx="13" hasCustomPrompt="1"/>
          </p:nvPr>
        </p:nvSpPr>
        <p:spPr bwMode="gray">
          <a:xfrm>
            <a:off x="0" y="0"/>
            <a:ext cx="12192000" cy="6858000"/>
          </a:xfrm>
          <a:solidFill>
            <a:schemeClr val="bg1"/>
          </a:solidFill>
        </p:spPr>
        <p:txBody>
          <a:bodyPr anchor="ctr" anchorCtr="0"/>
          <a:lstStyle>
            <a:lvl1pPr algn="ctr">
              <a:defRPr sz="2000">
                <a:solidFill>
                  <a:schemeClr val="accent5"/>
                </a:solidFill>
              </a:defRPr>
            </a:lvl1pPr>
          </a:lstStyle>
          <a:p>
            <a:r>
              <a:rPr lang="en-US"/>
              <a:t>Click to add picture</a:t>
            </a:r>
          </a:p>
        </p:txBody>
      </p:sp>
      <p:sp>
        <p:nvSpPr>
          <p:cNvPr id="2" name="Title 1">
            <a:extLst>
              <a:ext uri="{FF2B5EF4-FFF2-40B4-BE49-F238E27FC236}">
                <a16:creationId xmlns:a16="http://schemas.microsoft.com/office/drawing/2014/main" id="{08473574-5E40-4F4B-82BD-ECFABA52E2E4}"/>
              </a:ext>
            </a:extLst>
          </p:cNvPr>
          <p:cNvSpPr>
            <a:spLocks noGrp="1"/>
          </p:cNvSpPr>
          <p:nvPr>
            <p:ph type="title" hasCustomPrompt="1"/>
          </p:nvPr>
        </p:nvSpPr>
        <p:spPr bwMode="gray"/>
        <p:txBody>
          <a:bodyPr vert="horz"/>
          <a:lstStyle/>
          <a:p>
            <a:r>
              <a:rPr lang="en-US"/>
              <a:t>Click to edit Master title style</a:t>
            </a:r>
          </a:p>
        </p:txBody>
      </p:sp>
      <p:sp>
        <p:nvSpPr>
          <p:cNvPr id="11" name="Text Placeholder 10">
            <a:extLst>
              <a:ext uri="{FF2B5EF4-FFF2-40B4-BE49-F238E27FC236}">
                <a16:creationId xmlns:a16="http://schemas.microsoft.com/office/drawing/2014/main" id="{8CCAE21C-42ED-4CFD-A1E1-FE234323EC4E}"/>
              </a:ext>
            </a:extLst>
          </p:cNvPr>
          <p:cNvSpPr>
            <a:spLocks noGrp="1"/>
          </p:cNvSpPr>
          <p:nvPr>
            <p:ph type="body" sz="quarter" idx="14" hasCustomPrompt="1"/>
          </p:nvPr>
        </p:nvSpPr>
        <p:spPr bwMode="gray">
          <a:xfrm>
            <a:off x="0" y="5194300"/>
            <a:ext cx="12192000" cy="1663700"/>
          </a:xfr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a:t>
            </a:r>
          </a:p>
        </p:txBody>
      </p:sp>
      <p:sp>
        <p:nvSpPr>
          <p:cNvPr id="13" name="Footer Placeholder 4">
            <a:extLst>
              <a:ext uri="{FF2B5EF4-FFF2-40B4-BE49-F238E27FC236}">
                <a16:creationId xmlns:a16="http://schemas.microsoft.com/office/drawing/2014/main" id="{55F7F56A-370B-17D8-1574-70407654126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a:t>© 2023 NTT DATA, Inc.</a:t>
            </a:r>
          </a:p>
        </p:txBody>
      </p:sp>
      <p:sp>
        <p:nvSpPr>
          <p:cNvPr id="14" name="Slide Number Placeholder 5">
            <a:extLst>
              <a:ext uri="{FF2B5EF4-FFF2-40B4-BE49-F238E27FC236}">
                <a16:creationId xmlns:a16="http://schemas.microsoft.com/office/drawing/2014/main" id="{7E04D86C-67F3-2898-A9B9-7C78B586F28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a:t>
            </a:fld>
            <a:endParaRPr lang="en-US"/>
          </a:p>
        </p:txBody>
      </p:sp>
      <p:sp>
        <p:nvSpPr>
          <p:cNvPr id="3" name="NTT DATA Global Logo" descr="NTT DATA Global Logo">
            <a:extLst>
              <a:ext uri="{FF2B5EF4-FFF2-40B4-BE49-F238E27FC236}">
                <a16:creationId xmlns:a16="http://schemas.microsoft.com/office/drawing/2014/main" id="{AAC9A100-4458-748B-AE62-3E3DB5DF4514}"/>
              </a:ext>
            </a:extLst>
          </p:cNvPr>
          <p:cNvSpPr txBox="1">
            <a:spLocks noChangeAspect="1"/>
          </p:cNvSpPr>
          <p:nvPr userDrawn="1"/>
        </p:nvSpPr>
        <p:spPr bwMode="black">
          <a:xfrm>
            <a:off x="10531725" y="6449437"/>
            <a:ext cx="1288800" cy="263108"/>
          </a:xfrm>
          <a:prstGeom prst="rect">
            <a:avLst/>
          </a:prstGeom>
          <a:blipFill dpi="0" rotWithShape="1">
            <a:blip r:embed="rId2"/>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DE"/>
              <a:t> </a:t>
            </a:r>
          </a:p>
        </p:txBody>
      </p:sp>
    </p:spTree>
    <p:extLst>
      <p:ext uri="{BB962C8B-B14F-4D97-AF65-F5344CB8AC3E}">
        <p14:creationId xmlns:p14="http://schemas.microsoft.com/office/powerpoint/2010/main" val="41392000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B_Picture Right Light">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318A9578-38C1-F618-D2D6-E94DBB278B98}"/>
              </a:ext>
            </a:extLst>
          </p:cNvPr>
          <p:cNvSpPr>
            <a:spLocks noGrp="1"/>
          </p:cNvSpPr>
          <p:nvPr>
            <p:ph type="pic" sz="quarter" idx="28" hasCustomPrompt="1"/>
          </p:nvPr>
        </p:nvSpPr>
        <p:spPr>
          <a:xfrm>
            <a:off x="815340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a:t>Click to add picture</a:t>
            </a:r>
          </a:p>
        </p:txBody>
      </p:sp>
      <p:sp>
        <p:nvSpPr>
          <p:cNvPr id="14" name="Text Placeholder 5">
            <a:extLst>
              <a:ext uri="{FF2B5EF4-FFF2-40B4-BE49-F238E27FC236}">
                <a16:creationId xmlns:a16="http://schemas.microsoft.com/office/drawing/2014/main" id="{B6E0CB35-CBF9-AFA5-830C-F4D86F088977}"/>
              </a:ext>
            </a:extLst>
          </p:cNvPr>
          <p:cNvSpPr>
            <a:spLocks noGrp="1"/>
          </p:cNvSpPr>
          <p:nvPr>
            <p:ph type="body" sz="quarter" idx="29" hasCustomPrompt="1"/>
          </p:nvPr>
        </p:nvSpPr>
        <p:spPr bwMode="gray">
          <a:xfrm>
            <a:off x="8153400" y="5202000"/>
            <a:ext cx="4038600" cy="1656000"/>
          </a:xfr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a:xfrm>
            <a:off x="371475" y="333375"/>
            <a:ext cx="7480438" cy="792000"/>
          </a:xfrm>
        </p:spPr>
        <p:txBody>
          <a:bodyPr vert="horz"/>
          <a:lstStyle/>
          <a:p>
            <a:r>
              <a:rPr lang="en-US"/>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r>
              <a:rPr lang="en-US"/>
              <a:t>© 2023 NTT DATA, Inc.</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fld id="{13CE6DAF-806F-404B-BC68-339BFCB57E5C}" type="slidenum">
              <a:rPr lang="en-US" smtClean="0"/>
              <a:pPr/>
              <a:t>‹#›</a:t>
            </a:fld>
            <a:endParaRPr lang="en-US"/>
          </a:p>
        </p:txBody>
      </p:sp>
      <p:sp>
        <p:nvSpPr>
          <p:cNvPr id="2" name="NTT DATA Global Logo" descr="NTT DATA Global Logo">
            <a:extLst>
              <a:ext uri="{FF2B5EF4-FFF2-40B4-BE49-F238E27FC236}">
                <a16:creationId xmlns:a16="http://schemas.microsoft.com/office/drawing/2014/main" id="{5082467D-38B1-0541-A8E7-DD846D36F5B1}"/>
              </a:ext>
            </a:extLst>
          </p:cNvPr>
          <p:cNvSpPr txBox="1">
            <a:spLocks noChangeAspect="1"/>
          </p:cNvSpPr>
          <p:nvPr userDrawn="1"/>
        </p:nvSpPr>
        <p:spPr bwMode="black">
          <a:xfrm>
            <a:off x="10531725" y="6449437"/>
            <a:ext cx="1288800" cy="263108"/>
          </a:xfrm>
          <a:prstGeom prst="rect">
            <a:avLst/>
          </a:prstGeom>
          <a:blipFill dpi="0" rotWithShape="1">
            <a:blip r:embed="rId2"/>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DE"/>
              <a:t> </a:t>
            </a:r>
          </a:p>
        </p:txBody>
      </p:sp>
    </p:spTree>
    <p:extLst>
      <p:ext uri="{BB962C8B-B14F-4D97-AF65-F5344CB8AC3E}">
        <p14:creationId xmlns:p14="http://schemas.microsoft.com/office/powerpoint/2010/main" val="13895124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_Picture Left Light">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7F7A191D-6071-E779-7F2E-34886D0882B7}"/>
              </a:ext>
            </a:extLst>
          </p:cNvPr>
          <p:cNvSpPr>
            <a:spLocks noGrp="1"/>
          </p:cNvSpPr>
          <p:nvPr>
            <p:ph type="pic" sz="quarter" idx="12" hasCustomPrompt="1"/>
          </p:nvPr>
        </p:nvSpPr>
        <p:spPr>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a:t>Click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a:xfrm>
            <a:off x="4586909" y="333375"/>
            <a:ext cx="7233616" cy="792000"/>
          </a:xfrm>
        </p:spPr>
        <p:txBody>
          <a:bodyPr vert="horz"/>
          <a:lstStyle/>
          <a:p>
            <a:r>
              <a:rPr lang="en-US"/>
              <a:t>Click to edit Master title style</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79629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fld id="{13CE6DAF-806F-404B-BC68-339BFCB57E5C}" type="slidenum">
              <a:rPr lang="en-US" smtClean="0"/>
              <a:pPr/>
              <a:t>‹#›</a:t>
            </a:fld>
            <a:endParaRPr lang="en-US"/>
          </a:p>
        </p:txBody>
      </p:sp>
      <p:sp>
        <p:nvSpPr>
          <p:cNvPr id="11" name="Text Placeholder 5">
            <a:extLst>
              <a:ext uri="{FF2B5EF4-FFF2-40B4-BE49-F238E27FC236}">
                <a16:creationId xmlns:a16="http://schemas.microsoft.com/office/drawing/2014/main" id="{A5DF90C5-2F99-EF32-CBEA-23287BDE2447}"/>
              </a:ext>
            </a:extLst>
          </p:cNvPr>
          <p:cNvSpPr>
            <a:spLocks noGrp="1"/>
          </p:cNvSpPr>
          <p:nvPr>
            <p:ph type="body" sz="quarter" idx="27" hasCustomPrompt="1"/>
          </p:nvPr>
        </p:nvSpPr>
        <p:spPr bwMode="gray">
          <a:xfrm>
            <a:off x="0" y="5202000"/>
            <a:ext cx="4038600" cy="1656000"/>
          </a:xfr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4338956" y="6563358"/>
            <a:ext cx="3524884"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r>
              <a:rPr lang="en-US"/>
              <a:t>© 2023 NTT DATA, Inc.</a:t>
            </a:r>
          </a:p>
        </p:txBody>
      </p:sp>
    </p:spTree>
    <p:extLst>
      <p:ext uri="{BB962C8B-B14F-4D97-AF65-F5344CB8AC3E}">
        <p14:creationId xmlns:p14="http://schemas.microsoft.com/office/powerpoint/2010/main" val="4474223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_Picture Bottom Light">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a:xfrm>
            <a:off x="0" y="3352800"/>
            <a:ext cx="12192000" cy="3509682"/>
          </a:xfrm>
          <a:prstGeom prst="rect">
            <a:avLst/>
          </a:prstGeom>
          <a:solidFill>
            <a:schemeClr val="accent6"/>
          </a:solidFill>
        </p:spPr>
        <p:txBody>
          <a:bodyPr lIns="0" tIns="0" rIns="0" bIns="0" anchor="ctr"/>
          <a:lstStyle>
            <a:lvl1pPr marL="0" indent="0" algn="ctr">
              <a:buFontTx/>
              <a:buNone/>
              <a:defRPr sz="2400">
                <a:solidFill>
                  <a:schemeClr val="bg1"/>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a:t>
            </a:r>
            <a:br>
              <a:rPr lang="en-US"/>
            </a:br>
            <a:r>
              <a:rPr lang="en-US"/>
              <a:t>Then Reorder: Send to back</a:t>
            </a:r>
          </a:p>
        </p:txBody>
      </p:sp>
      <p:sp>
        <p:nvSpPr>
          <p:cNvPr id="16" name="Text Placeholder 5">
            <a:extLst>
              <a:ext uri="{FF2B5EF4-FFF2-40B4-BE49-F238E27FC236}">
                <a16:creationId xmlns:a16="http://schemas.microsoft.com/office/drawing/2014/main" id="{D008BF2A-3887-409B-2567-9779543E991D}"/>
              </a:ext>
            </a:extLst>
          </p:cNvPr>
          <p:cNvSpPr>
            <a:spLocks noGrp="1"/>
          </p:cNvSpPr>
          <p:nvPr>
            <p:ph type="body" sz="quarter" idx="27" hasCustomPrompt="1"/>
          </p:nvPr>
        </p:nvSpPr>
        <p:spPr bwMode="gray">
          <a:xfrm>
            <a:off x="0" y="5202000"/>
            <a:ext cx="12192000" cy="1656000"/>
          </a:xfr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10" name="Footer Placeholder 4">
            <a:extLst>
              <a:ext uri="{FF2B5EF4-FFF2-40B4-BE49-F238E27FC236}">
                <a16:creationId xmlns:a16="http://schemas.microsoft.com/office/drawing/2014/main" id="{87A8D542-4123-5D52-32A8-5A10FF2E7D6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a:t>© 2023 NTT DATA, Inc.</a:t>
            </a:r>
          </a:p>
        </p:txBody>
      </p:sp>
      <p:sp>
        <p:nvSpPr>
          <p:cNvPr id="15" name="Slide Number Placeholder 5">
            <a:extLst>
              <a:ext uri="{FF2B5EF4-FFF2-40B4-BE49-F238E27FC236}">
                <a16:creationId xmlns:a16="http://schemas.microsoft.com/office/drawing/2014/main" id="{3F919FBB-9A4E-7FAD-B0F2-5D660792C32E}"/>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a:t>
            </a:fld>
            <a:endParaRPr lang="en-US"/>
          </a:p>
        </p:txBody>
      </p:sp>
      <p:sp>
        <p:nvSpPr>
          <p:cNvPr id="18" name="Title 5">
            <a:extLst>
              <a:ext uri="{FF2B5EF4-FFF2-40B4-BE49-F238E27FC236}">
                <a16:creationId xmlns:a16="http://schemas.microsoft.com/office/drawing/2014/main" id="{685F5729-4D42-77C1-FCC6-A3E027B0D91F}"/>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2" name="NTT DATA Global Logo" descr="NTT DATA Global Logo">
            <a:extLst>
              <a:ext uri="{FF2B5EF4-FFF2-40B4-BE49-F238E27FC236}">
                <a16:creationId xmlns:a16="http://schemas.microsoft.com/office/drawing/2014/main" id="{331DD0DE-B5CC-A60D-D998-80C96B7B6CAD}"/>
              </a:ext>
            </a:extLst>
          </p:cNvPr>
          <p:cNvSpPr txBox="1">
            <a:spLocks noChangeAspect="1"/>
          </p:cNvSpPr>
          <p:nvPr userDrawn="1"/>
        </p:nvSpPr>
        <p:spPr bwMode="black">
          <a:xfrm>
            <a:off x="10531725" y="6449437"/>
            <a:ext cx="1288800" cy="263108"/>
          </a:xfrm>
          <a:prstGeom prst="rect">
            <a:avLst/>
          </a:prstGeom>
          <a:blipFill dpi="0" rotWithShape="1">
            <a:blip r:embed="rId2"/>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DE"/>
              <a:t> </a:t>
            </a:r>
          </a:p>
        </p:txBody>
      </p:sp>
    </p:spTree>
    <p:extLst>
      <p:ext uri="{BB962C8B-B14F-4D97-AF65-F5344CB8AC3E}">
        <p14:creationId xmlns:p14="http://schemas.microsoft.com/office/powerpoint/2010/main" val="36485940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_Pictures Three Ligh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99AD32-EACB-40FD-ACFA-9178E8D00357}"/>
              </a:ext>
            </a:extLst>
          </p:cNvPr>
          <p:cNvSpPr>
            <a:spLocks noGrp="1"/>
          </p:cNvSpPr>
          <p:nvPr>
            <p:ph type="pic" sz="quarter" idx="13" hasCustomPrompt="1"/>
          </p:nvPr>
        </p:nvSpPr>
        <p:spPr bwMode="gray">
          <a:xfrm>
            <a:off x="1" y="1412875"/>
            <a:ext cx="4015999" cy="2772000"/>
          </a:xfr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8" name="Picture Placeholder 6">
            <a:extLst>
              <a:ext uri="{FF2B5EF4-FFF2-40B4-BE49-F238E27FC236}">
                <a16:creationId xmlns:a16="http://schemas.microsoft.com/office/drawing/2014/main" id="{C73D5620-2B8C-49E1-ADF3-9ADE2BF3BA3C}"/>
              </a:ext>
            </a:extLst>
          </p:cNvPr>
          <p:cNvSpPr>
            <a:spLocks noGrp="1"/>
          </p:cNvSpPr>
          <p:nvPr>
            <p:ph type="pic" sz="quarter" idx="14" hasCustomPrompt="1"/>
          </p:nvPr>
        </p:nvSpPr>
        <p:spPr bwMode="gray">
          <a:xfrm>
            <a:off x="4088000" y="1412875"/>
            <a:ext cx="4015999" cy="2772000"/>
          </a:xfr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9" name="Picture Placeholder 6">
            <a:extLst>
              <a:ext uri="{FF2B5EF4-FFF2-40B4-BE49-F238E27FC236}">
                <a16:creationId xmlns:a16="http://schemas.microsoft.com/office/drawing/2014/main" id="{A31D45D1-5334-4DD5-8154-DAD52B3C3972}"/>
              </a:ext>
            </a:extLst>
          </p:cNvPr>
          <p:cNvSpPr>
            <a:spLocks noGrp="1"/>
          </p:cNvSpPr>
          <p:nvPr>
            <p:ph type="pic" sz="quarter" idx="15" hasCustomPrompt="1"/>
          </p:nvPr>
        </p:nvSpPr>
        <p:spPr bwMode="gray">
          <a:xfrm>
            <a:off x="8175999" y="1412875"/>
            <a:ext cx="4015999" cy="2772000"/>
          </a:xfr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p:txBody>
          <a:bodyPr vert="horz"/>
          <a:lstStyle/>
          <a:p>
            <a:r>
              <a:rPr lang="en-US"/>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r>
              <a:rPr lang="en-US"/>
              <a:t>© 2023 NTT DATA, Inc.</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11178677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_Picture Collection Light">
    <p:spTree>
      <p:nvGrpSpPr>
        <p:cNvPr id="1" name=""/>
        <p:cNvGrpSpPr/>
        <p:nvPr/>
      </p:nvGrpSpPr>
      <p:grpSpPr>
        <a:xfrm>
          <a:off x="0" y="0"/>
          <a:ext cx="0" cy="0"/>
          <a:chOff x="0" y="0"/>
          <a:chExt cx="0" cy="0"/>
        </a:xfrm>
      </p:grpSpPr>
      <p:sp>
        <p:nvSpPr>
          <p:cNvPr id="28" name="Picture Placeholder 25">
            <a:extLst>
              <a:ext uri="{C183D7F6-B498-43B3-948B-1728B52AA6E4}">
                <adec:decorative xmlns:adec="http://schemas.microsoft.com/office/drawing/2017/decorative" val="1"/>
              </a:ext>
            </a:extLst>
          </p:cNvPr>
          <p:cNvSpPr>
            <a:spLocks noGrp="1"/>
          </p:cNvSpPr>
          <p:nvPr>
            <p:ph type="pic" sz="quarter" idx="22" hasCustomPrompt="1"/>
          </p:nvPr>
        </p:nvSpPr>
        <p:spPr>
          <a:xfrm>
            <a:off x="3877779" y="3987605"/>
            <a:ext cx="5371355" cy="2249683"/>
          </a:xfrm>
          <a:prstGeom prst="roundRect">
            <a:avLst>
              <a:gd name="adj" fmla="val 0"/>
            </a:avLst>
          </a:prstGeom>
          <a:solidFill>
            <a:schemeClr val="accent3"/>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95000"/>
              </a:lnSpc>
              <a:spcBef>
                <a:spcPts val="1920"/>
              </a:spcBef>
              <a:buClr>
                <a:srgbClr val="92D050"/>
              </a:buClr>
              <a:buSzPct val="90000"/>
              <a:buFont typeface="Arial" pitchFamily="34" charset="0"/>
              <a:buNone/>
              <a:tabLst/>
              <a:defRPr lang="en-US" sz="2667" kern="1200" dirty="0">
                <a:solidFill>
                  <a:schemeClr val="bg1"/>
                </a:solidFill>
                <a:latin typeface="+mn-lt"/>
                <a:ea typeface="+mn-ea"/>
                <a:cs typeface="+mn-cs"/>
              </a:defRPr>
            </a:lvl1pPr>
          </a:lstStyle>
          <a:p>
            <a:r>
              <a:rPr lang="en-US"/>
              <a:t>Insert photo here</a:t>
            </a:r>
          </a:p>
        </p:txBody>
      </p:sp>
      <p:sp>
        <p:nvSpPr>
          <p:cNvPr id="13" name="Rounded Rectangle 12">
            <a:extLst>
              <a:ext uri="{C183D7F6-B498-43B3-948B-1728B52AA6E4}">
                <adec:decorative xmlns:adec="http://schemas.microsoft.com/office/drawing/2017/decorative" val="1"/>
              </a:ext>
            </a:extLst>
          </p:cNvPr>
          <p:cNvSpPr/>
          <p:nvPr userDrawn="1"/>
        </p:nvSpPr>
        <p:spPr>
          <a:xfrm>
            <a:off x="9349318" y="2163386"/>
            <a:ext cx="2484125" cy="2675053"/>
          </a:xfrm>
          <a:prstGeom prst="roundRect">
            <a:avLst>
              <a:gd name="adj" fmla="val 0"/>
            </a:avLst>
          </a:pr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accent1"/>
              </a:solidFill>
              <a:latin typeface="+mn-lt"/>
            </a:endParaRPr>
          </a:p>
        </p:txBody>
      </p:sp>
      <p:sp>
        <p:nvSpPr>
          <p:cNvPr id="6" name="Picture Placeholder 25">
            <a:extLst>
              <a:ext uri="{C183D7F6-B498-43B3-948B-1728B52AA6E4}">
                <adec:decorative xmlns:adec="http://schemas.microsoft.com/office/drawing/2017/decorative" val="1"/>
              </a:ext>
            </a:extLst>
          </p:cNvPr>
          <p:cNvSpPr>
            <a:spLocks noGrp="1"/>
          </p:cNvSpPr>
          <p:nvPr>
            <p:ph type="pic" sz="quarter" idx="10" hasCustomPrompt="1"/>
          </p:nvPr>
        </p:nvSpPr>
        <p:spPr>
          <a:xfrm>
            <a:off x="371475" y="333373"/>
            <a:ext cx="4419959" cy="3547536"/>
          </a:xfrm>
          <a:prstGeom prst="roundRect">
            <a:avLst>
              <a:gd name="adj" fmla="val 0"/>
            </a:avLst>
          </a:prstGeom>
          <a:solidFill>
            <a:schemeClr val="accent3"/>
          </a:solidFill>
          <a:ln>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bg1"/>
                </a:solidFill>
                <a:latin typeface="+mn-lt"/>
                <a:ea typeface="+mn-ea"/>
                <a:cs typeface="+mn-cs"/>
              </a:defRPr>
            </a:lvl1pPr>
          </a:lstStyle>
          <a:p>
            <a:r>
              <a:rPr lang="en-US"/>
              <a:t>Insert photo here</a:t>
            </a:r>
          </a:p>
        </p:txBody>
      </p:sp>
      <p:sp>
        <p:nvSpPr>
          <p:cNvPr id="14" name="Picture Placeholder 25">
            <a:extLst>
              <a:ext uri="{C183D7F6-B498-43B3-948B-1728B52AA6E4}">
                <adec:decorative xmlns:adec="http://schemas.microsoft.com/office/drawing/2017/decorative" val="1"/>
              </a:ext>
            </a:extLst>
          </p:cNvPr>
          <p:cNvSpPr>
            <a:spLocks noGrp="1"/>
          </p:cNvSpPr>
          <p:nvPr>
            <p:ph type="pic" sz="quarter" idx="15" hasCustomPrompt="1"/>
          </p:nvPr>
        </p:nvSpPr>
        <p:spPr>
          <a:xfrm>
            <a:off x="9349318" y="2140170"/>
            <a:ext cx="2484124" cy="2680693"/>
          </a:xfrm>
          <a:prstGeom prst="roundRect">
            <a:avLst>
              <a:gd name="adj" fmla="val 0"/>
            </a:avLst>
          </a:prstGeom>
          <a:solidFill>
            <a:schemeClr val="accent3"/>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bg1"/>
                </a:solidFill>
                <a:latin typeface="+mn-lt"/>
                <a:ea typeface="+mn-ea"/>
                <a:cs typeface="+mn-cs"/>
              </a:defRPr>
            </a:lvl1pPr>
          </a:lstStyle>
          <a:p>
            <a:r>
              <a:rPr lang="en-US"/>
              <a:t>Insert photo here</a:t>
            </a:r>
          </a:p>
        </p:txBody>
      </p:sp>
      <p:sp>
        <p:nvSpPr>
          <p:cNvPr id="29" name="Text Placeholder 4"/>
          <p:cNvSpPr>
            <a:spLocks noGrp="1"/>
          </p:cNvSpPr>
          <p:nvPr>
            <p:ph type="body" sz="quarter" idx="23" hasCustomPrompt="1"/>
          </p:nvPr>
        </p:nvSpPr>
        <p:spPr>
          <a:xfrm>
            <a:off x="371475" y="2422522"/>
            <a:ext cx="4419959" cy="1458387"/>
          </a:xfrm>
          <a:prstGeom prst="roundRect">
            <a:avLst>
              <a:gd name="adj" fmla="val 0"/>
            </a:avLst>
          </a:prstGeom>
          <a:noFill/>
          <a:ln>
            <a:noFill/>
          </a:ln>
          <a:effectLst/>
        </p:spPr>
        <p:txBody>
          <a:bodyPr anchor="t" anchorCtr="0"/>
          <a:lstStyle>
            <a:lvl1pPr algn="ctr">
              <a:lnSpc>
                <a:spcPct val="100000"/>
              </a:lnSpc>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19" name="Text Placeholder 4"/>
          <p:cNvSpPr>
            <a:spLocks noGrp="1"/>
          </p:cNvSpPr>
          <p:nvPr>
            <p:ph type="body" sz="quarter" idx="17" hasCustomPrompt="1"/>
          </p:nvPr>
        </p:nvSpPr>
        <p:spPr>
          <a:xfrm>
            <a:off x="4902048" y="333375"/>
            <a:ext cx="4347085" cy="3555695"/>
          </a:xfrm>
          <a:prstGeom prst="roundRect">
            <a:avLst>
              <a:gd name="adj" fmla="val 0"/>
            </a:avLst>
          </a:prstGeom>
          <a:solidFill>
            <a:schemeClr val="accent1"/>
          </a:solidFill>
          <a:ln>
            <a:noFill/>
          </a:ln>
          <a:effectLst/>
        </p:spPr>
        <p:txBody>
          <a:bodyPr lIns="108000" anchor="ctr"/>
          <a:lstStyle>
            <a:lvl1pPr marL="0" indent="0" algn="l">
              <a:lnSpc>
                <a:spcPct val="100000"/>
              </a:lnSpc>
              <a:tabLst/>
              <a:defRPr sz="3200" b="1">
                <a:solidFill>
                  <a:schemeClr val="bg1"/>
                </a:solidFill>
                <a:effectLst/>
                <a:latin typeface="+mn-lt"/>
                <a:cs typeface="Arial"/>
              </a:defRPr>
            </a:lvl1pPr>
            <a:lvl2pPr marL="0" indent="0" algn="l">
              <a:lnSpc>
                <a:spcPct val="100000"/>
              </a:lnSpc>
              <a:buNone/>
              <a:defRPr>
                <a:solidFill>
                  <a:schemeClr val="bg1"/>
                </a:solidFill>
                <a:effectLst/>
                <a:latin typeface="+mn-lt"/>
                <a:cs typeface="Aria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a:p>
            <a:pPr lvl="1"/>
            <a:r>
              <a:rPr lang="en-US" altLang="ja-JP"/>
              <a:t>Second level</a:t>
            </a:r>
          </a:p>
        </p:txBody>
      </p:sp>
      <p:sp>
        <p:nvSpPr>
          <p:cNvPr id="21" name="Text Placeholder 4"/>
          <p:cNvSpPr>
            <a:spLocks noGrp="1"/>
          </p:cNvSpPr>
          <p:nvPr>
            <p:ph type="body" sz="quarter" idx="14" hasCustomPrompt="1"/>
          </p:nvPr>
        </p:nvSpPr>
        <p:spPr>
          <a:xfrm>
            <a:off x="9359747" y="333375"/>
            <a:ext cx="2474100" cy="1700963"/>
          </a:xfrm>
          <a:prstGeom prst="roundRect">
            <a:avLst>
              <a:gd name="adj" fmla="val 0"/>
            </a:avLst>
          </a:prstGeom>
          <a:solidFill>
            <a:schemeClr val="accent6"/>
          </a:solidFill>
          <a:ln>
            <a:noFill/>
          </a:ln>
          <a:effectLst/>
        </p:spPr>
        <p:txBody>
          <a:bodyPr anchor="ctr"/>
          <a:lstStyle>
            <a:lvl1pPr algn="ctr">
              <a:lnSpc>
                <a:spcPct val="100000"/>
              </a:lnSpc>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26" name="Text Placeholder 4"/>
          <p:cNvSpPr>
            <a:spLocks noGrp="1"/>
          </p:cNvSpPr>
          <p:nvPr>
            <p:ph type="body" sz="quarter" idx="21" hasCustomPrompt="1"/>
          </p:nvPr>
        </p:nvSpPr>
        <p:spPr>
          <a:xfrm>
            <a:off x="9359747" y="3744196"/>
            <a:ext cx="2474099" cy="1076667"/>
          </a:xfrm>
          <a:prstGeom prst="roundRect">
            <a:avLst>
              <a:gd name="adj" fmla="val 0"/>
            </a:avLst>
          </a:prstGeom>
          <a:noFill/>
          <a:ln>
            <a:noFill/>
          </a:ln>
          <a:effectLst/>
        </p:spPr>
        <p:txBody>
          <a:bodyPr anchor="t" anchorCtr="0"/>
          <a:lstStyle>
            <a:lvl1pPr algn="ctr">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24" name="Text Placeholder 4"/>
          <p:cNvSpPr>
            <a:spLocks noGrp="1"/>
          </p:cNvSpPr>
          <p:nvPr>
            <p:ph type="body" sz="quarter" idx="13" hasCustomPrompt="1"/>
          </p:nvPr>
        </p:nvSpPr>
        <p:spPr>
          <a:xfrm>
            <a:off x="371475" y="3987606"/>
            <a:ext cx="3420269" cy="2249682"/>
          </a:xfrm>
          <a:prstGeom prst="roundRect">
            <a:avLst>
              <a:gd name="adj" fmla="val 0"/>
            </a:avLst>
          </a:prstGeom>
          <a:solidFill>
            <a:schemeClr val="accent6"/>
          </a:solidFill>
          <a:ln>
            <a:noFill/>
          </a:ln>
          <a:effectLst/>
        </p:spPr>
        <p:txBody>
          <a:bodyPr lIns="108000" anchor="ctr"/>
          <a:lstStyle>
            <a:lvl1pPr algn="l">
              <a:lnSpc>
                <a:spcPct val="100000"/>
              </a:lnSpc>
              <a:defRPr sz="2667" b="1">
                <a:solidFill>
                  <a:schemeClr val="bg1"/>
                </a:solidFill>
                <a:latin typeface="+mn-lt"/>
                <a:cs typeface="Arial"/>
              </a:defRPr>
            </a:lvl1pPr>
            <a:lvl2pPr algn="l">
              <a:defRPr>
                <a:solidFill>
                  <a:schemeClr val="tx2"/>
                </a:solidFill>
              </a:defRPr>
            </a:lvl2pPr>
            <a:lvl3pPr algn="l">
              <a:defRPr>
                <a:solidFill>
                  <a:schemeClr val="tx2"/>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25" name="Text Placeholder 4"/>
          <p:cNvSpPr>
            <a:spLocks noGrp="1"/>
          </p:cNvSpPr>
          <p:nvPr>
            <p:ph type="body" sz="quarter" idx="20" hasCustomPrompt="1"/>
          </p:nvPr>
        </p:nvSpPr>
        <p:spPr>
          <a:xfrm>
            <a:off x="3877779" y="5399590"/>
            <a:ext cx="5371355" cy="837698"/>
          </a:xfrm>
          <a:prstGeom prst="roundRect">
            <a:avLst>
              <a:gd name="adj" fmla="val 0"/>
            </a:avLst>
          </a:prstGeom>
          <a:noFill/>
          <a:ln>
            <a:noFill/>
          </a:ln>
          <a:effectLst/>
        </p:spPr>
        <p:txBody>
          <a:bodyPr anchor="t" anchorCtr="0"/>
          <a:lstStyle>
            <a:lvl1pPr algn="ctr">
              <a:lnSpc>
                <a:spcPct val="100000"/>
              </a:lnSpc>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22" name="Text Placeholder 4"/>
          <p:cNvSpPr>
            <a:spLocks noGrp="1"/>
          </p:cNvSpPr>
          <p:nvPr>
            <p:ph type="body" sz="quarter" idx="19" hasCustomPrompt="1"/>
          </p:nvPr>
        </p:nvSpPr>
        <p:spPr>
          <a:xfrm>
            <a:off x="9349318" y="4926695"/>
            <a:ext cx="2471207" cy="1310593"/>
          </a:xfrm>
          <a:prstGeom prst="roundRect">
            <a:avLst>
              <a:gd name="adj" fmla="val 0"/>
            </a:avLst>
          </a:prstGeom>
          <a:solidFill>
            <a:schemeClr val="bg2"/>
          </a:solidFill>
          <a:ln>
            <a:noFill/>
          </a:ln>
          <a:effectLst/>
        </p:spPr>
        <p:txBody>
          <a:bodyPr anchor="ctr"/>
          <a:lstStyle>
            <a:lvl1pPr algn="ctr">
              <a:lnSpc>
                <a:spcPct val="100000"/>
              </a:lnSpc>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5" name="TextBox 4">
            <a:extLst>
              <a:ext uri="{FF2B5EF4-FFF2-40B4-BE49-F238E27FC236}">
                <a16:creationId xmlns:a16="http://schemas.microsoft.com/office/drawing/2014/main" id="{AFBA9505-91C7-B9FF-4651-787D86C3BED1}"/>
              </a:ext>
            </a:extLst>
          </p:cNvPr>
          <p:cNvSpPr txBox="1"/>
          <p:nvPr userDrawn="1"/>
        </p:nvSpPr>
        <p:spPr>
          <a:xfrm>
            <a:off x="3685309" y="-803564"/>
            <a:ext cx="0" cy="0"/>
          </a:xfrm>
          <a:prstGeom prst="rect">
            <a:avLst/>
          </a:prstGeom>
          <a:noFill/>
        </p:spPr>
        <p:txBody>
          <a:bodyPr wrap="none" rtlCol="0">
            <a:noAutofit/>
          </a:bodyPr>
          <a:lstStyle/>
          <a:p>
            <a:pPr algn="l"/>
            <a:endParaRPr lang="en-US" err="1">
              <a:solidFill>
                <a:srgbClr val="FFFFFF"/>
              </a:solidFill>
            </a:endParaRPr>
          </a:p>
        </p:txBody>
      </p:sp>
      <p:sp>
        <p:nvSpPr>
          <p:cNvPr id="8" name="Footer Placeholder 4">
            <a:extLst>
              <a:ext uri="{FF2B5EF4-FFF2-40B4-BE49-F238E27FC236}">
                <a16:creationId xmlns:a16="http://schemas.microsoft.com/office/drawing/2014/main" id="{59C35B40-A84A-00D6-5FD3-6FD80F61E86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r>
              <a:rPr lang="en-US"/>
              <a:t>© 2023 NTT DATA, Inc.</a:t>
            </a:r>
          </a:p>
        </p:txBody>
      </p:sp>
      <p:sp>
        <p:nvSpPr>
          <p:cNvPr id="9" name="Slide Number Placeholder 5">
            <a:extLst>
              <a:ext uri="{FF2B5EF4-FFF2-40B4-BE49-F238E27FC236}">
                <a16:creationId xmlns:a16="http://schemas.microsoft.com/office/drawing/2014/main" id="{BFC1EFC3-6CA1-181A-9D7F-24D4581B210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11484785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C_Closing Slide White Light">
    <p:spTree>
      <p:nvGrpSpPr>
        <p:cNvPr id="1" name=""/>
        <p:cNvGrpSpPr/>
        <p:nvPr/>
      </p:nvGrpSpPr>
      <p:grpSpPr>
        <a:xfrm>
          <a:off x="0" y="0"/>
          <a:ext cx="0" cy="0"/>
          <a:chOff x="0" y="0"/>
          <a:chExt cx="0" cy="0"/>
        </a:xfrm>
      </p:grpSpPr>
      <p:pic>
        <p:nvPicPr>
          <p:cNvPr id="3" name="Logo">
            <a:extLst>
              <a:ext uri="{FF2B5EF4-FFF2-40B4-BE49-F238E27FC236}">
                <a16:creationId xmlns:a16="http://schemas.microsoft.com/office/drawing/2014/main" id="{01F40004-0B55-0534-B49E-3160E9FA2E10}"/>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3403287" y="2880000"/>
            <a:ext cx="5385427" cy="1098000"/>
          </a:xfrm>
          <a:prstGeom prst="rect">
            <a:avLst/>
          </a:prstGeom>
        </p:spPr>
      </p:pic>
    </p:spTree>
    <p:extLst>
      <p:ext uri="{BB962C8B-B14F-4D97-AF65-F5344CB8AC3E}">
        <p14:creationId xmlns:p14="http://schemas.microsoft.com/office/powerpoint/2010/main" val="32453291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_Closing Slide Future Blue with Picture Light">
    <p:bg>
      <p:bgPr>
        <a:solidFill>
          <a:schemeClr val="accent2"/>
        </a:solidFill>
        <a:effectLst/>
      </p:bgPr>
    </p:bg>
    <p:spTree>
      <p:nvGrpSpPr>
        <p:cNvPr id="1" name=""/>
        <p:cNvGrpSpPr/>
        <p:nvPr/>
      </p:nvGrpSpPr>
      <p:grpSpPr>
        <a:xfrm>
          <a:off x="0" y="0"/>
          <a:ext cx="0" cy="0"/>
          <a:chOff x="0" y="0"/>
          <a:chExt cx="0" cy="0"/>
        </a:xfrm>
      </p:grpSpPr>
      <p:sp>
        <p:nvSpPr>
          <p:cNvPr id="2" name="NTT DATA Global Logo" descr="NTT DATA Global Logo">
            <a:extLst>
              <a:ext uri="{FF2B5EF4-FFF2-40B4-BE49-F238E27FC236}">
                <a16:creationId xmlns:a16="http://schemas.microsoft.com/office/drawing/2014/main" id="{98CC4E28-4615-54DE-9A23-19AE8504C324}"/>
              </a:ext>
            </a:extLst>
          </p:cNvPr>
          <p:cNvSpPr>
            <a:spLocks noGrp="1" noChangeAspect="1"/>
          </p:cNvSpPr>
          <p:nvPr>
            <p:ph type="body" sz="quarter" idx="17" hasCustomPrompt="1"/>
          </p:nvPr>
        </p:nvSpPr>
        <p:spPr bwMode="black">
          <a:xfrm>
            <a:off x="3403200" y="2879266"/>
            <a:ext cx="5385600" cy="1099468"/>
          </a:xfrm>
          <a:prstGeom prst="rect">
            <a:avLst/>
          </a:prstGeom>
          <a:blipFill dpi="0" rotWithShape="1">
            <a:blip r:embed="rId2"/>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a:t> </a:t>
            </a:r>
          </a:p>
        </p:txBody>
      </p:sp>
      <p:sp>
        <p:nvSpPr>
          <p:cNvPr id="3" name="Picture Placeholder 4">
            <a:extLst>
              <a:ext uri="{FF2B5EF4-FFF2-40B4-BE49-F238E27FC236}">
                <a16:creationId xmlns:a16="http://schemas.microsoft.com/office/drawing/2014/main" id="{FB17ABEB-CE11-6DFE-1EDF-82662ED8C955}"/>
              </a:ext>
            </a:extLst>
          </p:cNvPr>
          <p:cNvSpPr>
            <a:spLocks noGrp="1"/>
          </p:cNvSpPr>
          <p:nvPr>
            <p:ph type="pic" sz="quarter" idx="13" hasCustomPrompt="1"/>
          </p:nvPr>
        </p:nvSpPr>
        <p:spPr>
          <a:xfrm>
            <a:off x="0" y="0"/>
            <a:ext cx="12192000" cy="6860241"/>
          </a:xfrm>
          <a:prstGeom prst="rect">
            <a:avLst/>
          </a:prstGeom>
          <a:noFill/>
        </p:spPr>
        <p:txBody>
          <a:bodyPr tIns="2743200" bIns="0" anchor="ctr"/>
          <a:lstStyle>
            <a:lvl1pPr marL="0" indent="0" algn="ctr">
              <a:buFontTx/>
              <a:buNone/>
              <a:defRPr sz="2400">
                <a:solidFill>
                  <a:schemeClr val="accent5"/>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Tree>
    <p:extLst>
      <p:ext uri="{BB962C8B-B14F-4D97-AF65-F5344CB8AC3E}">
        <p14:creationId xmlns:p14="http://schemas.microsoft.com/office/powerpoint/2010/main" val="12576420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_Divider_Image Left Light">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a:xfrm>
            <a:off x="4495800" y="2286000"/>
            <a:ext cx="7315200" cy="3951288"/>
          </a:xfrm>
        </p:spPr>
        <p:txBody>
          <a:bodyPr/>
          <a:lstStyle>
            <a:lvl1pPr>
              <a:defRPr sz="4800">
                <a:solidFill>
                  <a:schemeClr val="accent1"/>
                </a:solidFill>
              </a:defRPr>
            </a:lvl1pPr>
          </a:lstStyle>
          <a:p>
            <a:r>
              <a:rPr lang="en-US"/>
              <a:t>Divider Page Text</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a:xfrm>
            <a:off x="4495800" y="685800"/>
            <a:ext cx="7315200" cy="1447800"/>
          </a:xfrm>
          <a:prstGeom prst="rect">
            <a:avLst/>
          </a:prstGeom>
        </p:spPr>
        <p:txBody>
          <a:bodyPr lIns="0" tIns="45720" rIns="0"/>
          <a:lstStyle>
            <a:lvl1pPr>
              <a:defRPr lang="en-US" sz="9600" b="1" dirty="0" smtClean="0">
                <a:solidFill>
                  <a:schemeClr val="accent2"/>
                </a:solidFill>
              </a:defRPr>
            </a:lvl1pPr>
          </a:lstStyle>
          <a:p>
            <a:pPr lvl="0">
              <a:lnSpc>
                <a:spcPct val="100000"/>
              </a:lnSpc>
            </a:pPr>
            <a:r>
              <a:rPr lang="en-US"/>
              <a:t>#</a:t>
            </a:r>
          </a:p>
        </p:txBody>
      </p:sp>
      <p:sp>
        <p:nvSpPr>
          <p:cNvPr id="16" name="Picture Placeholder 4">
            <a:extLst>
              <a:ext uri="{FF2B5EF4-FFF2-40B4-BE49-F238E27FC236}">
                <a16:creationId xmlns:a16="http://schemas.microsoft.com/office/drawing/2014/main" id="{CBAA2EA5-06E3-8691-22FA-AE783265C861}"/>
              </a:ext>
            </a:extLst>
          </p:cNvPr>
          <p:cNvSpPr>
            <a:spLocks noGrp="1"/>
          </p:cNvSpPr>
          <p:nvPr>
            <p:ph type="pic" sz="quarter" idx="12" hasCustomPrompt="1"/>
          </p:nvPr>
        </p:nvSpPr>
        <p:spPr>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a:t>Click to add picture</a:t>
            </a:r>
          </a:p>
        </p:txBody>
      </p:sp>
      <p:sp>
        <p:nvSpPr>
          <p:cNvPr id="6" name="Text Placeholder 5">
            <a:extLst>
              <a:ext uri="{FF2B5EF4-FFF2-40B4-BE49-F238E27FC236}">
                <a16:creationId xmlns:a16="http://schemas.microsoft.com/office/drawing/2014/main" id="{84E201FA-14DE-26F5-5B59-34540918F7C3}"/>
              </a:ext>
            </a:extLst>
          </p:cNvPr>
          <p:cNvSpPr>
            <a:spLocks noGrp="1"/>
          </p:cNvSpPr>
          <p:nvPr>
            <p:ph type="body" sz="quarter" idx="27" hasCustomPrompt="1"/>
          </p:nvPr>
        </p:nvSpPr>
        <p:spPr bwMode="gray">
          <a:xfrm>
            <a:off x="0" y="5202000"/>
            <a:ext cx="4038600" cy="1656000"/>
          </a:xfr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r>
              <a:rPr lang="en-US"/>
              <a:t>© 2023 NTT DATA, Inc.</a:t>
            </a: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41586929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_Divider_InnovationCurve on Right Light">
    <p:bg>
      <p:bgPr>
        <a:solidFill>
          <a:schemeClr val="bg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a:xfrm>
            <a:off x="371475" y="2286000"/>
            <a:ext cx="7315200" cy="3886200"/>
          </a:xfrm>
        </p:spPr>
        <p:txBody>
          <a:bodyPr/>
          <a:lstStyle>
            <a:lvl1pPr>
              <a:defRPr sz="4000">
                <a:solidFill>
                  <a:schemeClr val="accent1"/>
                </a:solidFill>
              </a:defRPr>
            </a:lvl1pPr>
          </a:lstStyle>
          <a:p>
            <a:r>
              <a:rPr lang="en-US"/>
              <a:t>Divider Page</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a:xfrm>
            <a:off x="371475" y="685800"/>
            <a:ext cx="7315200" cy="1447800"/>
          </a:xfrm>
          <a:prstGeom prst="rect">
            <a:avLst/>
          </a:prstGeom>
        </p:spPr>
        <p:txBody>
          <a:bodyPr lIns="0" tIns="45720" rIns="0"/>
          <a:lstStyle>
            <a:lvl1pPr>
              <a:defRPr lang="en-US" sz="9600" b="1" dirty="0" smtClean="0">
                <a:solidFill>
                  <a:schemeClr val="accent2"/>
                </a:solidFill>
              </a:defRPr>
            </a:lvl1pPr>
          </a:lstStyle>
          <a:p>
            <a:pPr lvl="0">
              <a:lnSpc>
                <a:spcPct val="100000"/>
              </a:lnSpc>
            </a:pPr>
            <a:r>
              <a:rPr lang="en-US"/>
              <a:t>#</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r>
              <a:rPr lang="en-US"/>
              <a:t>© 2023 NTT DATA, Inc.</a:t>
            </a: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fld id="{13CE6DAF-806F-404B-BC68-339BFCB57E5C}" type="slidenum">
              <a:rPr lang="en-US" smtClean="0"/>
              <a:pPr/>
              <a:t>‹#›</a:t>
            </a:fld>
            <a:endParaRPr lang="en-US"/>
          </a:p>
        </p:txBody>
      </p:sp>
      <p:pic>
        <p:nvPicPr>
          <p:cNvPr id="17" name="Picture 6">
            <a:extLst>
              <a:ext uri="{FF2B5EF4-FFF2-40B4-BE49-F238E27FC236}">
                <a16:creationId xmlns:a16="http://schemas.microsoft.com/office/drawing/2014/main" id="{8E54CF47-5670-1E36-A01C-CE6BD5FD4ECA}"/>
              </a:ext>
            </a:extLst>
          </p:cNvPr>
          <p:cNvPicPr>
            <a:picLocks noChangeAspect="1"/>
          </p:cNvPicPr>
          <p:nvPr userDrawn="1"/>
        </p:nvPicPr>
        <p:blipFill>
          <a:blip r:embed="rId2" cstate="screen">
            <a:alphaModFix amt="30000"/>
            <a:extLst>
              <a:ext uri="{28A0092B-C50C-407E-A947-70E740481C1C}">
                <a14:useLocalDpi xmlns:a14="http://schemas.microsoft.com/office/drawing/2010/main"/>
              </a:ext>
            </a:extLst>
          </a:blip>
          <a:stretch>
            <a:fillRect/>
          </a:stretch>
        </p:blipFill>
        <p:spPr>
          <a:xfrm>
            <a:off x="8070773" y="2431973"/>
            <a:ext cx="3740227" cy="3740227"/>
          </a:xfrm>
          <a:prstGeom prst="rect">
            <a:avLst/>
          </a:prstGeom>
        </p:spPr>
      </p:pic>
    </p:spTree>
    <p:extLst>
      <p:ext uri="{BB962C8B-B14F-4D97-AF65-F5344CB8AC3E}">
        <p14:creationId xmlns:p14="http://schemas.microsoft.com/office/powerpoint/2010/main" val="40897641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_Divider_Innovation Curve Image Left 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725B5FD-E0E9-1E4B-5EFE-D46E0910A6CB}"/>
              </a:ext>
            </a:extLst>
          </p:cNvPr>
          <p:cNvSpPr>
            <a:spLocks noGrp="1"/>
          </p:cNvSpPr>
          <p:nvPr>
            <p:ph type="title" hasCustomPrompt="1"/>
          </p:nvPr>
        </p:nvSpPr>
        <p:spPr>
          <a:xfrm>
            <a:off x="4495800" y="2433116"/>
            <a:ext cx="7315200" cy="3739084"/>
          </a:xfrm>
        </p:spPr>
        <p:txBody>
          <a:bodyPr/>
          <a:lstStyle>
            <a:lvl1pPr>
              <a:defRPr sz="4000">
                <a:solidFill>
                  <a:schemeClr val="accent1"/>
                </a:solidFill>
              </a:defRPr>
            </a:lvl1pPr>
          </a:lstStyle>
          <a:p>
            <a:r>
              <a:rPr lang="en-US"/>
              <a:t>Divider Page</a:t>
            </a:r>
          </a:p>
        </p:txBody>
      </p:sp>
      <p:sp>
        <p:nvSpPr>
          <p:cNvPr id="12" name="Section Number">
            <a:extLst>
              <a:ext uri="{FF2B5EF4-FFF2-40B4-BE49-F238E27FC236}">
                <a16:creationId xmlns:a16="http://schemas.microsoft.com/office/drawing/2014/main" id="{4337322C-F1A6-A8D5-2662-80C365ECE1C8}"/>
              </a:ext>
            </a:extLst>
          </p:cNvPr>
          <p:cNvSpPr>
            <a:spLocks noGrp="1"/>
          </p:cNvSpPr>
          <p:nvPr>
            <p:ph type="body" sz="quarter" idx="12" hasCustomPrompt="1"/>
          </p:nvPr>
        </p:nvSpPr>
        <p:spPr>
          <a:xfrm>
            <a:off x="4495800" y="685800"/>
            <a:ext cx="7315200" cy="1447800"/>
          </a:xfrm>
          <a:prstGeom prst="rect">
            <a:avLst/>
          </a:prstGeom>
        </p:spPr>
        <p:txBody>
          <a:bodyPr lIns="0" tIns="45720" rIns="0"/>
          <a:lstStyle>
            <a:lvl1pPr>
              <a:defRPr lang="en-US" sz="9600" b="1" dirty="0" smtClean="0">
                <a:solidFill>
                  <a:schemeClr val="accent2"/>
                </a:solidFill>
              </a:defRPr>
            </a:lvl1pPr>
          </a:lstStyle>
          <a:p>
            <a:pPr lvl="0">
              <a:lnSpc>
                <a:spcPct val="100000"/>
              </a:lnSpc>
            </a:pPr>
            <a:r>
              <a:rPr lang="en-US"/>
              <a:t>#</a:t>
            </a:r>
          </a:p>
        </p:txBody>
      </p:sp>
      <p:sp>
        <p:nvSpPr>
          <p:cNvPr id="11" name="Footer Placeholder 4">
            <a:extLst>
              <a:ext uri="{FF2B5EF4-FFF2-40B4-BE49-F238E27FC236}">
                <a16:creationId xmlns:a16="http://schemas.microsoft.com/office/drawing/2014/main" id="{8795E080-1F31-4238-044C-F377C0E2532A}"/>
              </a:ext>
            </a:extLst>
          </p:cNvPr>
          <p:cNvSpPr>
            <a:spLocks noGrp="1"/>
          </p:cNvSpPr>
          <p:nvPr>
            <p:ph type="ftr" sz="quarter" idx="3"/>
          </p:nvPr>
        </p:nvSpPr>
        <p:spPr bwMode="gray">
          <a:xfrm>
            <a:off x="371475" y="6563358"/>
            <a:ext cx="218376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r>
              <a:rPr lang="en-US"/>
              <a:t>© 2023 NTT DATA, Inc.</a:t>
            </a:r>
          </a:p>
        </p:txBody>
      </p:sp>
      <p:sp>
        <p:nvSpPr>
          <p:cNvPr id="13" name="Slide Number Placeholder 5">
            <a:extLst>
              <a:ext uri="{FF2B5EF4-FFF2-40B4-BE49-F238E27FC236}">
                <a16:creationId xmlns:a16="http://schemas.microsoft.com/office/drawing/2014/main" id="{5ACFAEF6-C002-CEF8-D12E-35B10EFF2EE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fld id="{13CE6DAF-806F-404B-BC68-339BFCB57E5C}" type="slidenum">
              <a:rPr lang="en-US" smtClean="0"/>
              <a:pPr/>
              <a:t>‹#›</a:t>
            </a:fld>
            <a:endParaRPr lang="en-US"/>
          </a:p>
        </p:txBody>
      </p:sp>
      <p:pic>
        <p:nvPicPr>
          <p:cNvPr id="14" name="Picture 6">
            <a:extLst>
              <a:ext uri="{FF2B5EF4-FFF2-40B4-BE49-F238E27FC236}">
                <a16:creationId xmlns:a16="http://schemas.microsoft.com/office/drawing/2014/main" id="{AE44EF5E-6648-1398-B4E7-717D749EE98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94575" y="2447060"/>
            <a:ext cx="3718800" cy="3718800"/>
          </a:xfrm>
          <a:prstGeom prst="rect">
            <a:avLst/>
          </a:prstGeom>
        </p:spPr>
      </p:pic>
      <p:sp>
        <p:nvSpPr>
          <p:cNvPr id="15" name="Picture Placeholder 9">
            <a:extLst>
              <a:ext uri="{FF2B5EF4-FFF2-40B4-BE49-F238E27FC236}">
                <a16:creationId xmlns:a16="http://schemas.microsoft.com/office/drawing/2014/main" id="{C74CB7FF-BF38-583F-EB84-775D76F699B8}"/>
              </a:ext>
            </a:extLst>
          </p:cNvPr>
          <p:cNvSpPr>
            <a:spLocks noGrp="1"/>
          </p:cNvSpPr>
          <p:nvPr>
            <p:ph type="pic" sz="quarter" idx="17" hasCustomPrompt="1"/>
          </p:nvPr>
        </p:nvSpPr>
        <p:spPr>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a:solidFill>
            <a:schemeClr val="accent6"/>
          </a:solidFill>
          <a:ln w="12700">
            <a:noFill/>
          </a:ln>
          <a:effectLst/>
        </p:spPr>
        <p:txBody>
          <a:bodyPr wrap="none" lIns="0" tIns="1371600" rIns="0" anchor="t">
            <a:noAutofit/>
          </a:bodyPr>
          <a:lstStyle>
            <a:lvl1pPr marL="0" indent="0" algn="ctr">
              <a:buFontTx/>
              <a:buNone/>
              <a:defRPr sz="1100">
                <a:solidFill>
                  <a:schemeClr val="bg1"/>
                </a:solidFill>
              </a:defRPr>
            </a:lvl1pPr>
          </a:lstStyle>
          <a:p>
            <a:r>
              <a:rPr lang="en-US"/>
              <a:t> </a:t>
            </a:r>
          </a:p>
        </p:txBody>
      </p:sp>
    </p:spTree>
    <p:extLst>
      <p:ext uri="{BB962C8B-B14F-4D97-AF65-F5344CB8AC3E}">
        <p14:creationId xmlns:p14="http://schemas.microsoft.com/office/powerpoint/2010/main" val="19676244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D_Divider_InnovationCurve on Right Dark">
    <p:bg>
      <p:bgPr>
        <a:solidFill>
          <a:schemeClr val="accent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a:xfrm>
            <a:off x="371475" y="2286000"/>
            <a:ext cx="7315200" cy="3886200"/>
          </a:xfrm>
        </p:spPr>
        <p:txBody>
          <a:bodyPr/>
          <a:lstStyle>
            <a:lvl1pPr>
              <a:defRPr sz="4000">
                <a:solidFill>
                  <a:schemeClr val="bg1"/>
                </a:solidFill>
              </a:defRPr>
            </a:lvl1pPr>
          </a:lstStyle>
          <a:p>
            <a:r>
              <a:rPr lang="en-US"/>
              <a:t>Divider Page</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a:xfrm>
            <a:off x="371475" y="685800"/>
            <a:ext cx="7315200" cy="1447800"/>
          </a:xfrm>
          <a:prstGeom prst="rect">
            <a:avLst/>
          </a:prstGeom>
        </p:spPr>
        <p:txBody>
          <a:bodyPr lIns="0" tIns="45720" rIns="0"/>
          <a:lstStyle>
            <a:lvl1pPr>
              <a:defRPr lang="en-US" sz="9600" b="1" dirty="0" smtClean="0">
                <a:solidFill>
                  <a:schemeClr val="bg2"/>
                </a:solidFill>
              </a:defRPr>
            </a:lvl1pPr>
          </a:lstStyle>
          <a:p>
            <a:pPr lvl="0">
              <a:lnSpc>
                <a:spcPct val="100000"/>
              </a:lnSpc>
            </a:pPr>
            <a:r>
              <a:rPr lang="en-US"/>
              <a:t>#</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a:t>© 2023 NTT DATA, Inc.</a:t>
            </a: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a:t>
            </a:fld>
            <a:endParaRPr lang="en-US"/>
          </a:p>
        </p:txBody>
      </p:sp>
      <p:pic>
        <p:nvPicPr>
          <p:cNvPr id="8" name="Innovationcurve">
            <a:extLst>
              <a:ext uri="{FF2B5EF4-FFF2-40B4-BE49-F238E27FC236}">
                <a16:creationId xmlns:a16="http://schemas.microsoft.com/office/drawing/2014/main" id="{8FAD0C94-F295-1BA4-75E9-C0403855E0F0}"/>
              </a:ext>
            </a:extLst>
          </p:cNvPr>
          <p:cNvPicPr>
            <a:picLocks noChangeAspect="1"/>
          </p:cNvPicPr>
          <p:nvPr userDrawn="1"/>
        </p:nvPicPr>
        <p:blipFill>
          <a:blip r:embed="rId2"/>
          <a:stretch>
            <a:fillRect/>
          </a:stretch>
        </p:blipFill>
        <p:spPr>
          <a:xfrm>
            <a:off x="7940970" y="2281852"/>
            <a:ext cx="3879556" cy="3890348"/>
          </a:xfrm>
          <a:prstGeom prst="rect">
            <a:avLst/>
          </a:prstGeom>
        </p:spPr>
      </p:pic>
    </p:spTree>
    <p:extLst>
      <p:ext uri="{BB962C8B-B14F-4D97-AF65-F5344CB8AC3E}">
        <p14:creationId xmlns:p14="http://schemas.microsoft.com/office/powerpoint/2010/main" val="87060689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SINGLE TEXT BOX">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88A6EB0C-B0F6-1B49-B084-AD7BB5F3A6D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723600" y="6456396"/>
            <a:ext cx="796218" cy="115608"/>
          </a:xfrm>
          <a:prstGeom prst="rect">
            <a:avLst/>
          </a:prstGeom>
        </p:spPr>
      </p:pic>
      <p:pic>
        <p:nvPicPr>
          <p:cNvPr id="10" name="Picture 9">
            <a:extLst>
              <a:ext uri="{FF2B5EF4-FFF2-40B4-BE49-F238E27FC236}">
                <a16:creationId xmlns:a16="http://schemas.microsoft.com/office/drawing/2014/main" id="{8117465C-9F5E-BC4D-B99B-284296948E04}"/>
              </a:ext>
            </a:extLst>
          </p:cNvPr>
          <p:cNvPicPr>
            <a:picLocks noChangeAspect="1"/>
          </p:cNvPicPr>
          <p:nvPr userDrawn="1"/>
        </p:nvPicPr>
        <p:blipFill>
          <a:blip r:embed="rId3">
            <a:duotone>
              <a:prstClr val="black"/>
              <a:srgbClr val="000000">
                <a:lumMod val="95000"/>
                <a:lumOff val="5000"/>
                <a:tint val="45000"/>
                <a:satMod val="400000"/>
              </a:srgbClr>
            </a:duotone>
            <a:alphaModFix/>
          </a:blip>
          <a:stretch>
            <a:fillRect/>
          </a:stretch>
        </p:blipFill>
        <p:spPr>
          <a:xfrm>
            <a:off x="11746789" y="593502"/>
            <a:ext cx="153821" cy="1377401"/>
          </a:xfrm>
          <a:prstGeom prst="rect">
            <a:avLst/>
          </a:prstGeom>
        </p:spPr>
      </p:pic>
      <p:sp>
        <p:nvSpPr>
          <p:cNvPr id="8" name="TextBox 7">
            <a:extLst>
              <a:ext uri="{FF2B5EF4-FFF2-40B4-BE49-F238E27FC236}">
                <a16:creationId xmlns:a16="http://schemas.microsoft.com/office/drawing/2014/main" id="{595269F5-8310-164B-80FB-6B241CE3B357}"/>
              </a:ext>
            </a:extLst>
          </p:cNvPr>
          <p:cNvSpPr txBox="1"/>
          <p:nvPr userDrawn="1"/>
        </p:nvSpPr>
        <p:spPr>
          <a:xfrm>
            <a:off x="9265955" y="6476195"/>
            <a:ext cx="2215329" cy="116635"/>
          </a:xfrm>
          <a:prstGeom prst="rect">
            <a:avLst/>
          </a:prstGeom>
          <a:noFill/>
        </p:spPr>
        <p:txBody>
          <a:bodyPr wrap="square" lIns="0" tIns="0" rIns="0" bIns="0" rtlCol="0">
            <a:spAutoFit/>
          </a:bodyPr>
          <a:lstStyle/>
          <a:p>
            <a:pPr algn="r">
              <a:lnSpc>
                <a:spcPts val="1000"/>
              </a:lnSpc>
            </a:pPr>
            <a:r>
              <a:rPr lang="en-GB" sz="700">
                <a:solidFill>
                  <a:schemeClr val="tx1">
                    <a:alpha val="50000"/>
                  </a:schemeClr>
                </a:solidFill>
                <a:latin typeface="Arial" panose="020B0604020202020204" pitchFamily="34" charset="0"/>
                <a:ea typeface="Helvetica Neue Light" panose="02000403000000020004" pitchFamily="2" charset="0"/>
                <a:cs typeface="Arial" panose="020B0604020202020204" pitchFamily="34" charset="0"/>
              </a:rPr>
              <a:t>© 2023 NTT DATA. All Rights Reserved.</a:t>
            </a:r>
            <a:endParaRPr lang="en-US" sz="700">
              <a:solidFill>
                <a:schemeClr val="tx1">
                  <a:alpha val="50000"/>
                </a:schemeClr>
              </a:solidFill>
              <a:latin typeface="Arial" panose="020B0604020202020204" pitchFamily="34" charset="0"/>
              <a:ea typeface="Helvetica Neue Light" panose="02000403000000020004" pitchFamily="2" charset="0"/>
              <a:cs typeface="Arial" panose="020B0604020202020204" pitchFamily="34" charset="0"/>
            </a:endParaRPr>
          </a:p>
        </p:txBody>
      </p:sp>
      <p:sp>
        <p:nvSpPr>
          <p:cNvPr id="11" name="Slide Number Placeholder 1">
            <a:extLst>
              <a:ext uri="{FF2B5EF4-FFF2-40B4-BE49-F238E27FC236}">
                <a16:creationId xmlns:a16="http://schemas.microsoft.com/office/drawing/2014/main" id="{5C0D736D-7134-EC4A-82F1-4A92AD791B78}"/>
              </a:ext>
            </a:extLst>
          </p:cNvPr>
          <p:cNvSpPr>
            <a:spLocks noGrp="1"/>
          </p:cNvSpPr>
          <p:nvPr>
            <p:ph type="sldNum" sz="quarter" idx="4"/>
          </p:nvPr>
        </p:nvSpPr>
        <p:spPr>
          <a:xfrm>
            <a:off x="11578618" y="6427925"/>
            <a:ext cx="521208" cy="365125"/>
          </a:xfrm>
          <a:prstGeom prst="rect">
            <a:avLst/>
          </a:prstGeom>
        </p:spPr>
        <p:txBody>
          <a:bodyPr/>
          <a:lstStyle>
            <a:lvl1pPr algn="ctr">
              <a:defRPr sz="800" b="1">
                <a:solidFill>
                  <a:schemeClr val="tx2"/>
                </a:solidFill>
                <a:latin typeface="Arial" panose="020B0604020202020204" pitchFamily="34" charset="0"/>
                <a:cs typeface="Arial" panose="020B0604020202020204" pitchFamily="34" charset="0"/>
              </a:defRPr>
            </a:lvl1pPr>
          </a:lstStyle>
          <a:p>
            <a:fld id="{8601A9B0-84B2-2A4A-97A3-F4155F9C4647}" type="slidenum">
              <a:rPr lang="en-US" smtClean="0"/>
              <a:pPr/>
              <a:t>‹#›</a:t>
            </a:fld>
            <a:endParaRPr lang="en-US"/>
          </a:p>
        </p:txBody>
      </p:sp>
      <p:sp>
        <p:nvSpPr>
          <p:cNvPr id="18" name="Title 8">
            <a:extLst>
              <a:ext uri="{FF2B5EF4-FFF2-40B4-BE49-F238E27FC236}">
                <a16:creationId xmlns:a16="http://schemas.microsoft.com/office/drawing/2014/main" id="{6228C18C-13D6-DD4D-8EC2-00C1200320BA}"/>
              </a:ext>
            </a:extLst>
          </p:cNvPr>
          <p:cNvSpPr>
            <a:spLocks noGrp="1"/>
          </p:cNvSpPr>
          <p:nvPr>
            <p:ph type="title" hasCustomPrompt="1"/>
          </p:nvPr>
        </p:nvSpPr>
        <p:spPr>
          <a:xfrm>
            <a:off x="708102" y="853206"/>
            <a:ext cx="10074741" cy="332399"/>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a:solidFill>
                  <a:schemeClr val="tx2"/>
                </a:solidFill>
              </a:defRPr>
            </a:lvl1pPr>
          </a:lstStyle>
          <a:p>
            <a:r>
              <a:rPr lang="en-GB"/>
              <a:t>Single text box, 24pt, x0.9 line spacing</a:t>
            </a:r>
          </a:p>
        </p:txBody>
      </p:sp>
      <p:sp>
        <p:nvSpPr>
          <p:cNvPr id="19" name="Text Placeholder 2">
            <a:extLst>
              <a:ext uri="{FF2B5EF4-FFF2-40B4-BE49-F238E27FC236}">
                <a16:creationId xmlns:a16="http://schemas.microsoft.com/office/drawing/2014/main" id="{9C22F7E0-095D-3A41-8017-8233DDD05933}"/>
              </a:ext>
            </a:extLst>
          </p:cNvPr>
          <p:cNvSpPr>
            <a:spLocks noGrp="1"/>
          </p:cNvSpPr>
          <p:nvPr>
            <p:ph type="body" sz="quarter" idx="14" hasCustomPrompt="1"/>
          </p:nvPr>
        </p:nvSpPr>
        <p:spPr>
          <a:xfrm>
            <a:off x="704503" y="1557339"/>
            <a:ext cx="9360000" cy="4528612"/>
          </a:xfrm>
          <a:prstGeom prst="rect">
            <a:avLst/>
          </a:prstGeom>
        </p:spPr>
        <p:txBody>
          <a:bodyPr lIns="0" tIns="0" rIns="0" bIns="0"/>
          <a:lstStyle>
            <a:lvl1pPr marL="180000" indent="-180000">
              <a:lnSpc>
                <a:spcPct val="110000"/>
              </a:lnSpc>
              <a:spcBef>
                <a:spcPts val="1200"/>
              </a:spcBef>
              <a:buClr>
                <a:schemeClr val="tx2"/>
              </a:buClr>
              <a:buFont typeface="Arial" panose="020B0604020202020204" pitchFamily="34" charset="0"/>
              <a:buChar char="•"/>
              <a:defRPr sz="1400" b="0" i="0">
                <a:solidFill>
                  <a:schemeClr val="tx2"/>
                </a:solidFill>
                <a:latin typeface="Arial" panose="020B0604020202020204" pitchFamily="34" charset="0"/>
                <a:ea typeface="Helvetica Neue Medium" panose="02000503000000020004" pitchFamily="2" charset="0"/>
                <a:cs typeface="Arial" panose="020B0604020202020204" pitchFamily="34" charset="0"/>
              </a:defRPr>
            </a:lvl1pPr>
            <a:lvl2pPr marL="180000" indent="0">
              <a:lnSpc>
                <a:spcPct val="110000"/>
              </a:lnSpc>
              <a:spcBef>
                <a:spcPts val="1600"/>
              </a:spcBef>
              <a:buClr>
                <a:schemeClr val="bg1">
                  <a:lumMod val="65000"/>
                </a:schemeClr>
              </a:buClr>
              <a:buNone/>
              <a:defRPr sz="1400">
                <a:solidFill>
                  <a:schemeClr val="bg1">
                    <a:lumMod val="50000"/>
                  </a:schemeClr>
                </a:solidFill>
              </a:defRPr>
            </a:lvl2pPr>
            <a:lvl3pPr marL="360000" indent="0">
              <a:lnSpc>
                <a:spcPct val="110000"/>
              </a:lnSpc>
              <a:spcBef>
                <a:spcPts val="1600"/>
              </a:spcBef>
              <a:buClr>
                <a:schemeClr val="bg1">
                  <a:lumMod val="65000"/>
                </a:schemeClr>
              </a:buClr>
              <a:buNone/>
              <a:defRPr sz="1400">
                <a:solidFill>
                  <a:schemeClr val="bg1">
                    <a:lumMod val="65000"/>
                  </a:schemeClr>
                </a:solidFill>
              </a:defRPr>
            </a:lvl3pPr>
            <a:lvl4pPr marL="540000" indent="0">
              <a:lnSpc>
                <a:spcPct val="110000"/>
              </a:lnSpc>
              <a:spcBef>
                <a:spcPts val="1600"/>
              </a:spcBef>
              <a:buClr>
                <a:schemeClr val="bg1">
                  <a:lumMod val="65000"/>
                </a:schemeClr>
              </a:buClr>
              <a:buNone/>
              <a:defRPr sz="1200">
                <a:solidFill>
                  <a:schemeClr val="bg1">
                    <a:lumMod val="65000"/>
                  </a:schemeClr>
                </a:solidFill>
              </a:defRPr>
            </a:lvl4pPr>
            <a:lvl5pPr marL="720000" indent="0">
              <a:lnSpc>
                <a:spcPct val="110000"/>
              </a:lnSpc>
              <a:spcBef>
                <a:spcPts val="1600"/>
              </a:spcBef>
              <a:buClr>
                <a:schemeClr val="bg1">
                  <a:lumMod val="65000"/>
                </a:schemeClr>
              </a:buClr>
              <a:buNone/>
              <a:defRPr sz="1200">
                <a:solidFill>
                  <a:schemeClr val="bg1">
                    <a:lumMod val="65000"/>
                  </a:schemeClr>
                </a:solidFill>
              </a:defRPr>
            </a:lvl5pPr>
          </a:lstStyle>
          <a:p>
            <a:pPr lvl="0"/>
            <a:r>
              <a:rPr lang="en-GB" noProof="0"/>
              <a:t>Click to edit Master text styles</a:t>
            </a:r>
          </a:p>
        </p:txBody>
      </p:sp>
      <p:pic>
        <p:nvPicPr>
          <p:cNvPr id="15" name="Picture 14">
            <a:extLst>
              <a:ext uri="{FF2B5EF4-FFF2-40B4-BE49-F238E27FC236}">
                <a16:creationId xmlns:a16="http://schemas.microsoft.com/office/drawing/2014/main" id="{08078823-491D-4D4C-8719-45561C9F5C3A}"/>
              </a:ext>
            </a:extLst>
          </p:cNvPr>
          <p:cNvPicPr>
            <a:picLocks noChangeAspect="1"/>
          </p:cNvPicPr>
          <p:nvPr userDrawn="1"/>
        </p:nvPicPr>
        <p:blipFill>
          <a:blip r:embed="rId4"/>
          <a:stretch>
            <a:fillRect/>
          </a:stretch>
        </p:blipFill>
        <p:spPr>
          <a:xfrm>
            <a:off x="11691807" y="240422"/>
            <a:ext cx="265119" cy="260299"/>
          </a:xfrm>
          <a:prstGeom prst="rect">
            <a:avLst/>
          </a:prstGeom>
        </p:spPr>
      </p:pic>
      <p:sp>
        <p:nvSpPr>
          <p:cNvPr id="2" name="Footer Placeholder 1"/>
          <p:cNvSpPr>
            <a:spLocks noGrp="1"/>
          </p:cNvSpPr>
          <p:nvPr>
            <p:ph type="ftr" sz="quarter" idx="15"/>
          </p:nvPr>
        </p:nvSpPr>
        <p:spPr/>
        <p:txBody>
          <a:bodyPr/>
          <a:lstStyle/>
          <a:p>
            <a:pPr algn="ctr"/>
            <a:r>
              <a:rPr lang="en-GB"/>
              <a:t>Add kicker here in italics. Maximum two lines. Finish with full stop.</a:t>
            </a:r>
          </a:p>
        </p:txBody>
      </p:sp>
    </p:spTree>
    <p:extLst>
      <p:ext uri="{BB962C8B-B14F-4D97-AF65-F5344CB8AC3E}">
        <p14:creationId xmlns:p14="http://schemas.microsoft.com/office/powerpoint/2010/main" val="40026381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TITLE ONLY with ENSO">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88A6EB0C-B0F6-1B49-B084-AD7BB5F3A6D9}"/>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723600" y="6456396"/>
            <a:ext cx="796218" cy="115608"/>
          </a:xfrm>
          <a:prstGeom prst="rect">
            <a:avLst/>
          </a:prstGeom>
        </p:spPr>
      </p:pic>
      <p:pic>
        <p:nvPicPr>
          <p:cNvPr id="10" name="Picture 9">
            <a:extLst>
              <a:ext uri="{FF2B5EF4-FFF2-40B4-BE49-F238E27FC236}">
                <a16:creationId xmlns:a16="http://schemas.microsoft.com/office/drawing/2014/main" id="{8117465C-9F5E-BC4D-B99B-284296948E04}"/>
              </a:ext>
            </a:extLst>
          </p:cNvPr>
          <p:cNvPicPr>
            <a:picLocks noChangeAspect="1"/>
          </p:cNvPicPr>
          <p:nvPr userDrawn="1"/>
        </p:nvPicPr>
        <p:blipFill>
          <a:blip r:embed="rId3" cstate="email">
            <a:duotone>
              <a:prstClr val="black"/>
              <a:srgbClr val="000000">
                <a:lumMod val="95000"/>
                <a:lumOff val="5000"/>
                <a:tint val="45000"/>
                <a:satMod val="400000"/>
              </a:srgbClr>
            </a:duotone>
            <a:alphaModFix/>
            <a:extLst>
              <a:ext uri="{28A0092B-C50C-407E-A947-70E740481C1C}">
                <a14:useLocalDpi xmlns:a14="http://schemas.microsoft.com/office/drawing/2010/main"/>
              </a:ext>
            </a:extLst>
          </a:blip>
          <a:stretch>
            <a:fillRect/>
          </a:stretch>
        </p:blipFill>
        <p:spPr>
          <a:xfrm>
            <a:off x="11746789" y="593502"/>
            <a:ext cx="153821" cy="1377401"/>
          </a:xfrm>
          <a:prstGeom prst="rect">
            <a:avLst/>
          </a:prstGeom>
        </p:spPr>
      </p:pic>
      <p:sp>
        <p:nvSpPr>
          <p:cNvPr id="6" name="Title 8">
            <a:extLst>
              <a:ext uri="{FF2B5EF4-FFF2-40B4-BE49-F238E27FC236}">
                <a16:creationId xmlns:a16="http://schemas.microsoft.com/office/drawing/2014/main" id="{DD891614-3722-6E4C-9535-16D5508CC8C2}"/>
              </a:ext>
            </a:extLst>
          </p:cNvPr>
          <p:cNvSpPr>
            <a:spLocks noGrp="1"/>
          </p:cNvSpPr>
          <p:nvPr>
            <p:ph type="title" hasCustomPrompt="1"/>
          </p:nvPr>
        </p:nvSpPr>
        <p:spPr>
          <a:xfrm>
            <a:off x="708102" y="853206"/>
            <a:ext cx="10074741" cy="332399"/>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a:solidFill>
                  <a:schemeClr val="tx2"/>
                </a:solidFill>
              </a:defRPr>
            </a:lvl1pPr>
          </a:lstStyle>
          <a:p>
            <a:r>
              <a:rPr lang="en-GB" noProof="0"/>
              <a:t>Title only, 24pt, x0.9 line spacing</a:t>
            </a:r>
          </a:p>
        </p:txBody>
      </p:sp>
      <p:sp>
        <p:nvSpPr>
          <p:cNvPr id="11" name="Slide Number Placeholder 1">
            <a:extLst>
              <a:ext uri="{FF2B5EF4-FFF2-40B4-BE49-F238E27FC236}">
                <a16:creationId xmlns:a16="http://schemas.microsoft.com/office/drawing/2014/main" id="{5C0D736D-7134-EC4A-82F1-4A92AD791B78}"/>
              </a:ext>
            </a:extLst>
          </p:cNvPr>
          <p:cNvSpPr>
            <a:spLocks noGrp="1"/>
          </p:cNvSpPr>
          <p:nvPr>
            <p:ph type="sldNum" sz="quarter" idx="4"/>
          </p:nvPr>
        </p:nvSpPr>
        <p:spPr>
          <a:xfrm>
            <a:off x="11578618" y="6427925"/>
            <a:ext cx="521208" cy="365125"/>
          </a:xfrm>
          <a:prstGeom prst="rect">
            <a:avLst/>
          </a:prstGeom>
        </p:spPr>
        <p:txBody>
          <a:bodyPr/>
          <a:lstStyle>
            <a:lvl1pPr algn="ctr">
              <a:defRPr sz="800" b="1">
                <a:solidFill>
                  <a:schemeClr val="tx2"/>
                </a:solidFill>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601A9B0-84B2-2A4A-97A3-F4155F9C4647}" type="slidenum">
              <a:rPr kumimoji="0" lang="en-US" sz="800" b="1" i="0" u="none" strike="noStrike" kern="1200" cap="none" spc="0" normalizeH="0" baseline="0" noProof="0" smtClean="0">
                <a:ln>
                  <a:noFill/>
                </a:ln>
                <a:solidFill>
                  <a:srgbClr val="111B46"/>
                </a:solidFill>
                <a:effectLst/>
                <a:uLnTx/>
                <a:uFillTx/>
                <a:latin typeface="Arial" panose="020B0604020202020204" pitchFamily="34" charset="0"/>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111B46"/>
              </a:solidFill>
              <a:effectLst/>
              <a:uLnTx/>
              <a:uFillTx/>
              <a:latin typeface="Arial" panose="020B0604020202020204" pitchFamily="34" charset="0"/>
              <a:ea typeface="+mn-ea"/>
              <a:cs typeface="Arial" panose="020B0604020202020204" pitchFamily="34" charset="0"/>
            </a:endParaRPr>
          </a:p>
        </p:txBody>
      </p:sp>
      <p:pic>
        <p:nvPicPr>
          <p:cNvPr id="13" name="Picture 12">
            <a:extLst>
              <a:ext uri="{FF2B5EF4-FFF2-40B4-BE49-F238E27FC236}">
                <a16:creationId xmlns:a16="http://schemas.microsoft.com/office/drawing/2014/main" id="{36D06DB3-1E1D-3447-9435-B6BC5F4CC066}"/>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1691807" y="240422"/>
            <a:ext cx="265119" cy="260299"/>
          </a:xfrm>
          <a:prstGeom prst="rect">
            <a:avLst/>
          </a:prstGeom>
        </p:spPr>
      </p:pic>
      <p:sp>
        <p:nvSpPr>
          <p:cNvPr id="9" name="TextBox 8">
            <a:extLst>
              <a:ext uri="{FF2B5EF4-FFF2-40B4-BE49-F238E27FC236}">
                <a16:creationId xmlns:a16="http://schemas.microsoft.com/office/drawing/2014/main" id="{17C54BF5-8D53-F34B-95AE-7CB4EC425959}"/>
              </a:ext>
            </a:extLst>
          </p:cNvPr>
          <p:cNvSpPr txBox="1"/>
          <p:nvPr userDrawn="1"/>
        </p:nvSpPr>
        <p:spPr>
          <a:xfrm>
            <a:off x="9265955" y="6476195"/>
            <a:ext cx="2215329" cy="116570"/>
          </a:xfrm>
          <a:prstGeom prst="rect">
            <a:avLst/>
          </a:prstGeom>
          <a:noFill/>
        </p:spPr>
        <p:txBody>
          <a:bodyPr wrap="square" lIns="0" tIns="0" rIns="0" bIns="0" rtlCol="0">
            <a:spAutoFit/>
          </a:bodyPr>
          <a:lstStyle/>
          <a:p>
            <a:pPr marL="0" marR="0" lvl="0" indent="0" algn="r" defTabSz="914400" rtl="0" eaLnBrk="1" fontAlgn="auto" latinLnBrk="0" hangingPunct="1">
              <a:lnSpc>
                <a:spcPts val="1000"/>
              </a:lnSpc>
              <a:spcBef>
                <a:spcPts val="0"/>
              </a:spcBef>
              <a:spcAft>
                <a:spcPts val="0"/>
              </a:spcAft>
              <a:buClrTx/>
              <a:buSzTx/>
              <a:buFontTx/>
              <a:buNone/>
              <a:tabLst/>
              <a:defRPr/>
            </a:pPr>
            <a:r>
              <a:rPr kumimoji="0" lang="en-GB" sz="700" b="0" i="0" u="none" strike="noStrike" kern="1200" cap="none" spc="0" normalizeH="0" baseline="0" noProof="0">
                <a:ln>
                  <a:noFill/>
                </a:ln>
                <a:solidFill>
                  <a:srgbClr val="000000">
                    <a:alpha val="50000"/>
                  </a:srgbClr>
                </a:solidFill>
                <a:effectLst/>
                <a:uLnTx/>
                <a:uFillTx/>
                <a:latin typeface="Arial" panose="020B0604020202020204" pitchFamily="34" charset="0"/>
                <a:ea typeface="Helvetica Neue Light" panose="02000403000000020004" pitchFamily="2" charset="0"/>
                <a:cs typeface="Arial" panose="020B0604020202020204" pitchFamily="34" charset="0"/>
              </a:rPr>
              <a:t>© 2023 NTT DATA. All Rights Reserved.</a:t>
            </a:r>
            <a:endParaRPr kumimoji="0" lang="en-US" sz="700" b="0" i="0" u="none" strike="noStrike" kern="1200" cap="none" spc="0" normalizeH="0" baseline="0" noProof="0">
              <a:ln>
                <a:noFill/>
              </a:ln>
              <a:solidFill>
                <a:srgbClr val="000000">
                  <a:alpha val="50000"/>
                </a:srgbClr>
              </a:solidFill>
              <a:effectLst/>
              <a:uLnTx/>
              <a:uFillTx/>
              <a:latin typeface="Arial" panose="020B0604020202020204" pitchFamily="34" charset="0"/>
              <a:ea typeface="Helvetica Neue Light" panose="02000403000000020004" pitchFamily="2" charset="0"/>
              <a:cs typeface="Arial" panose="020B0604020202020204" pitchFamily="34" charset="0"/>
            </a:endParaRPr>
          </a:p>
        </p:txBody>
      </p:sp>
    </p:spTree>
    <p:extLst>
      <p:ext uri="{BB962C8B-B14F-4D97-AF65-F5344CB8AC3E}">
        <p14:creationId xmlns:p14="http://schemas.microsoft.com/office/powerpoint/2010/main" val="1387428759"/>
      </p:ext>
    </p:extLst>
  </p:cSld>
  <p:clrMapOvr>
    <a:masterClrMapping/>
  </p:clrMapOvr>
  <p:extLst>
    <p:ext uri="{DCECCB84-F9BA-43D5-87BE-67443E8EF086}">
      <p15:sldGuideLst xmlns:p15="http://schemas.microsoft.com/office/powerpoint/2012/main">
        <p15:guide id="1" orient="horz" pos="913">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D_Divider_Innovation Curve Image Left Dark">
    <p:bg>
      <p:bgPr>
        <a:solidFill>
          <a:schemeClr val="accent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725B5FD-E0E9-1E4B-5EFE-D46E0910A6CB}"/>
              </a:ext>
            </a:extLst>
          </p:cNvPr>
          <p:cNvSpPr>
            <a:spLocks noGrp="1"/>
          </p:cNvSpPr>
          <p:nvPr>
            <p:ph type="title" hasCustomPrompt="1"/>
          </p:nvPr>
        </p:nvSpPr>
        <p:spPr>
          <a:xfrm>
            <a:off x="4495800" y="2433116"/>
            <a:ext cx="7315200" cy="3739084"/>
          </a:xfrm>
        </p:spPr>
        <p:txBody>
          <a:bodyPr/>
          <a:lstStyle>
            <a:lvl1pPr>
              <a:defRPr sz="4000">
                <a:solidFill>
                  <a:schemeClr val="bg1"/>
                </a:solidFill>
              </a:defRPr>
            </a:lvl1pPr>
          </a:lstStyle>
          <a:p>
            <a:r>
              <a:rPr lang="en-US" noProof="0"/>
              <a:t>Divider Page</a:t>
            </a:r>
          </a:p>
        </p:txBody>
      </p:sp>
      <p:sp>
        <p:nvSpPr>
          <p:cNvPr id="12" name="Section Number">
            <a:extLst>
              <a:ext uri="{FF2B5EF4-FFF2-40B4-BE49-F238E27FC236}">
                <a16:creationId xmlns:a16="http://schemas.microsoft.com/office/drawing/2014/main" id="{4337322C-F1A6-A8D5-2662-80C365ECE1C8}"/>
              </a:ext>
            </a:extLst>
          </p:cNvPr>
          <p:cNvSpPr>
            <a:spLocks noGrp="1"/>
          </p:cNvSpPr>
          <p:nvPr>
            <p:ph type="body" sz="quarter" idx="12" hasCustomPrompt="1"/>
          </p:nvPr>
        </p:nvSpPr>
        <p:spPr>
          <a:xfrm>
            <a:off x="4495800" y="685800"/>
            <a:ext cx="7315200" cy="1447800"/>
          </a:xfrm>
          <a:prstGeom prst="rect">
            <a:avLst/>
          </a:prstGeom>
        </p:spPr>
        <p:txBody>
          <a:bodyPr lIns="0" tIns="45720" rIns="0"/>
          <a:lstStyle>
            <a:lvl1pPr>
              <a:defRPr lang="en-US" sz="9600" b="1" dirty="0" smtClean="0">
                <a:solidFill>
                  <a:schemeClr val="accent2"/>
                </a:solidFill>
              </a:defRPr>
            </a:lvl1pPr>
          </a:lstStyle>
          <a:p>
            <a:pPr lvl="0">
              <a:lnSpc>
                <a:spcPct val="100000"/>
              </a:lnSpc>
            </a:pPr>
            <a:r>
              <a:rPr lang="en-US" noProof="0"/>
              <a:t>#</a:t>
            </a:r>
          </a:p>
        </p:txBody>
      </p:sp>
      <p:sp>
        <p:nvSpPr>
          <p:cNvPr id="11" name="Footer Placeholder 4">
            <a:extLst>
              <a:ext uri="{FF2B5EF4-FFF2-40B4-BE49-F238E27FC236}">
                <a16:creationId xmlns:a16="http://schemas.microsoft.com/office/drawing/2014/main" id="{8795E080-1F31-4238-044C-F377C0E2532A}"/>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a:t>© 2023 NTT DATA, Inc.</a:t>
            </a:r>
          </a:p>
        </p:txBody>
      </p:sp>
      <p:sp>
        <p:nvSpPr>
          <p:cNvPr id="13" name="Slide Number Placeholder 5">
            <a:extLst>
              <a:ext uri="{FF2B5EF4-FFF2-40B4-BE49-F238E27FC236}">
                <a16:creationId xmlns:a16="http://schemas.microsoft.com/office/drawing/2014/main" id="{5ACFAEF6-C002-CEF8-D12E-35B10EFF2EE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noProof="0" smtClean="0"/>
              <a:pPr/>
              <a:t>‹#›</a:t>
            </a:fld>
            <a:endParaRPr lang="en-US" noProof="0"/>
          </a:p>
        </p:txBody>
      </p:sp>
      <p:sp>
        <p:nvSpPr>
          <p:cNvPr id="7" name="Grid">
            <a:extLst>
              <a:ext uri="{FF2B5EF4-FFF2-40B4-BE49-F238E27FC236}">
                <a16:creationId xmlns:a16="http://schemas.microsoft.com/office/drawing/2014/main" id="{7C23E814-83D3-3A4C-E7C1-1CC5AAE30DD9}"/>
              </a:ext>
            </a:extLst>
          </p:cNvPr>
          <p:cNvSpPr>
            <a:spLocks noGrp="1"/>
          </p:cNvSpPr>
          <p:nvPr>
            <p:ph type="body" sz="quarter" idx="14" hasCustomPrompt="1"/>
          </p:nvPr>
        </p:nvSpPr>
        <p:spPr>
          <a:xfrm>
            <a:off x="389852" y="2403913"/>
            <a:ext cx="3755940" cy="3767718"/>
          </a:xfrm>
          <a:blipFill>
            <a:blip r:embed="rId2"/>
            <a:stretch>
              <a:fillRect/>
            </a:stretch>
          </a:blipFill>
        </p:spPr>
        <p:txBody>
          <a:bodyPr/>
          <a:lstStyle>
            <a:lvl1pPr>
              <a:defRPr sz="200"/>
            </a:lvl1pPr>
          </a:lstStyle>
          <a:p>
            <a:pPr lvl="0"/>
            <a:r>
              <a:rPr lang="en-US" noProof="0"/>
              <a:t>.</a:t>
            </a:r>
          </a:p>
        </p:txBody>
      </p:sp>
      <p:sp>
        <p:nvSpPr>
          <p:cNvPr id="8" name="Mask">
            <a:extLst>
              <a:ext uri="{FF2B5EF4-FFF2-40B4-BE49-F238E27FC236}">
                <a16:creationId xmlns:a16="http://schemas.microsoft.com/office/drawing/2014/main" id="{6A3F8A03-35AC-7457-3761-25EFCA9E3C9A}"/>
              </a:ext>
            </a:extLst>
          </p:cNvPr>
          <p:cNvSpPr>
            <a:spLocks noGrp="1"/>
          </p:cNvSpPr>
          <p:nvPr>
            <p:ph type="pic" sz="quarter" idx="15"/>
          </p:nvPr>
        </p:nvSpPr>
        <p:spPr bwMode="gray">
          <a:xfrm>
            <a:off x="389852" y="2403913"/>
            <a:ext cx="3755940" cy="3767718"/>
          </a:xfrm>
          <a:custGeom>
            <a:avLst/>
            <a:gdLst>
              <a:gd name="connsiteX0" fmla="*/ 1221722 w 3755940"/>
              <a:gd name="connsiteY0" fmla="*/ 0 h 3767718"/>
              <a:gd name="connsiteX1" fmla="*/ 2020606 w 3755940"/>
              <a:gd name="connsiteY1" fmla="*/ 439029 h 3767718"/>
              <a:gd name="connsiteX2" fmla="*/ 2500058 w 3755940"/>
              <a:gd name="connsiteY2" fmla="*/ 1241044 h 3767718"/>
              <a:gd name="connsiteX3" fmla="*/ 3753449 w 3755940"/>
              <a:gd name="connsiteY3" fmla="*/ 3762701 h 3767718"/>
              <a:gd name="connsiteX4" fmla="*/ 3755940 w 3755940"/>
              <a:gd name="connsiteY4" fmla="*/ 3767718 h 3767718"/>
              <a:gd name="connsiteX5" fmla="*/ 2499239 w 3755940"/>
              <a:gd name="connsiteY5" fmla="*/ 3767718 h 3767718"/>
              <a:gd name="connsiteX6" fmla="*/ 2498278 w 3755940"/>
              <a:gd name="connsiteY6" fmla="*/ 3765796 h 3767718"/>
              <a:gd name="connsiteX7" fmla="*/ 1255918 w 3755940"/>
              <a:gd name="connsiteY7" fmla="*/ 1279154 h 3767718"/>
              <a:gd name="connsiteX8" fmla="*/ 1255918 w 3755940"/>
              <a:gd name="connsiteY8" fmla="*/ 3767718 h 3767718"/>
              <a:gd name="connsiteX9" fmla="*/ 1252431 w 3755940"/>
              <a:gd name="connsiteY9" fmla="*/ 3767718 h 3767718"/>
              <a:gd name="connsiteX10" fmla="*/ 0 w 3755940"/>
              <a:gd name="connsiteY10" fmla="*/ 3767718 h 3767718"/>
              <a:gd name="connsiteX11" fmla="*/ 0 w 3755940"/>
              <a:gd name="connsiteY11" fmla="*/ 1264422 h 3767718"/>
              <a:gd name="connsiteX12" fmla="*/ 299364 w 3755940"/>
              <a:gd name="connsiteY12" fmla="*/ 383020 h 3767718"/>
              <a:gd name="connsiteX13" fmla="*/ 1221722 w 3755940"/>
              <a:gd name="connsiteY13" fmla="*/ 0 h 3767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55940" h="3767718">
                <a:moveTo>
                  <a:pt x="1221722" y="0"/>
                </a:moveTo>
                <a:cubicBezTo>
                  <a:pt x="1554534" y="0"/>
                  <a:pt x="1814293" y="189446"/>
                  <a:pt x="2020606" y="439029"/>
                </a:cubicBezTo>
                <a:cubicBezTo>
                  <a:pt x="2226883" y="688575"/>
                  <a:pt x="2380212" y="998721"/>
                  <a:pt x="2500058" y="1241044"/>
                </a:cubicBezTo>
                <a:lnTo>
                  <a:pt x="3753449" y="3762701"/>
                </a:lnTo>
                <a:lnTo>
                  <a:pt x="3755940" y="3767718"/>
                </a:lnTo>
                <a:lnTo>
                  <a:pt x="2499239" y="3767718"/>
                </a:lnTo>
                <a:lnTo>
                  <a:pt x="2498278" y="3765796"/>
                </a:lnTo>
                <a:lnTo>
                  <a:pt x="1255918" y="1279154"/>
                </a:lnTo>
                <a:lnTo>
                  <a:pt x="1255918" y="3767718"/>
                </a:lnTo>
                <a:cubicBezTo>
                  <a:pt x="1255918" y="3767718"/>
                  <a:pt x="1252431" y="3767718"/>
                  <a:pt x="1252431" y="3767718"/>
                </a:cubicBezTo>
                <a:lnTo>
                  <a:pt x="0" y="3767718"/>
                </a:lnTo>
                <a:lnTo>
                  <a:pt x="0" y="1264422"/>
                </a:lnTo>
                <a:cubicBezTo>
                  <a:pt x="0" y="932251"/>
                  <a:pt x="97677" y="616163"/>
                  <a:pt x="299364" y="383020"/>
                </a:cubicBezTo>
                <a:cubicBezTo>
                  <a:pt x="501086" y="149842"/>
                  <a:pt x="806677" y="0"/>
                  <a:pt x="1221722" y="0"/>
                </a:cubicBezTo>
                <a:close/>
              </a:path>
            </a:pathLst>
          </a:custGeom>
          <a:solidFill>
            <a:schemeClr val="accent6"/>
          </a:solidFill>
        </p:spPr>
        <p:txBody>
          <a:bodyPr wrap="square">
            <a:noAutofit/>
          </a:bodyPr>
          <a:lstStyle>
            <a:lvl1pPr>
              <a:defRPr sz="200">
                <a:solidFill>
                  <a:srgbClr val="070F26"/>
                </a:solidFill>
              </a:defRPr>
            </a:lvl1pPr>
          </a:lstStyle>
          <a:p>
            <a:endParaRPr lang="en-US" noProof="0"/>
          </a:p>
        </p:txBody>
      </p:sp>
    </p:spTree>
    <p:extLst>
      <p:ext uri="{BB962C8B-B14F-4D97-AF65-F5344CB8AC3E}">
        <p14:creationId xmlns:p14="http://schemas.microsoft.com/office/powerpoint/2010/main" val="2828614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BLANK SLIDE">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117465C-9F5E-BC4D-B99B-284296948E04}"/>
              </a:ext>
            </a:extLst>
          </p:cNvPr>
          <p:cNvPicPr>
            <a:picLocks noChangeAspect="1"/>
          </p:cNvPicPr>
          <p:nvPr userDrawn="1"/>
        </p:nvPicPr>
        <p:blipFill>
          <a:blip r:embed="rId2" cstate="screen">
            <a:duotone>
              <a:prstClr val="black"/>
              <a:srgbClr val="000000">
                <a:lumMod val="95000"/>
                <a:lumOff val="5000"/>
                <a:tint val="45000"/>
                <a:satMod val="400000"/>
              </a:srgbClr>
            </a:duotone>
            <a:alphaModFix/>
            <a:extLst>
              <a:ext uri="{28A0092B-C50C-407E-A947-70E740481C1C}">
                <a14:useLocalDpi xmlns:a14="http://schemas.microsoft.com/office/drawing/2010/main"/>
              </a:ext>
            </a:extLst>
          </a:blip>
          <a:stretch>
            <a:fillRect/>
          </a:stretch>
        </p:blipFill>
        <p:spPr>
          <a:xfrm>
            <a:off x="11746789" y="593502"/>
            <a:ext cx="153821" cy="1377401"/>
          </a:xfrm>
          <a:prstGeom prst="rect">
            <a:avLst/>
          </a:prstGeom>
        </p:spPr>
      </p:pic>
      <p:sp>
        <p:nvSpPr>
          <p:cNvPr id="13" name="Slide Number Placeholder 1">
            <a:extLst>
              <a:ext uri="{FF2B5EF4-FFF2-40B4-BE49-F238E27FC236}">
                <a16:creationId xmlns:a16="http://schemas.microsoft.com/office/drawing/2014/main" id="{C3F16236-9598-7349-8FC4-A40DABA1287E}"/>
              </a:ext>
            </a:extLst>
          </p:cNvPr>
          <p:cNvSpPr>
            <a:spLocks noGrp="1"/>
          </p:cNvSpPr>
          <p:nvPr>
            <p:ph type="sldNum" sz="quarter" idx="4"/>
          </p:nvPr>
        </p:nvSpPr>
        <p:spPr>
          <a:xfrm>
            <a:off x="11578618" y="6427925"/>
            <a:ext cx="521208" cy="365125"/>
          </a:xfrm>
          <a:prstGeom prst="rect">
            <a:avLst/>
          </a:prstGeom>
        </p:spPr>
        <p:txBody>
          <a:bodyPr/>
          <a:lstStyle>
            <a:lvl1pPr algn="ctr">
              <a:defRPr sz="800" b="1">
                <a:solidFill>
                  <a:schemeClr val="tx2"/>
                </a:solidFill>
                <a:latin typeface="Arial" panose="020B0604020202020204" pitchFamily="34" charset="0"/>
                <a:cs typeface="Arial" panose="020B0604020202020204" pitchFamily="34" charset="0"/>
              </a:defRPr>
            </a:lvl1pPr>
          </a:lstStyle>
          <a:p>
            <a:fld id="{8601A9B0-84B2-2A4A-97A3-F4155F9C4647}" type="slidenum">
              <a:rPr lang="en-US" smtClean="0"/>
              <a:pPr/>
              <a:t>‹#›</a:t>
            </a:fld>
            <a:endParaRPr lang="en-US"/>
          </a:p>
        </p:txBody>
      </p:sp>
      <p:pic>
        <p:nvPicPr>
          <p:cNvPr id="8" name="Picture 7">
            <a:extLst>
              <a:ext uri="{FF2B5EF4-FFF2-40B4-BE49-F238E27FC236}">
                <a16:creationId xmlns:a16="http://schemas.microsoft.com/office/drawing/2014/main" id="{0682C988-3762-E74C-B606-05FFBDCE0A3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691807" y="240422"/>
            <a:ext cx="265119" cy="260299"/>
          </a:xfrm>
          <a:prstGeom prst="rect">
            <a:avLst/>
          </a:prstGeom>
        </p:spPr>
      </p:pic>
      <p:pic>
        <p:nvPicPr>
          <p:cNvPr id="14" name="Graphic 11">
            <a:extLst>
              <a:ext uri="{FF2B5EF4-FFF2-40B4-BE49-F238E27FC236}">
                <a16:creationId xmlns:a16="http://schemas.microsoft.com/office/drawing/2014/main" id="{88A6EB0C-B0F6-1B49-B084-AD7BB5F3A6D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23600" y="6456396"/>
            <a:ext cx="796218" cy="115608"/>
          </a:xfrm>
          <a:prstGeom prst="rect">
            <a:avLst/>
          </a:prstGeom>
        </p:spPr>
      </p:pic>
      <p:sp>
        <p:nvSpPr>
          <p:cNvPr id="7" name="TextBox 6">
            <a:extLst>
              <a:ext uri="{FF2B5EF4-FFF2-40B4-BE49-F238E27FC236}">
                <a16:creationId xmlns:a16="http://schemas.microsoft.com/office/drawing/2014/main" id="{E21E0363-FDA8-084A-A50F-D4AEE691423A}"/>
              </a:ext>
            </a:extLst>
          </p:cNvPr>
          <p:cNvSpPr txBox="1"/>
          <p:nvPr userDrawn="1"/>
        </p:nvSpPr>
        <p:spPr>
          <a:xfrm>
            <a:off x="9265955" y="6476195"/>
            <a:ext cx="2215329" cy="116570"/>
          </a:xfrm>
          <a:prstGeom prst="rect">
            <a:avLst/>
          </a:prstGeom>
          <a:noFill/>
        </p:spPr>
        <p:txBody>
          <a:bodyPr wrap="square" lIns="0" tIns="0" rIns="0" bIns="0" rtlCol="0">
            <a:spAutoFit/>
          </a:bodyPr>
          <a:lstStyle/>
          <a:p>
            <a:pPr marL="0" marR="0" lvl="0" indent="0" algn="r" defTabSz="914400" rtl="0" eaLnBrk="1" fontAlgn="auto" latinLnBrk="0" hangingPunct="1">
              <a:lnSpc>
                <a:spcPts val="1000"/>
              </a:lnSpc>
              <a:spcBef>
                <a:spcPts val="0"/>
              </a:spcBef>
              <a:spcAft>
                <a:spcPts val="0"/>
              </a:spcAft>
              <a:buClrTx/>
              <a:buSzTx/>
              <a:buFontTx/>
              <a:buNone/>
              <a:tabLst/>
              <a:defRPr/>
            </a:pPr>
            <a:r>
              <a:rPr kumimoji="0" lang="en-GB" sz="700" b="0" i="0" u="none" strike="noStrike" kern="1200" cap="none" spc="0" normalizeH="0" baseline="0" noProof="0">
                <a:ln>
                  <a:noFill/>
                </a:ln>
                <a:solidFill>
                  <a:srgbClr val="000000">
                    <a:alpha val="50000"/>
                  </a:srgbClr>
                </a:solidFill>
                <a:effectLst/>
                <a:uLnTx/>
                <a:uFillTx/>
                <a:latin typeface="Arial" panose="020B0604020202020204" pitchFamily="34" charset="0"/>
                <a:ea typeface="Helvetica Neue Light" panose="02000403000000020004" pitchFamily="2" charset="0"/>
                <a:cs typeface="Arial" panose="020B0604020202020204" pitchFamily="34" charset="0"/>
              </a:rPr>
              <a:t>© 2023 NTT DATA. All Rights Reserved.</a:t>
            </a:r>
            <a:endParaRPr kumimoji="0" lang="en-US" sz="700" b="0" i="0" u="none" strike="noStrike" kern="1200" cap="none" spc="0" normalizeH="0" baseline="0" noProof="0">
              <a:ln>
                <a:noFill/>
              </a:ln>
              <a:solidFill>
                <a:srgbClr val="000000">
                  <a:alpha val="50000"/>
                </a:srgbClr>
              </a:solidFill>
              <a:effectLst/>
              <a:uLnTx/>
              <a:uFillTx/>
              <a:latin typeface="Arial" panose="020B0604020202020204" pitchFamily="34" charset="0"/>
              <a:ea typeface="Helvetica Neue Light" panose="02000403000000020004" pitchFamily="2" charset="0"/>
              <a:cs typeface="Arial" panose="020B0604020202020204" pitchFamily="34" charset="0"/>
            </a:endParaRPr>
          </a:p>
        </p:txBody>
      </p:sp>
    </p:spTree>
    <p:extLst>
      <p:ext uri="{BB962C8B-B14F-4D97-AF65-F5344CB8AC3E}">
        <p14:creationId xmlns:p14="http://schemas.microsoft.com/office/powerpoint/2010/main" val="29470166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572">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TITLE &amp; SUBHEAD with ENSO">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88A6EB0C-B0F6-1B49-B084-AD7BB5F3A6D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723600" y="6456396"/>
            <a:ext cx="796218" cy="115608"/>
          </a:xfrm>
          <a:prstGeom prst="rect">
            <a:avLst/>
          </a:prstGeom>
        </p:spPr>
      </p:pic>
      <p:pic>
        <p:nvPicPr>
          <p:cNvPr id="10" name="Picture 9">
            <a:extLst>
              <a:ext uri="{FF2B5EF4-FFF2-40B4-BE49-F238E27FC236}">
                <a16:creationId xmlns:a16="http://schemas.microsoft.com/office/drawing/2014/main" id="{8117465C-9F5E-BC4D-B99B-284296948E04}"/>
              </a:ext>
            </a:extLst>
          </p:cNvPr>
          <p:cNvPicPr>
            <a:picLocks noChangeAspect="1"/>
          </p:cNvPicPr>
          <p:nvPr userDrawn="1"/>
        </p:nvPicPr>
        <p:blipFill>
          <a:blip r:embed="rId3" cstate="print">
            <a:duotone>
              <a:prstClr val="black"/>
              <a:srgbClr val="000000">
                <a:lumMod val="95000"/>
                <a:lumOff val="5000"/>
                <a:tint val="45000"/>
                <a:satMod val="400000"/>
              </a:srgbClr>
            </a:duotone>
            <a:alphaModFix/>
            <a:extLst>
              <a:ext uri="{28A0092B-C50C-407E-A947-70E740481C1C}">
                <a14:useLocalDpi xmlns:a14="http://schemas.microsoft.com/office/drawing/2010/main"/>
              </a:ext>
            </a:extLst>
          </a:blip>
          <a:stretch>
            <a:fillRect/>
          </a:stretch>
        </p:blipFill>
        <p:spPr>
          <a:xfrm>
            <a:off x="11746789" y="593502"/>
            <a:ext cx="153821" cy="1377401"/>
          </a:xfrm>
          <a:prstGeom prst="rect">
            <a:avLst/>
          </a:prstGeom>
        </p:spPr>
      </p:pic>
      <p:sp>
        <p:nvSpPr>
          <p:cNvPr id="6" name="Title 8">
            <a:extLst>
              <a:ext uri="{FF2B5EF4-FFF2-40B4-BE49-F238E27FC236}">
                <a16:creationId xmlns:a16="http://schemas.microsoft.com/office/drawing/2014/main" id="{DD891614-3722-6E4C-9535-16D5508CC8C2}"/>
              </a:ext>
            </a:extLst>
          </p:cNvPr>
          <p:cNvSpPr>
            <a:spLocks noGrp="1"/>
          </p:cNvSpPr>
          <p:nvPr>
            <p:ph type="title" hasCustomPrompt="1"/>
          </p:nvPr>
        </p:nvSpPr>
        <p:spPr>
          <a:xfrm>
            <a:off x="708102" y="853206"/>
            <a:ext cx="10074741" cy="332399"/>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a:solidFill>
                  <a:schemeClr val="tx2"/>
                </a:solidFill>
              </a:defRPr>
            </a:lvl1pPr>
          </a:lstStyle>
          <a:p>
            <a:r>
              <a:rPr lang="en-GB" noProof="0"/>
              <a:t>Title &amp; subheading, title 24pt, x0.9 line spacing</a:t>
            </a:r>
          </a:p>
        </p:txBody>
      </p:sp>
      <p:sp>
        <p:nvSpPr>
          <p:cNvPr id="7" name="Content Placeholder 4">
            <a:extLst>
              <a:ext uri="{FF2B5EF4-FFF2-40B4-BE49-F238E27FC236}">
                <a16:creationId xmlns:a16="http://schemas.microsoft.com/office/drawing/2014/main" id="{734E9A17-9350-9249-AE4A-DDD6CEA97EC1}"/>
              </a:ext>
            </a:extLst>
          </p:cNvPr>
          <p:cNvSpPr>
            <a:spLocks noGrp="1"/>
          </p:cNvSpPr>
          <p:nvPr>
            <p:ph sz="quarter" idx="12" hasCustomPrompt="1"/>
          </p:nvPr>
        </p:nvSpPr>
        <p:spPr>
          <a:xfrm>
            <a:off x="704503" y="1260000"/>
            <a:ext cx="9360000" cy="193899"/>
          </a:xfrm>
          <a:prstGeom prst="rect">
            <a:avLst/>
          </a:prstGeom>
        </p:spPr>
        <p:txBody>
          <a:bodyPr wrap="square" lIns="0" tIns="0" rIns="0" bIns="0">
            <a:spAutoFit/>
          </a:bodyPr>
          <a:lstStyle>
            <a:lvl1pPr marL="0" indent="0">
              <a:buNone/>
              <a:defRPr sz="1400" b="0">
                <a:solidFill>
                  <a:schemeClr val="tx1">
                    <a:lumMod val="50000"/>
                    <a:lumOff val="50000"/>
                  </a:schemeClr>
                </a:solidFill>
                <a:latin typeface="Arial" panose="020B0604020202020204" pitchFamily="34" charset="0"/>
                <a:cs typeface="Arial" panose="020B0604020202020204" pitchFamily="34" charset="0"/>
              </a:defRPr>
            </a:lvl1pPr>
          </a:lstStyle>
          <a:p>
            <a:pPr lvl="0"/>
            <a:r>
              <a:rPr lang="en-GB" noProof="0"/>
              <a:t>Sub-heading 14pt, x0.9 line spacing</a:t>
            </a:r>
          </a:p>
        </p:txBody>
      </p:sp>
      <p:sp>
        <p:nvSpPr>
          <p:cNvPr id="11" name="Slide Number Placeholder 1">
            <a:extLst>
              <a:ext uri="{FF2B5EF4-FFF2-40B4-BE49-F238E27FC236}">
                <a16:creationId xmlns:a16="http://schemas.microsoft.com/office/drawing/2014/main" id="{5C0D736D-7134-EC4A-82F1-4A92AD791B78}"/>
              </a:ext>
            </a:extLst>
          </p:cNvPr>
          <p:cNvSpPr>
            <a:spLocks noGrp="1"/>
          </p:cNvSpPr>
          <p:nvPr>
            <p:ph type="sldNum" sz="quarter" idx="4"/>
          </p:nvPr>
        </p:nvSpPr>
        <p:spPr>
          <a:xfrm>
            <a:off x="11578618" y="6427925"/>
            <a:ext cx="521208" cy="365125"/>
          </a:xfrm>
          <a:prstGeom prst="rect">
            <a:avLst/>
          </a:prstGeom>
        </p:spPr>
        <p:txBody>
          <a:bodyPr/>
          <a:lstStyle>
            <a:lvl1pPr algn="ctr">
              <a:defRPr sz="800" b="1">
                <a:solidFill>
                  <a:schemeClr val="tx2"/>
                </a:solidFill>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601A9B0-84B2-2A4A-97A3-F4155F9C4647}" type="slidenum">
              <a:rPr kumimoji="0" lang="en-US" sz="800" b="1" i="0" u="none" strike="noStrike" kern="1200" cap="none" spc="0" normalizeH="0" baseline="0" noProof="0" smtClean="0">
                <a:ln>
                  <a:noFill/>
                </a:ln>
                <a:solidFill>
                  <a:srgbClr val="111B46"/>
                </a:solidFill>
                <a:effectLst/>
                <a:uLnTx/>
                <a:uFillTx/>
                <a:latin typeface="Arial" panose="020B0604020202020204" pitchFamily="34" charset="0"/>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111B46"/>
              </a:solidFill>
              <a:effectLst/>
              <a:uLnTx/>
              <a:uFillTx/>
              <a:latin typeface="Arial" panose="020B0604020202020204" pitchFamily="34" charset="0"/>
              <a:ea typeface="+mn-ea"/>
              <a:cs typeface="Arial" panose="020B0604020202020204" pitchFamily="34" charset="0"/>
            </a:endParaRPr>
          </a:p>
        </p:txBody>
      </p:sp>
      <p:pic>
        <p:nvPicPr>
          <p:cNvPr id="13" name="Picture 12">
            <a:extLst>
              <a:ext uri="{FF2B5EF4-FFF2-40B4-BE49-F238E27FC236}">
                <a16:creationId xmlns:a16="http://schemas.microsoft.com/office/drawing/2014/main" id="{36D06DB3-1E1D-3447-9435-B6BC5F4CC066}"/>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11691807" y="240422"/>
            <a:ext cx="265119" cy="260299"/>
          </a:xfrm>
          <a:prstGeom prst="rect">
            <a:avLst/>
          </a:prstGeom>
        </p:spPr>
      </p:pic>
      <p:sp>
        <p:nvSpPr>
          <p:cNvPr id="9" name="TextBox 8">
            <a:extLst>
              <a:ext uri="{FF2B5EF4-FFF2-40B4-BE49-F238E27FC236}">
                <a16:creationId xmlns:a16="http://schemas.microsoft.com/office/drawing/2014/main" id="{AA337910-BA01-7449-AD68-5E8A12887859}"/>
              </a:ext>
            </a:extLst>
          </p:cNvPr>
          <p:cNvSpPr txBox="1"/>
          <p:nvPr userDrawn="1"/>
        </p:nvSpPr>
        <p:spPr>
          <a:xfrm>
            <a:off x="9265955" y="6476195"/>
            <a:ext cx="2215329" cy="116570"/>
          </a:xfrm>
          <a:prstGeom prst="rect">
            <a:avLst/>
          </a:prstGeom>
          <a:noFill/>
        </p:spPr>
        <p:txBody>
          <a:bodyPr wrap="square" lIns="0" tIns="0" rIns="0" bIns="0" rtlCol="0">
            <a:spAutoFit/>
          </a:bodyPr>
          <a:lstStyle/>
          <a:p>
            <a:pPr marL="0" marR="0" lvl="0" indent="0" algn="r" defTabSz="914400" rtl="0" eaLnBrk="1" fontAlgn="auto" latinLnBrk="0" hangingPunct="1">
              <a:lnSpc>
                <a:spcPts val="1000"/>
              </a:lnSpc>
              <a:spcBef>
                <a:spcPts val="0"/>
              </a:spcBef>
              <a:spcAft>
                <a:spcPts val="0"/>
              </a:spcAft>
              <a:buClrTx/>
              <a:buSzTx/>
              <a:buFontTx/>
              <a:buNone/>
              <a:tabLst/>
              <a:defRPr/>
            </a:pPr>
            <a:r>
              <a:rPr kumimoji="0" lang="en-GB" sz="700" b="0" i="0" u="none" strike="noStrike" kern="1200" cap="none" spc="0" normalizeH="0" baseline="0" noProof="0">
                <a:ln>
                  <a:noFill/>
                </a:ln>
                <a:solidFill>
                  <a:srgbClr val="000000">
                    <a:alpha val="50000"/>
                  </a:srgbClr>
                </a:solidFill>
                <a:effectLst/>
                <a:uLnTx/>
                <a:uFillTx/>
                <a:latin typeface="Arial" panose="020B0604020202020204" pitchFamily="34" charset="0"/>
                <a:ea typeface="Helvetica Neue Light" panose="02000403000000020004" pitchFamily="2" charset="0"/>
                <a:cs typeface="Arial" panose="020B0604020202020204" pitchFamily="34" charset="0"/>
              </a:rPr>
              <a:t>© 2023 NTT DATA. All Rights Reserved.</a:t>
            </a:r>
            <a:endParaRPr kumimoji="0" lang="en-US" sz="700" b="0" i="0" u="none" strike="noStrike" kern="1200" cap="none" spc="0" normalizeH="0" baseline="0" noProof="0">
              <a:ln>
                <a:noFill/>
              </a:ln>
              <a:solidFill>
                <a:srgbClr val="000000">
                  <a:alpha val="50000"/>
                </a:srgbClr>
              </a:solidFill>
              <a:effectLst/>
              <a:uLnTx/>
              <a:uFillTx/>
              <a:latin typeface="Arial" panose="020B0604020202020204" pitchFamily="34" charset="0"/>
              <a:ea typeface="Helvetica Neue Light" panose="02000403000000020004" pitchFamily="2" charset="0"/>
              <a:cs typeface="Arial" panose="020B0604020202020204" pitchFamily="34" charset="0"/>
            </a:endParaRPr>
          </a:p>
        </p:txBody>
      </p:sp>
    </p:spTree>
    <p:extLst>
      <p:ext uri="{BB962C8B-B14F-4D97-AF65-F5344CB8AC3E}">
        <p14:creationId xmlns:p14="http://schemas.microsoft.com/office/powerpoint/2010/main" val="2097593058"/>
      </p:ext>
    </p:extLst>
  </p:cSld>
  <p:clrMapOvr>
    <a:masterClrMapping/>
  </p:clrMapOvr>
  <p:extLst>
    <p:ext uri="{DCECCB84-F9BA-43D5-87BE-67443E8EF086}">
      <p15:sldGuideLst xmlns:p15="http://schemas.microsoft.com/office/powerpoint/2012/main">
        <p15:guide id="1" orient="horz" pos="1253">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BLANK SLIDE with ENSO">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88A6EB0C-B0F6-1B49-B084-AD7BB5F3A6D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723600" y="6456396"/>
            <a:ext cx="796218" cy="115608"/>
          </a:xfrm>
          <a:prstGeom prst="rect">
            <a:avLst/>
          </a:prstGeom>
        </p:spPr>
      </p:pic>
      <p:pic>
        <p:nvPicPr>
          <p:cNvPr id="10" name="Picture 9">
            <a:extLst>
              <a:ext uri="{FF2B5EF4-FFF2-40B4-BE49-F238E27FC236}">
                <a16:creationId xmlns:a16="http://schemas.microsoft.com/office/drawing/2014/main" id="{8117465C-9F5E-BC4D-B99B-284296948E04}"/>
              </a:ext>
            </a:extLst>
          </p:cNvPr>
          <p:cNvPicPr>
            <a:picLocks noChangeAspect="1"/>
          </p:cNvPicPr>
          <p:nvPr userDrawn="1"/>
        </p:nvPicPr>
        <p:blipFill>
          <a:blip r:embed="rId3">
            <a:duotone>
              <a:prstClr val="black"/>
              <a:srgbClr val="000000">
                <a:lumMod val="95000"/>
                <a:lumOff val="5000"/>
                <a:tint val="45000"/>
                <a:satMod val="400000"/>
              </a:srgbClr>
            </a:duotone>
            <a:alphaModFix/>
          </a:blip>
          <a:stretch>
            <a:fillRect/>
          </a:stretch>
        </p:blipFill>
        <p:spPr>
          <a:xfrm>
            <a:off x="11746789" y="593502"/>
            <a:ext cx="153821" cy="1377401"/>
          </a:xfrm>
          <a:prstGeom prst="rect">
            <a:avLst/>
          </a:prstGeom>
        </p:spPr>
      </p:pic>
      <p:sp>
        <p:nvSpPr>
          <p:cNvPr id="11" name="TextBox 10">
            <a:extLst>
              <a:ext uri="{FF2B5EF4-FFF2-40B4-BE49-F238E27FC236}">
                <a16:creationId xmlns:a16="http://schemas.microsoft.com/office/drawing/2014/main" id="{9F15BEAF-3BD7-0D44-9280-9C941E893C0F}"/>
              </a:ext>
            </a:extLst>
          </p:cNvPr>
          <p:cNvSpPr txBox="1"/>
          <p:nvPr userDrawn="1"/>
        </p:nvSpPr>
        <p:spPr>
          <a:xfrm>
            <a:off x="9265955" y="6476195"/>
            <a:ext cx="2215329" cy="116570"/>
          </a:xfrm>
          <a:prstGeom prst="rect">
            <a:avLst/>
          </a:prstGeom>
          <a:noFill/>
        </p:spPr>
        <p:txBody>
          <a:bodyPr wrap="square" lIns="0" tIns="0" rIns="0" bIns="0" rtlCol="0">
            <a:spAutoFit/>
          </a:bodyPr>
          <a:lstStyle/>
          <a:p>
            <a:pPr algn="r">
              <a:lnSpc>
                <a:spcPts val="1000"/>
              </a:lnSpc>
            </a:pPr>
            <a:r>
              <a:rPr lang="en-GB" sz="700">
                <a:solidFill>
                  <a:schemeClr val="tx1">
                    <a:alpha val="50000"/>
                  </a:schemeClr>
                </a:solidFill>
                <a:latin typeface="Arial" panose="020B0604020202020204" pitchFamily="34" charset="0"/>
                <a:ea typeface="Helvetica Neue Light" panose="02000403000000020004" pitchFamily="2" charset="0"/>
                <a:cs typeface="Arial" panose="020B0604020202020204" pitchFamily="34" charset="0"/>
              </a:rPr>
              <a:t>© 2023 NTT DATA. All Rights Reserved.</a:t>
            </a:r>
            <a:endParaRPr lang="en-US" sz="700">
              <a:solidFill>
                <a:schemeClr val="tx1">
                  <a:alpha val="50000"/>
                </a:schemeClr>
              </a:solidFill>
              <a:latin typeface="Arial" panose="020B0604020202020204" pitchFamily="34" charset="0"/>
              <a:ea typeface="Helvetica Neue Light" panose="02000403000000020004" pitchFamily="2" charset="0"/>
              <a:cs typeface="Arial" panose="020B0604020202020204" pitchFamily="34" charset="0"/>
            </a:endParaRPr>
          </a:p>
        </p:txBody>
      </p:sp>
      <p:sp>
        <p:nvSpPr>
          <p:cNvPr id="13" name="Slide Number Placeholder 1">
            <a:extLst>
              <a:ext uri="{FF2B5EF4-FFF2-40B4-BE49-F238E27FC236}">
                <a16:creationId xmlns:a16="http://schemas.microsoft.com/office/drawing/2014/main" id="{C3F16236-9598-7349-8FC4-A40DABA1287E}"/>
              </a:ext>
            </a:extLst>
          </p:cNvPr>
          <p:cNvSpPr>
            <a:spLocks noGrp="1"/>
          </p:cNvSpPr>
          <p:nvPr>
            <p:ph type="sldNum" sz="quarter" idx="4"/>
          </p:nvPr>
        </p:nvSpPr>
        <p:spPr>
          <a:xfrm>
            <a:off x="11578618" y="6427925"/>
            <a:ext cx="521208" cy="365125"/>
          </a:xfrm>
          <a:prstGeom prst="rect">
            <a:avLst/>
          </a:prstGeom>
        </p:spPr>
        <p:txBody>
          <a:bodyPr/>
          <a:lstStyle>
            <a:lvl1pPr algn="ctr">
              <a:defRPr sz="800" b="1">
                <a:solidFill>
                  <a:schemeClr val="tx2"/>
                </a:solidFill>
                <a:latin typeface="Arial" panose="020B0604020202020204" pitchFamily="34" charset="0"/>
                <a:cs typeface="Arial" panose="020B0604020202020204" pitchFamily="34" charset="0"/>
              </a:defRPr>
            </a:lvl1pPr>
          </a:lstStyle>
          <a:p>
            <a:fld id="{8601A9B0-84B2-2A4A-97A3-F4155F9C4647}" type="slidenum">
              <a:rPr lang="en-US" smtClean="0"/>
              <a:pPr/>
              <a:t>‹#›</a:t>
            </a:fld>
            <a:endParaRPr lang="en-US"/>
          </a:p>
        </p:txBody>
      </p:sp>
      <p:pic>
        <p:nvPicPr>
          <p:cNvPr id="8" name="Picture 7">
            <a:extLst>
              <a:ext uri="{FF2B5EF4-FFF2-40B4-BE49-F238E27FC236}">
                <a16:creationId xmlns:a16="http://schemas.microsoft.com/office/drawing/2014/main" id="{0682C988-3762-E74C-B606-05FFBDCE0A39}"/>
              </a:ext>
            </a:extLst>
          </p:cNvPr>
          <p:cNvPicPr>
            <a:picLocks noChangeAspect="1"/>
          </p:cNvPicPr>
          <p:nvPr userDrawn="1"/>
        </p:nvPicPr>
        <p:blipFill>
          <a:blip r:embed="rId4"/>
          <a:stretch>
            <a:fillRect/>
          </a:stretch>
        </p:blipFill>
        <p:spPr>
          <a:xfrm>
            <a:off x="11691807" y="240422"/>
            <a:ext cx="265119" cy="260299"/>
          </a:xfrm>
          <a:prstGeom prst="rect">
            <a:avLst/>
          </a:prstGeom>
        </p:spPr>
      </p:pic>
    </p:spTree>
    <p:extLst>
      <p:ext uri="{BB962C8B-B14F-4D97-AF65-F5344CB8AC3E}">
        <p14:creationId xmlns:p14="http://schemas.microsoft.com/office/powerpoint/2010/main" val="1489772570"/>
      </p:ext>
    </p:extLst>
  </p:cSld>
  <p:clrMapOvr>
    <a:masterClrMapping/>
  </p:clrMapOvr>
  <p:extLst>
    <p:ext uri="{DCECCB84-F9BA-43D5-87BE-67443E8EF086}">
      <p15:sldGuideLst xmlns:p15="http://schemas.microsoft.com/office/powerpoint/2012/main">
        <p15:guide id="1" orient="horz" pos="57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LE PUBLIC SECTO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7DE1738-2E38-E84F-B2EA-ECA36D4E1D91}"/>
              </a:ext>
            </a:extLst>
          </p:cNvPr>
          <p:cNvSpPr>
            <a:spLocks noGrp="1"/>
          </p:cNvSpPr>
          <p:nvPr>
            <p:ph type="title" hasCustomPrompt="1"/>
          </p:nvPr>
        </p:nvSpPr>
        <p:spPr>
          <a:xfrm>
            <a:off x="715762" y="2681103"/>
            <a:ext cx="7204784" cy="1495794"/>
          </a:xfrm>
        </p:spPr>
        <p:txBody>
          <a:bodyPr anchor="b" anchorCtr="0"/>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lang="en-GB" noProof="0"/>
              <a:t>Public Sector </a:t>
            </a:r>
            <a:br>
              <a:rPr lang="en-GB" noProof="0"/>
            </a:br>
            <a:r>
              <a:rPr lang="en-GB" noProof="0"/>
              <a:t>36pt size</a:t>
            </a:r>
            <a:br>
              <a:rPr lang="en-GB" noProof="0"/>
            </a:br>
            <a:r>
              <a:rPr lang="en-GB" noProof="0"/>
              <a:t>x0.9 line spacing</a:t>
            </a:r>
          </a:p>
        </p:txBody>
      </p:sp>
      <p:sp>
        <p:nvSpPr>
          <p:cNvPr id="5" name="Text Placeholder 11">
            <a:extLst>
              <a:ext uri="{FF2B5EF4-FFF2-40B4-BE49-F238E27FC236}">
                <a16:creationId xmlns:a16="http://schemas.microsoft.com/office/drawing/2014/main" id="{1D4B7A15-CB36-734E-BA96-C3CB6DCB6B90}"/>
              </a:ext>
            </a:extLst>
          </p:cNvPr>
          <p:cNvSpPr>
            <a:spLocks noGrp="1"/>
          </p:cNvSpPr>
          <p:nvPr>
            <p:ph type="body" sz="quarter" idx="15" hasCustomPrompt="1"/>
          </p:nvPr>
        </p:nvSpPr>
        <p:spPr>
          <a:xfrm>
            <a:off x="715762" y="4312250"/>
            <a:ext cx="7204784" cy="370533"/>
          </a:xfrm>
          <a:prstGeom prst="rect">
            <a:avLst/>
          </a:prstGeom>
        </p:spPr>
        <p:txBody>
          <a:bodyPr lIns="0" tIns="0" rIns="0" bIns="0"/>
          <a:lstStyle>
            <a:lvl1pPr>
              <a:lnSpc>
                <a:spcPct val="110000"/>
              </a:lnSpc>
              <a:defRPr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GB" noProof="0"/>
              <a:t>Sub-heading 20pt, x1.1 line spacing</a:t>
            </a:r>
          </a:p>
        </p:txBody>
      </p:sp>
      <p:sp>
        <p:nvSpPr>
          <p:cNvPr id="8" name="Text Placeholder 15">
            <a:extLst>
              <a:ext uri="{FF2B5EF4-FFF2-40B4-BE49-F238E27FC236}">
                <a16:creationId xmlns:a16="http://schemas.microsoft.com/office/drawing/2014/main" id="{1BC6BF9B-E1CC-B14A-B137-F99500193536}"/>
              </a:ext>
            </a:extLst>
          </p:cNvPr>
          <p:cNvSpPr>
            <a:spLocks noGrp="1"/>
          </p:cNvSpPr>
          <p:nvPr>
            <p:ph type="body" sz="quarter" idx="17" hasCustomPrompt="1"/>
          </p:nvPr>
        </p:nvSpPr>
        <p:spPr>
          <a:xfrm>
            <a:off x="715762" y="6144098"/>
            <a:ext cx="2120572" cy="152349"/>
          </a:xfrm>
          <a:prstGeom prst="rect">
            <a:avLst/>
          </a:prstGeom>
        </p:spPr>
        <p:txBody>
          <a:bodyPr wrap="square" lIns="0" tIns="0" rIns="0" bIns="0">
            <a:spAutoFit/>
          </a:bodyPr>
          <a:lstStyle>
            <a:lvl1pPr>
              <a:defRPr sz="11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pPr lvl="0"/>
            <a:fld id="{72CA437C-7649-41DE-85DA-5E3571D227D8}" type="datetime4">
              <a:rPr lang="en-GB" noProof="0" smtClean="0"/>
              <a:t>13 May 2019</a:t>
            </a:fld>
            <a:endParaRPr lang="en-GB" noProof="0"/>
          </a:p>
        </p:txBody>
      </p:sp>
      <p:sp>
        <p:nvSpPr>
          <p:cNvPr id="10" name="Text Placeholder 15">
            <a:extLst>
              <a:ext uri="{FF2B5EF4-FFF2-40B4-BE49-F238E27FC236}">
                <a16:creationId xmlns:a16="http://schemas.microsoft.com/office/drawing/2014/main" id="{0E9875C0-24AA-634D-93C5-C2DD04CB6D38}"/>
              </a:ext>
            </a:extLst>
          </p:cNvPr>
          <p:cNvSpPr>
            <a:spLocks noGrp="1"/>
          </p:cNvSpPr>
          <p:nvPr>
            <p:ph type="body" sz="quarter" idx="16" hasCustomPrompt="1"/>
          </p:nvPr>
        </p:nvSpPr>
        <p:spPr>
          <a:xfrm>
            <a:off x="715761" y="5760000"/>
            <a:ext cx="7204783" cy="221599"/>
          </a:xfrm>
          <a:prstGeom prst="rect">
            <a:avLst/>
          </a:prstGeom>
        </p:spPr>
        <p:txBody>
          <a:bodyPr lIns="0" tIns="0" rIns="0" bIns="0">
            <a:spAutoFit/>
          </a:bodyPr>
          <a:lstStyle>
            <a:lvl1pPr>
              <a:defRPr sz="16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GB" noProof="0"/>
              <a:t>Presenter name 16pt Bold, Title 16pt Regular</a:t>
            </a:r>
          </a:p>
        </p:txBody>
      </p:sp>
      <p:sp>
        <p:nvSpPr>
          <p:cNvPr id="13" name="Text Placeholder 15">
            <a:extLst>
              <a:ext uri="{FF2B5EF4-FFF2-40B4-BE49-F238E27FC236}">
                <a16:creationId xmlns:a16="http://schemas.microsoft.com/office/drawing/2014/main" id="{8CE435B4-6B8D-714A-844D-4766AF23F871}"/>
              </a:ext>
            </a:extLst>
          </p:cNvPr>
          <p:cNvSpPr>
            <a:spLocks noGrp="1"/>
          </p:cNvSpPr>
          <p:nvPr>
            <p:ph type="body" sz="quarter" idx="19" hasCustomPrompt="1"/>
          </p:nvPr>
        </p:nvSpPr>
        <p:spPr>
          <a:xfrm>
            <a:off x="9975997" y="6052023"/>
            <a:ext cx="1221528" cy="346249"/>
          </a:xfrm>
          <a:prstGeom prst="rect">
            <a:avLst/>
          </a:prstGeom>
        </p:spPr>
        <p:txBody>
          <a:bodyPr wrap="square" lIns="0" tIns="0" rIns="90000" bIns="0">
            <a:spAutoFit/>
          </a:bodyPr>
          <a:lstStyle>
            <a:lvl1pPr>
              <a:lnSpc>
                <a:spcPct val="110000"/>
              </a:lnSpc>
              <a:spcBef>
                <a:spcPts val="0"/>
              </a:spcBef>
              <a:defRPr sz="7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GB" noProof="0"/>
              <a:t>Client Confidential</a:t>
            </a:r>
          </a:p>
          <a:p>
            <a:pPr lvl="0"/>
            <a:r>
              <a:rPr lang="en-GB" noProof="0"/>
              <a:t>NTT DATA UK</a:t>
            </a:r>
          </a:p>
          <a:p>
            <a:pPr lvl="0"/>
            <a:r>
              <a:rPr lang="en-GB" noProof="0"/>
              <a:t>John Everett MacDonald</a:t>
            </a:r>
          </a:p>
        </p:txBody>
      </p:sp>
    </p:spTree>
    <p:extLst>
      <p:ext uri="{BB962C8B-B14F-4D97-AF65-F5344CB8AC3E}">
        <p14:creationId xmlns:p14="http://schemas.microsoft.com/office/powerpoint/2010/main" val="311141275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9_Empty">
    <p:spTree>
      <p:nvGrpSpPr>
        <p:cNvPr id="1" name=""/>
        <p:cNvGrpSpPr/>
        <p:nvPr/>
      </p:nvGrpSpPr>
      <p:grpSpPr>
        <a:xfrm>
          <a:off x="0" y="0"/>
          <a:ext cx="0" cy="0"/>
          <a:chOff x="0" y="0"/>
          <a:chExt cx="0" cy="0"/>
        </a:xfrm>
      </p:grpSpPr>
      <p:pic>
        <p:nvPicPr>
          <p:cNvPr id="3" name="Imagen 2" descr="Imagen que contiene agua, pasto, pequeño, barco&#10;&#10;Descripción generada automáticamente">
            <a:extLst>
              <a:ext uri="{FF2B5EF4-FFF2-40B4-BE49-F238E27FC236}">
                <a16:creationId xmlns:a16="http://schemas.microsoft.com/office/drawing/2014/main" id="{EDE5F979-0DBB-D27B-C572-EBDFEB01B0B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6454C0A5-7C80-2AF0-21F5-910BCEC9574E}"/>
              </a:ext>
            </a:extLst>
          </p:cNvPr>
          <p:cNvSpPr/>
          <p:nvPr userDrawn="1"/>
        </p:nvSpPr>
        <p:spPr>
          <a:xfrm>
            <a:off x="0" y="13120"/>
            <a:ext cx="12192000" cy="6823922"/>
          </a:xfrm>
          <a:prstGeom prst="rect">
            <a:avLst/>
          </a:prstGeom>
          <a:solidFill>
            <a:srgbClr val="0E1F4D">
              <a:alpha val="2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s-ES" err="1"/>
          </a:p>
        </p:txBody>
      </p:sp>
      <p:sp>
        <p:nvSpPr>
          <p:cNvPr id="8" name="Slide Number Placeholder 7">
            <a:extLst>
              <a:ext uri="{FF2B5EF4-FFF2-40B4-BE49-F238E27FC236}">
                <a16:creationId xmlns:a16="http://schemas.microsoft.com/office/drawing/2014/main" id="{A0D1C2FE-F2AC-EA52-818E-CAD8289E085E}"/>
              </a:ext>
            </a:extLst>
          </p:cNvPr>
          <p:cNvSpPr>
            <a:spLocks noGrp="1"/>
          </p:cNvSpPr>
          <p:nvPr>
            <p:ph type="sldNum" sz="quarter" idx="12"/>
          </p:nvPr>
        </p:nvSpPr>
        <p:spPr bwMode="gray"/>
        <p:txBody>
          <a:bodyPr/>
          <a:lstStyle>
            <a:lvl1pPr>
              <a:defRPr>
                <a:solidFill>
                  <a:schemeClr val="bg1"/>
                </a:solidFill>
              </a:defRPr>
            </a:lvl1pPr>
          </a:lstStyle>
          <a:p>
            <a:fld id="{C992A66A-EA94-4991-BD7F-89548FF80B25}" type="slidenum">
              <a:rPr lang="en-US" smtClean="0"/>
              <a:pPr/>
              <a:t>‹#›</a:t>
            </a:fld>
            <a:endParaRPr lang="en-US"/>
          </a:p>
        </p:txBody>
      </p:sp>
      <p:pic>
        <p:nvPicPr>
          <p:cNvPr id="2" name="Graphic 7">
            <a:extLst>
              <a:ext uri="{FF2B5EF4-FFF2-40B4-BE49-F238E27FC236}">
                <a16:creationId xmlns:a16="http://schemas.microsoft.com/office/drawing/2014/main" id="{2255D8A2-72A5-BEDF-88A6-F5E777E5694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10697232" y="381705"/>
            <a:ext cx="995834" cy="162068"/>
          </a:xfrm>
          <a:prstGeom prst="rect">
            <a:avLst/>
          </a:prstGeom>
        </p:spPr>
      </p:pic>
    </p:spTree>
    <p:extLst>
      <p:ext uri="{BB962C8B-B14F-4D97-AF65-F5344CB8AC3E}">
        <p14:creationId xmlns:p14="http://schemas.microsoft.com/office/powerpoint/2010/main" val="41926377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_Empty">
    <p:spTree>
      <p:nvGrpSpPr>
        <p:cNvPr id="1" name=""/>
        <p:cNvGrpSpPr/>
        <p:nvPr/>
      </p:nvGrpSpPr>
      <p:grpSpPr>
        <a:xfrm>
          <a:off x="0" y="0"/>
          <a:ext cx="0" cy="0"/>
          <a:chOff x="0" y="0"/>
          <a:chExt cx="0" cy="0"/>
        </a:xfrm>
      </p:grpSpPr>
      <p:pic>
        <p:nvPicPr>
          <p:cNvPr id="26" name="Imagen 25" descr="Vista de la tierra desde el espacio&#10;&#10;Descripción generada automáticamente con confianza media">
            <a:extLst>
              <a:ext uri="{FF2B5EF4-FFF2-40B4-BE49-F238E27FC236}">
                <a16:creationId xmlns:a16="http://schemas.microsoft.com/office/drawing/2014/main" id="{43C8ED8D-F712-3C02-C733-632277B8C99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4397"/>
            <a:ext cx="12186994" cy="6863676"/>
          </a:xfrm>
          <a:prstGeom prst="rect">
            <a:avLst/>
          </a:prstGeom>
        </p:spPr>
      </p:pic>
      <p:pic>
        <p:nvPicPr>
          <p:cNvPr id="9" name="Imagen 8">
            <a:extLst>
              <a:ext uri="{FF2B5EF4-FFF2-40B4-BE49-F238E27FC236}">
                <a16:creationId xmlns:a16="http://schemas.microsoft.com/office/drawing/2014/main" id="{63BD243D-4C13-32C9-C233-580C17BC973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139"/>
          <a:stretch/>
        </p:blipFill>
        <p:spPr>
          <a:xfrm rot="10800000" flipH="1">
            <a:off x="5647891" y="8721"/>
            <a:ext cx="6544109" cy="6840558"/>
          </a:xfrm>
          <a:prstGeom prst="rect">
            <a:avLst/>
          </a:prstGeom>
        </p:spPr>
      </p:pic>
      <p:sp>
        <p:nvSpPr>
          <p:cNvPr id="8" name="Slide Number Placeholder 7">
            <a:extLst>
              <a:ext uri="{FF2B5EF4-FFF2-40B4-BE49-F238E27FC236}">
                <a16:creationId xmlns:a16="http://schemas.microsoft.com/office/drawing/2014/main" id="{A0D1C2FE-F2AC-EA52-818E-CAD8289E085E}"/>
              </a:ext>
            </a:extLst>
          </p:cNvPr>
          <p:cNvSpPr>
            <a:spLocks noGrp="1"/>
          </p:cNvSpPr>
          <p:nvPr>
            <p:ph type="sldNum" sz="quarter" idx="12"/>
          </p:nvPr>
        </p:nvSpPr>
        <p:spPr bwMode="gray"/>
        <p:txBody>
          <a:bodyPr/>
          <a:lstStyle>
            <a:lvl1pPr>
              <a:defRPr>
                <a:solidFill>
                  <a:schemeClr val="bg1"/>
                </a:solidFill>
              </a:defRPr>
            </a:lvl1pPr>
          </a:lstStyle>
          <a:p>
            <a:fld id="{C992A66A-EA94-4991-BD7F-89548FF80B25}" type="slidenum">
              <a:rPr lang="en-US" smtClean="0"/>
              <a:pPr/>
              <a:t>‹#›</a:t>
            </a:fld>
            <a:endParaRPr lang="en-US"/>
          </a:p>
        </p:txBody>
      </p:sp>
      <p:sp>
        <p:nvSpPr>
          <p:cNvPr id="15" name="Marcador de texto 14">
            <a:extLst>
              <a:ext uri="{FF2B5EF4-FFF2-40B4-BE49-F238E27FC236}">
                <a16:creationId xmlns:a16="http://schemas.microsoft.com/office/drawing/2014/main" id="{EC6E31E7-E3EC-F1C9-4447-8A2269B1C5DF}"/>
              </a:ext>
            </a:extLst>
          </p:cNvPr>
          <p:cNvSpPr>
            <a:spLocks noGrp="1"/>
          </p:cNvSpPr>
          <p:nvPr>
            <p:ph type="body" sz="quarter" idx="13" hasCustomPrompt="1"/>
          </p:nvPr>
        </p:nvSpPr>
        <p:spPr>
          <a:xfrm>
            <a:off x="804068" y="4130789"/>
            <a:ext cx="4714989" cy="1419722"/>
          </a:xfrm>
        </p:spPr>
        <p:txBody>
          <a:bodyPr/>
          <a:lstStyle>
            <a:lvl1pPr>
              <a:defRPr lang="es-ES" sz="8000" b="1" kern="1200" cap="none" baseline="0" dirty="0" smtClean="0">
                <a:solidFill>
                  <a:schemeClr val="bg1"/>
                </a:solidFill>
                <a:latin typeface="Arial" panose="020B0604020202020204" pitchFamily="34" charset="0"/>
                <a:ea typeface="+mn-ea"/>
                <a:cs typeface="Arial" panose="020B0604020202020204" pitchFamily="34" charset="0"/>
              </a:defRPr>
            </a:lvl1pPr>
            <a:lvl3pPr marL="216000" indent="0">
              <a:lnSpc>
                <a:spcPts val="1200"/>
              </a:lnSpc>
              <a:buNone/>
              <a:defRPr lang="es-ES" sz="8000" b="0" kern="1200" cap="none" baseline="0" dirty="0" smtClean="0">
                <a:solidFill>
                  <a:schemeClr val="bg1"/>
                </a:solidFill>
                <a:latin typeface="Arial" panose="020B0604020202020204" pitchFamily="34" charset="0"/>
                <a:ea typeface="+mn-ea"/>
                <a:cs typeface="Arial" panose="020B0604020202020204" pitchFamily="34" charset="0"/>
              </a:defRPr>
            </a:lvl3pPr>
          </a:lstStyle>
          <a:p>
            <a:pPr lvl="0"/>
            <a:r>
              <a:rPr lang="es-ES"/>
              <a:t>Título/</a:t>
            </a:r>
          </a:p>
          <a:p>
            <a:pPr lvl="2"/>
            <a:r>
              <a:rPr lang="es-ES"/>
              <a:t> </a:t>
            </a:r>
          </a:p>
        </p:txBody>
      </p:sp>
      <p:sp>
        <p:nvSpPr>
          <p:cNvPr id="18" name="Marcador de texto 17">
            <a:extLst>
              <a:ext uri="{FF2B5EF4-FFF2-40B4-BE49-F238E27FC236}">
                <a16:creationId xmlns:a16="http://schemas.microsoft.com/office/drawing/2014/main" id="{FE553211-F158-DE1C-B205-7F656C29CD13}"/>
              </a:ext>
            </a:extLst>
          </p:cNvPr>
          <p:cNvSpPr>
            <a:spLocks noGrp="1"/>
          </p:cNvSpPr>
          <p:nvPr>
            <p:ph type="body" sz="quarter" idx="14" hasCustomPrompt="1"/>
          </p:nvPr>
        </p:nvSpPr>
        <p:spPr>
          <a:xfrm>
            <a:off x="804068" y="5469529"/>
            <a:ext cx="4714989" cy="603373"/>
          </a:xfrm>
        </p:spPr>
        <p:txBody>
          <a:bodyPr/>
          <a:lstStyle>
            <a:lvl1pPr>
              <a:defRPr sz="2000">
                <a:solidFill>
                  <a:schemeClr val="bg1"/>
                </a:solidFill>
              </a:defRPr>
            </a:lvl1pPr>
          </a:lstStyle>
          <a:p>
            <a:pPr lvl="0"/>
            <a:r>
              <a:rPr lang="es-ES"/>
              <a:t>Subtítulo</a:t>
            </a:r>
          </a:p>
        </p:txBody>
      </p:sp>
      <p:pic>
        <p:nvPicPr>
          <p:cNvPr id="2" name="Picture 14">
            <a:extLst>
              <a:ext uri="{FF2B5EF4-FFF2-40B4-BE49-F238E27FC236}">
                <a16:creationId xmlns:a16="http://schemas.microsoft.com/office/drawing/2014/main" id="{6AE2FCC1-C4EE-0AA1-450B-91545325CE5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gray">
          <a:xfrm>
            <a:off x="7070724" y="1714952"/>
            <a:ext cx="5121276" cy="5121276"/>
          </a:xfrm>
          <a:prstGeom prst="rect">
            <a:avLst/>
          </a:prstGeom>
        </p:spPr>
      </p:pic>
      <p:pic>
        <p:nvPicPr>
          <p:cNvPr id="4" name="Graphic 7">
            <a:extLst>
              <a:ext uri="{FF2B5EF4-FFF2-40B4-BE49-F238E27FC236}">
                <a16:creationId xmlns:a16="http://schemas.microsoft.com/office/drawing/2014/main" id="{24DBFB33-CDA6-28C4-5076-2989D2104A3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bwMode="gray">
          <a:xfrm>
            <a:off x="10697232" y="381705"/>
            <a:ext cx="995834" cy="162068"/>
          </a:xfrm>
          <a:prstGeom prst="rect">
            <a:avLst/>
          </a:prstGeom>
        </p:spPr>
      </p:pic>
    </p:spTree>
    <p:extLst>
      <p:ext uri="{BB962C8B-B14F-4D97-AF65-F5344CB8AC3E}">
        <p14:creationId xmlns:p14="http://schemas.microsoft.com/office/powerpoint/2010/main" val="39467748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userDrawn="1">
  <p:cSld name="2_Diseño personalizado">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BBECA066-862A-F944-463E-AC24AA04C99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16" y="-3312"/>
            <a:ext cx="12197416" cy="6865838"/>
          </a:xfrm>
          <a:prstGeom prst="rect">
            <a:avLst/>
          </a:prstGeom>
        </p:spPr>
      </p:pic>
      <p:pic>
        <p:nvPicPr>
          <p:cNvPr id="8" name="Imagen 7">
            <a:extLst>
              <a:ext uri="{FF2B5EF4-FFF2-40B4-BE49-F238E27FC236}">
                <a16:creationId xmlns:a16="http://schemas.microsoft.com/office/drawing/2014/main" id="{4D328FDF-81E0-ABE0-DCEE-68061D1E2262}"/>
              </a:ext>
            </a:extLst>
          </p:cNvPr>
          <p:cNvPicPr>
            <a:picLocks noChangeAspect="1"/>
          </p:cNvPicPr>
          <p:nvPr userDrawn="1"/>
        </p:nvPicPr>
        <p:blipFill>
          <a:blip r:embed="rId3"/>
          <a:stretch>
            <a:fillRect/>
          </a:stretch>
        </p:blipFill>
        <p:spPr>
          <a:xfrm rot="10800000">
            <a:off x="-5418" y="7835"/>
            <a:ext cx="9246953" cy="6865840"/>
          </a:xfrm>
          <a:prstGeom prst="rect">
            <a:avLst/>
          </a:prstGeom>
        </p:spPr>
      </p:pic>
      <p:sp>
        <p:nvSpPr>
          <p:cNvPr id="6" name="CuadroTexto 5">
            <a:extLst>
              <a:ext uri="{FF2B5EF4-FFF2-40B4-BE49-F238E27FC236}">
                <a16:creationId xmlns:a16="http://schemas.microsoft.com/office/drawing/2014/main" id="{91FF2297-C437-CF18-D0FC-53F7A194A088}"/>
              </a:ext>
            </a:extLst>
          </p:cNvPr>
          <p:cNvSpPr txBox="1"/>
          <p:nvPr userDrawn="1"/>
        </p:nvSpPr>
        <p:spPr>
          <a:xfrm>
            <a:off x="12722087" y="993913"/>
            <a:ext cx="0" cy="0"/>
          </a:xfrm>
          <a:prstGeom prst="rect">
            <a:avLst/>
          </a:prstGeom>
          <a:noFill/>
        </p:spPr>
        <p:txBody>
          <a:bodyPr wrap="none" lIns="0" tIns="0" rIns="0" bIns="0" rtlCol="0">
            <a:noAutofit/>
          </a:bodyPr>
          <a:lstStyle/>
          <a:p>
            <a:pPr algn="l">
              <a:lnSpc>
                <a:spcPct val="110000"/>
              </a:lnSpc>
              <a:spcBef>
                <a:spcPts val="600"/>
              </a:spcBef>
            </a:pPr>
            <a:endParaRPr lang="es-ES" sz="2000"/>
          </a:p>
        </p:txBody>
      </p:sp>
      <p:sp>
        <p:nvSpPr>
          <p:cNvPr id="5" name="Slide Number Placeholder 7">
            <a:extLst>
              <a:ext uri="{FF2B5EF4-FFF2-40B4-BE49-F238E27FC236}">
                <a16:creationId xmlns:a16="http://schemas.microsoft.com/office/drawing/2014/main" id="{890A5F6B-7C15-D3C8-45E2-726BC54A8213}"/>
              </a:ext>
            </a:extLst>
          </p:cNvPr>
          <p:cNvSpPr>
            <a:spLocks noGrp="1"/>
          </p:cNvSpPr>
          <p:nvPr>
            <p:ph type="sldNum" sz="quarter" idx="12"/>
          </p:nvPr>
        </p:nvSpPr>
        <p:spPr bwMode="gray">
          <a:xfrm>
            <a:off x="11532012" y="6632547"/>
            <a:ext cx="252000" cy="107315"/>
          </a:xfrm>
        </p:spPr>
        <p:txBody>
          <a:bodyPr/>
          <a:lstStyle>
            <a:lvl1pPr>
              <a:defRPr>
                <a:solidFill>
                  <a:schemeClr val="bg1"/>
                </a:solidFill>
              </a:defRPr>
            </a:lvl1pPr>
          </a:lstStyle>
          <a:p>
            <a:fld id="{C992A66A-EA94-4991-BD7F-89548FF80B25}" type="slidenum">
              <a:rPr lang="en-US" smtClean="0"/>
              <a:pPr/>
              <a:t>‹#›</a:t>
            </a:fld>
            <a:endParaRPr lang="en-US"/>
          </a:p>
        </p:txBody>
      </p:sp>
      <p:pic>
        <p:nvPicPr>
          <p:cNvPr id="9" name="Graphic 7">
            <a:extLst>
              <a:ext uri="{FF2B5EF4-FFF2-40B4-BE49-F238E27FC236}">
                <a16:creationId xmlns:a16="http://schemas.microsoft.com/office/drawing/2014/main" id="{D9514868-2C14-DEF5-EC70-F1797CE00DB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bwMode="gray">
          <a:xfrm>
            <a:off x="10697232" y="381705"/>
            <a:ext cx="995834" cy="162068"/>
          </a:xfrm>
          <a:prstGeom prst="rect">
            <a:avLst/>
          </a:prstGeom>
        </p:spPr>
      </p:pic>
    </p:spTree>
    <p:extLst>
      <p:ext uri="{BB962C8B-B14F-4D97-AF65-F5344CB8AC3E}">
        <p14:creationId xmlns:p14="http://schemas.microsoft.com/office/powerpoint/2010/main" val="3073116442"/>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userDrawn="1">
  <p:cSld name="Short Text and Half Picture Left">
    <p:spTree>
      <p:nvGrpSpPr>
        <p:cNvPr id="1" name=""/>
        <p:cNvGrpSpPr/>
        <p:nvPr/>
      </p:nvGrpSpPr>
      <p:grpSpPr>
        <a:xfrm>
          <a:off x="0" y="0"/>
          <a:ext cx="0" cy="0"/>
          <a:chOff x="0" y="0"/>
          <a:chExt cx="0" cy="0"/>
        </a:xfrm>
      </p:grpSpPr>
      <p:pic>
        <p:nvPicPr>
          <p:cNvPr id="7" name="Imagen 6" descr="Una mujer sonriendo&#10;&#10;Descripción generada automáticamente">
            <a:extLst>
              <a:ext uri="{FF2B5EF4-FFF2-40B4-BE49-F238E27FC236}">
                <a16:creationId xmlns:a16="http://schemas.microsoft.com/office/drawing/2014/main" id="{9951C8E8-3332-A91A-F50B-28D693C769F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911299" y="0"/>
            <a:ext cx="4198073" cy="6858000"/>
          </a:xfrm>
          <a:prstGeom prst="rect">
            <a:avLst/>
          </a:prstGeom>
        </p:spPr>
      </p:pic>
      <p:pic>
        <p:nvPicPr>
          <p:cNvPr id="8" name="Imagen 7" descr="Una persona sentado en un escritorio de madera&#10;&#10;Descripción generada automáticamente con confianza media">
            <a:extLst>
              <a:ext uri="{FF2B5EF4-FFF2-40B4-BE49-F238E27FC236}">
                <a16:creationId xmlns:a16="http://schemas.microsoft.com/office/drawing/2014/main" id="{4B3C81FE-2F04-A55F-64FB-13878FB3C40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5098" y="0"/>
            <a:ext cx="3983361" cy="6858000"/>
          </a:xfrm>
          <a:prstGeom prst="rect">
            <a:avLst/>
          </a:prstGeom>
        </p:spPr>
      </p:pic>
      <p:pic>
        <p:nvPicPr>
          <p:cNvPr id="9" name="Imagen 8" descr="Hombre parado enfrente de un edificio&#10;&#10;Descripción generada automáticamente">
            <a:extLst>
              <a:ext uri="{FF2B5EF4-FFF2-40B4-BE49-F238E27FC236}">
                <a16:creationId xmlns:a16="http://schemas.microsoft.com/office/drawing/2014/main" id="{8E78BB86-0885-9FFD-AF7E-50274CB40B19}"/>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7878497" y="0"/>
            <a:ext cx="4313503" cy="6858000"/>
          </a:xfrm>
          <a:prstGeom prst="rect">
            <a:avLst/>
          </a:prstGeom>
        </p:spPr>
      </p:pic>
      <p:pic>
        <p:nvPicPr>
          <p:cNvPr id="4" name="Imagen 3">
            <a:extLst>
              <a:ext uri="{FF2B5EF4-FFF2-40B4-BE49-F238E27FC236}">
                <a16:creationId xmlns:a16="http://schemas.microsoft.com/office/drawing/2014/main" id="{07A37607-D19B-2D38-B8DA-3A432D56717A}"/>
              </a:ext>
            </a:extLst>
          </p:cNvPr>
          <p:cNvPicPr>
            <a:picLocks noChangeAspect="1"/>
          </p:cNvPicPr>
          <p:nvPr userDrawn="1"/>
        </p:nvPicPr>
        <p:blipFill>
          <a:blip r:embed="rId5"/>
          <a:stretch>
            <a:fillRect/>
          </a:stretch>
        </p:blipFill>
        <p:spPr>
          <a:xfrm rot="5400000">
            <a:off x="3429001" y="-1930099"/>
            <a:ext cx="5334000" cy="12242198"/>
          </a:xfrm>
          <a:prstGeom prst="rect">
            <a:avLst/>
          </a:prstGeom>
        </p:spPr>
      </p:pic>
      <p:pic>
        <p:nvPicPr>
          <p:cNvPr id="10" name="Imagen 9">
            <a:extLst>
              <a:ext uri="{FF2B5EF4-FFF2-40B4-BE49-F238E27FC236}">
                <a16:creationId xmlns:a16="http://schemas.microsoft.com/office/drawing/2014/main" id="{0C935333-181A-7636-AFEF-7C97AA78AD51}"/>
              </a:ext>
            </a:extLst>
          </p:cNvPr>
          <p:cNvPicPr>
            <a:picLocks noChangeAspect="1"/>
          </p:cNvPicPr>
          <p:nvPr userDrawn="1"/>
        </p:nvPicPr>
        <p:blipFill>
          <a:blip r:embed="rId5"/>
          <a:stretch>
            <a:fillRect/>
          </a:stretch>
        </p:blipFill>
        <p:spPr>
          <a:xfrm rot="16200000">
            <a:off x="4778911" y="-4793129"/>
            <a:ext cx="2630853" cy="12217100"/>
          </a:xfrm>
          <a:prstGeom prst="rect">
            <a:avLst/>
          </a:prstGeom>
        </p:spPr>
      </p:pic>
      <p:sp>
        <p:nvSpPr>
          <p:cNvPr id="11" name="Rectángulo 10">
            <a:extLst>
              <a:ext uri="{FF2B5EF4-FFF2-40B4-BE49-F238E27FC236}">
                <a16:creationId xmlns:a16="http://schemas.microsoft.com/office/drawing/2014/main" id="{6522E077-C2A6-656E-85C9-D982AF066152}"/>
              </a:ext>
            </a:extLst>
          </p:cNvPr>
          <p:cNvSpPr/>
          <p:nvPr userDrawn="1"/>
        </p:nvSpPr>
        <p:spPr>
          <a:xfrm>
            <a:off x="-6686" y="0"/>
            <a:ext cx="12198685" cy="6858000"/>
          </a:xfrm>
          <a:prstGeom prst="rect">
            <a:avLst/>
          </a:prstGeom>
          <a:solidFill>
            <a:srgbClr val="0F1C50">
              <a:alpha val="17647"/>
            </a:srgbClr>
          </a:solidFill>
          <a:ln>
            <a:noFill/>
          </a:ln>
        </p:spPr>
        <p:style>
          <a:lnRef idx="0">
            <a:scrgbClr r="0" g="0" b="0"/>
          </a:lnRef>
          <a:fillRef idx="0">
            <a:scrgbClr r="0" g="0" b="0"/>
          </a:fillRef>
          <a:effectRef idx="0">
            <a:scrgbClr r="0" g="0" b="0"/>
          </a:effectRef>
          <a:fontRef idx="minor">
            <a:schemeClr val="lt1"/>
          </a:fontRef>
        </p:style>
        <p:txBody>
          <a:bodyPr lIns="108000" tIns="72000" rIns="108000" bIns="72000" rtlCol="0" anchor="ctr"/>
          <a:lstStyle/>
          <a:p>
            <a:pPr algn="ctr">
              <a:lnSpc>
                <a:spcPct val="110000"/>
              </a:lnSpc>
              <a:spcBef>
                <a:spcPts val="600"/>
              </a:spcBef>
            </a:pPr>
            <a:endParaRPr lang="es-ES" sz="2000" err="1"/>
          </a:p>
        </p:txBody>
      </p:sp>
      <p:sp>
        <p:nvSpPr>
          <p:cNvPr id="15" name="CuadroTexto 14">
            <a:extLst>
              <a:ext uri="{FF2B5EF4-FFF2-40B4-BE49-F238E27FC236}">
                <a16:creationId xmlns:a16="http://schemas.microsoft.com/office/drawing/2014/main" id="{9D46A6B8-D834-116D-1C44-80658617EBD5}"/>
              </a:ext>
            </a:extLst>
          </p:cNvPr>
          <p:cNvSpPr txBox="1"/>
          <p:nvPr userDrawn="1"/>
        </p:nvSpPr>
        <p:spPr>
          <a:xfrm>
            <a:off x="12722087" y="993913"/>
            <a:ext cx="0" cy="0"/>
          </a:xfrm>
          <a:prstGeom prst="rect">
            <a:avLst/>
          </a:prstGeom>
          <a:noFill/>
        </p:spPr>
        <p:txBody>
          <a:bodyPr wrap="none" lIns="0" tIns="0" rIns="0" bIns="0" rtlCol="0">
            <a:noAutofit/>
          </a:bodyPr>
          <a:lstStyle/>
          <a:p>
            <a:pPr algn="l">
              <a:lnSpc>
                <a:spcPct val="110000"/>
              </a:lnSpc>
              <a:spcBef>
                <a:spcPts val="600"/>
              </a:spcBef>
            </a:pPr>
            <a:endParaRPr lang="es-ES" sz="2000"/>
          </a:p>
        </p:txBody>
      </p:sp>
      <p:sp>
        <p:nvSpPr>
          <p:cNvPr id="3" name="Slide Number Placeholder 7">
            <a:extLst>
              <a:ext uri="{FF2B5EF4-FFF2-40B4-BE49-F238E27FC236}">
                <a16:creationId xmlns:a16="http://schemas.microsoft.com/office/drawing/2014/main" id="{551FE485-2E08-C119-5B4A-862008044299}"/>
              </a:ext>
            </a:extLst>
          </p:cNvPr>
          <p:cNvSpPr>
            <a:spLocks noGrp="1"/>
          </p:cNvSpPr>
          <p:nvPr>
            <p:ph type="sldNum" sz="quarter" idx="12"/>
          </p:nvPr>
        </p:nvSpPr>
        <p:spPr bwMode="gray">
          <a:xfrm>
            <a:off x="11532012" y="6632547"/>
            <a:ext cx="252000" cy="107315"/>
          </a:xfrm>
        </p:spPr>
        <p:txBody>
          <a:bodyPr/>
          <a:lstStyle>
            <a:lvl1pPr>
              <a:defRPr>
                <a:solidFill>
                  <a:schemeClr val="bg1"/>
                </a:solidFill>
              </a:defRPr>
            </a:lvl1pPr>
          </a:lstStyle>
          <a:p>
            <a:fld id="{C992A66A-EA94-4991-BD7F-89548FF80B25}" type="slidenum">
              <a:rPr lang="en-US" smtClean="0"/>
              <a:pPr/>
              <a:t>‹#›</a:t>
            </a:fld>
            <a:endParaRPr lang="en-US"/>
          </a:p>
        </p:txBody>
      </p:sp>
      <p:pic>
        <p:nvPicPr>
          <p:cNvPr id="5" name="Graphic 7">
            <a:extLst>
              <a:ext uri="{FF2B5EF4-FFF2-40B4-BE49-F238E27FC236}">
                <a16:creationId xmlns:a16="http://schemas.microsoft.com/office/drawing/2014/main" id="{6072232C-0CF9-4E13-092E-9BCCBE1EC9D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gray">
          <a:xfrm>
            <a:off x="10697232" y="381705"/>
            <a:ext cx="995834" cy="162068"/>
          </a:xfrm>
          <a:prstGeom prst="rect">
            <a:avLst/>
          </a:prstGeom>
        </p:spPr>
      </p:pic>
    </p:spTree>
    <p:extLst>
      <p:ext uri="{BB962C8B-B14F-4D97-AF65-F5344CB8AC3E}">
        <p14:creationId xmlns:p14="http://schemas.microsoft.com/office/powerpoint/2010/main" val="3860875282"/>
      </p:ext>
    </p:extLst>
  </p:cSld>
  <p:clrMapOvr>
    <a:masterClrMapping/>
  </p:clrMapOvr>
  <p:extLst>
    <p:ext uri="{DCECCB84-F9BA-43D5-87BE-67443E8EF086}">
      <p15:sldGuideLst xmlns:p15="http://schemas.microsoft.com/office/powerpoint/2012/main">
        <p15:guide id="2" pos="3976">
          <p15:clr>
            <a:srgbClr val="FBAE40"/>
          </p15:clr>
        </p15:guide>
        <p15:guide id="3" orient="horz" pos="73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74A6459E-1E1E-95E2-1738-5EC4DDAE290D}"/>
              </a:ext>
            </a:extLst>
          </p:cNvPr>
          <p:cNvPicPr>
            <a:picLocks noChangeAspect="1"/>
          </p:cNvPicPr>
          <p:nvPr userDrawn="1"/>
        </p:nvPicPr>
        <p:blipFill rotWithShape="1">
          <a:blip r:embed="rId2"/>
          <a:srcRect t="31359" r="29963"/>
          <a:stretch/>
        </p:blipFill>
        <p:spPr>
          <a:xfrm>
            <a:off x="-2" y="0"/>
            <a:ext cx="12192002" cy="6858300"/>
          </a:xfrm>
          <a:prstGeom prst="rect">
            <a:avLst/>
          </a:prstGeom>
        </p:spPr>
      </p:pic>
      <p:pic>
        <p:nvPicPr>
          <p:cNvPr id="5" name="Imagen 4">
            <a:extLst>
              <a:ext uri="{FF2B5EF4-FFF2-40B4-BE49-F238E27FC236}">
                <a16:creationId xmlns:a16="http://schemas.microsoft.com/office/drawing/2014/main" id="{03453A81-BA7D-3A0A-B599-D407E2B89691}"/>
              </a:ext>
            </a:extLst>
          </p:cNvPr>
          <p:cNvPicPr>
            <a:picLocks noChangeAspect="1"/>
          </p:cNvPicPr>
          <p:nvPr userDrawn="1"/>
        </p:nvPicPr>
        <p:blipFill rotWithShape="1">
          <a:blip r:embed="rId3"/>
          <a:srcRect l="65933"/>
          <a:stretch/>
        </p:blipFill>
        <p:spPr>
          <a:xfrm>
            <a:off x="0" y="0"/>
            <a:ext cx="12192000" cy="6858000"/>
          </a:xfrm>
          <a:prstGeom prst="rect">
            <a:avLst/>
          </a:prstGeom>
        </p:spPr>
      </p:pic>
      <p:sp>
        <p:nvSpPr>
          <p:cNvPr id="9" name="CuadroTexto 8">
            <a:extLst>
              <a:ext uri="{FF2B5EF4-FFF2-40B4-BE49-F238E27FC236}">
                <a16:creationId xmlns:a16="http://schemas.microsoft.com/office/drawing/2014/main" id="{6C246EE5-CAE9-C346-A9B5-DF1321981BE5}"/>
              </a:ext>
            </a:extLst>
          </p:cNvPr>
          <p:cNvSpPr txBox="1"/>
          <p:nvPr userDrawn="1"/>
        </p:nvSpPr>
        <p:spPr>
          <a:xfrm>
            <a:off x="12722087" y="993913"/>
            <a:ext cx="0" cy="0"/>
          </a:xfrm>
          <a:prstGeom prst="rect">
            <a:avLst/>
          </a:prstGeom>
          <a:noFill/>
        </p:spPr>
        <p:txBody>
          <a:bodyPr wrap="none" lIns="0" tIns="0" rIns="0" bIns="0" rtlCol="0">
            <a:noAutofit/>
          </a:bodyPr>
          <a:lstStyle/>
          <a:p>
            <a:pPr algn="l">
              <a:lnSpc>
                <a:spcPct val="110000"/>
              </a:lnSpc>
              <a:spcBef>
                <a:spcPts val="600"/>
              </a:spcBef>
            </a:pPr>
            <a:endParaRPr lang="es-ES" sz="2000"/>
          </a:p>
        </p:txBody>
      </p:sp>
      <p:sp>
        <p:nvSpPr>
          <p:cNvPr id="4" name="Slide Number Placeholder 7">
            <a:extLst>
              <a:ext uri="{FF2B5EF4-FFF2-40B4-BE49-F238E27FC236}">
                <a16:creationId xmlns:a16="http://schemas.microsoft.com/office/drawing/2014/main" id="{B0B32205-85DC-D6B7-2DDF-C47C302CD609}"/>
              </a:ext>
            </a:extLst>
          </p:cNvPr>
          <p:cNvSpPr>
            <a:spLocks noGrp="1"/>
          </p:cNvSpPr>
          <p:nvPr>
            <p:ph type="sldNum" sz="quarter" idx="12"/>
          </p:nvPr>
        </p:nvSpPr>
        <p:spPr bwMode="gray">
          <a:xfrm>
            <a:off x="11532012" y="6632547"/>
            <a:ext cx="252000" cy="107315"/>
          </a:xfrm>
        </p:spPr>
        <p:txBody>
          <a:bodyPr/>
          <a:lstStyle>
            <a:lvl1pPr>
              <a:defRPr>
                <a:solidFill>
                  <a:schemeClr val="bg1"/>
                </a:solidFill>
              </a:defRPr>
            </a:lvl1pPr>
          </a:lstStyle>
          <a:p>
            <a:fld id="{C992A66A-EA94-4991-BD7F-89548FF80B25}" type="slidenum">
              <a:rPr lang="en-US" smtClean="0"/>
              <a:pPr/>
              <a:t>‹#›</a:t>
            </a:fld>
            <a:endParaRPr lang="en-US"/>
          </a:p>
        </p:txBody>
      </p:sp>
      <p:pic>
        <p:nvPicPr>
          <p:cNvPr id="7" name="Graphic 7">
            <a:extLst>
              <a:ext uri="{FF2B5EF4-FFF2-40B4-BE49-F238E27FC236}">
                <a16:creationId xmlns:a16="http://schemas.microsoft.com/office/drawing/2014/main" id="{AF58A266-2596-256A-9267-814723859B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bwMode="gray">
          <a:xfrm>
            <a:off x="10697232" y="381705"/>
            <a:ext cx="995834" cy="162068"/>
          </a:xfrm>
          <a:prstGeom prst="rect">
            <a:avLst/>
          </a:prstGeom>
        </p:spPr>
      </p:pic>
    </p:spTree>
    <p:extLst>
      <p:ext uri="{BB962C8B-B14F-4D97-AF65-F5344CB8AC3E}">
        <p14:creationId xmlns:p14="http://schemas.microsoft.com/office/powerpoint/2010/main" val="368788186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FB041F-D22A-9CF5-9368-209D7291B7A9}"/>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E1502174-60BE-2221-152A-8D619F80B3F3}"/>
              </a:ext>
            </a:extLst>
          </p:cNvPr>
          <p:cNvSpPr>
            <a:spLocks noGrp="1"/>
          </p:cNvSpPr>
          <p:nvPr>
            <p:ph type="dt" sz="half" idx="10"/>
          </p:nvPr>
        </p:nvSpPr>
        <p:spPr/>
        <p:txBody>
          <a:bodyPr/>
          <a:lstStyle/>
          <a:p>
            <a:fld id="{A45947CA-57F8-4409-8A7A-2B18E7167FBF}" type="datetime1">
              <a:rPr lang="en-US" smtClean="0"/>
              <a:t>6/25/2026</a:t>
            </a:fld>
            <a:endParaRPr lang="en-US"/>
          </a:p>
        </p:txBody>
      </p:sp>
      <p:sp>
        <p:nvSpPr>
          <p:cNvPr id="4" name="Marcador de número de diapositiva 3">
            <a:extLst>
              <a:ext uri="{FF2B5EF4-FFF2-40B4-BE49-F238E27FC236}">
                <a16:creationId xmlns:a16="http://schemas.microsoft.com/office/drawing/2014/main" id="{D1908F70-A833-9BA4-B22E-CDF9CA5A8532}"/>
              </a:ext>
            </a:extLst>
          </p:cNvPr>
          <p:cNvSpPr>
            <a:spLocks noGrp="1"/>
          </p:cNvSpPr>
          <p:nvPr>
            <p:ph type="sldNum" sz="quarter" idx="11"/>
          </p:nvPr>
        </p:nvSpPr>
        <p:spPr/>
        <p:txBody>
          <a:bodyPr/>
          <a:lstStyle/>
          <a:p>
            <a:fld id="{C992A66A-EA94-4991-BD7F-89548FF80B25}" type="slidenum">
              <a:rPr lang="en-US" smtClean="0"/>
              <a:pPr/>
              <a:t>‹#›</a:t>
            </a:fld>
            <a:endParaRPr lang="en-US"/>
          </a:p>
        </p:txBody>
      </p:sp>
      <p:sp>
        <p:nvSpPr>
          <p:cNvPr id="5" name="Rectángulo 4">
            <a:extLst>
              <a:ext uri="{FF2B5EF4-FFF2-40B4-BE49-F238E27FC236}">
                <a16:creationId xmlns:a16="http://schemas.microsoft.com/office/drawing/2014/main" id="{586901F9-E398-6679-BC59-FE562AE697B0}"/>
              </a:ext>
            </a:extLst>
          </p:cNvPr>
          <p:cNvSpPr/>
          <p:nvPr userDrawn="1"/>
        </p:nvSpPr>
        <p:spPr>
          <a:xfrm>
            <a:off x="0" y="0"/>
            <a:ext cx="12192000" cy="6858000"/>
          </a:xfrm>
          <a:prstGeom prst="rect">
            <a:avLst/>
          </a:prstGeom>
          <a:solidFill>
            <a:srgbClr val="070F2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s-ES" sz="2000" err="1"/>
          </a:p>
        </p:txBody>
      </p:sp>
      <p:sp>
        <p:nvSpPr>
          <p:cNvPr id="6" name="Slide Number Placeholder 7">
            <a:extLst>
              <a:ext uri="{FF2B5EF4-FFF2-40B4-BE49-F238E27FC236}">
                <a16:creationId xmlns:a16="http://schemas.microsoft.com/office/drawing/2014/main" id="{BF3E2456-90F9-856F-AC4B-2CDE5E129791}"/>
              </a:ext>
            </a:extLst>
          </p:cNvPr>
          <p:cNvSpPr txBox="1">
            <a:spLocks/>
          </p:cNvSpPr>
          <p:nvPr userDrawn="1"/>
        </p:nvSpPr>
        <p:spPr bwMode="gray">
          <a:xfrm>
            <a:off x="11532012" y="6632547"/>
            <a:ext cx="252000" cy="107315"/>
          </a:xfrm>
          <a:prstGeom prst="rect">
            <a:avLst/>
          </a:prstGeom>
        </p:spPr>
        <p:txBody>
          <a:bodyPr vert="horz" lIns="0" tIns="0" rIns="0" bIns="0" rtlCol="0" anchor="ctr">
            <a:noAutofit/>
          </a:bodyPr>
          <a:lstStyle>
            <a:defPPr>
              <a:defRPr lang="en-US"/>
            </a:defPPr>
            <a:lvl1pPr marL="0" indent="0" algn="r" defTabSz="914400" rtl="0" eaLnBrk="1" latinLnBrk="0" hangingPunct="1">
              <a:lnSpc>
                <a:spcPct val="110000"/>
              </a:lnSpc>
              <a:spcBef>
                <a:spcPts val="600"/>
              </a:spcBef>
              <a:buFontTx/>
              <a:buNone/>
              <a:defRPr sz="900" kern="1200">
                <a:solidFill>
                  <a:schemeClr val="bg1"/>
                </a:solidFill>
                <a:latin typeface="+mn-lt"/>
                <a:ea typeface="+mn-ea"/>
                <a:cs typeface="+mn-cs"/>
              </a:defRPr>
            </a:lvl1pPr>
            <a:lvl2pPr marL="216000" indent="-2160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2pPr>
            <a:lvl3pPr marL="432000" indent="-216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3pPr>
            <a:lvl4pPr marL="648000" indent="-216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4pPr>
            <a:lvl5pPr marL="864000" indent="-216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92A66A-EA94-4991-BD7F-89548FF80B25}" type="slidenum">
              <a:rPr lang="en-US" smtClean="0"/>
              <a:pPr/>
              <a:t>‹#›</a:t>
            </a:fld>
            <a:endParaRPr lang="en-US"/>
          </a:p>
        </p:txBody>
      </p:sp>
      <p:pic>
        <p:nvPicPr>
          <p:cNvPr id="8" name="Graphic 7">
            <a:extLst>
              <a:ext uri="{FF2B5EF4-FFF2-40B4-BE49-F238E27FC236}">
                <a16:creationId xmlns:a16="http://schemas.microsoft.com/office/drawing/2014/main" id="{A6D78B70-BE1D-AFD0-878F-6A8EAC73570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bwMode="gray">
          <a:xfrm>
            <a:off x="10697232" y="381705"/>
            <a:ext cx="995834" cy="162068"/>
          </a:xfrm>
          <a:prstGeom prst="rect">
            <a:avLst/>
          </a:prstGeom>
        </p:spPr>
      </p:pic>
    </p:spTree>
    <p:extLst>
      <p:ext uri="{BB962C8B-B14F-4D97-AF65-F5344CB8AC3E}">
        <p14:creationId xmlns:p14="http://schemas.microsoft.com/office/powerpoint/2010/main" val="157923068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17_Diseño personalizado">
    <p:spTree>
      <p:nvGrpSpPr>
        <p:cNvPr id="1" name=""/>
        <p:cNvGrpSpPr/>
        <p:nvPr/>
      </p:nvGrpSpPr>
      <p:grpSpPr>
        <a:xfrm>
          <a:off x="0" y="0"/>
          <a:ext cx="0" cy="0"/>
          <a:chOff x="0" y="0"/>
          <a:chExt cx="0" cy="0"/>
        </a:xfrm>
      </p:grpSpPr>
      <p:sp>
        <p:nvSpPr>
          <p:cNvPr id="13" name="Marcador de texto 28">
            <a:extLst>
              <a:ext uri="{FF2B5EF4-FFF2-40B4-BE49-F238E27FC236}">
                <a16:creationId xmlns:a16="http://schemas.microsoft.com/office/drawing/2014/main" id="{29D1FEA4-5896-E492-A5FA-8AF0A0DF36CC}"/>
              </a:ext>
            </a:extLst>
          </p:cNvPr>
          <p:cNvSpPr>
            <a:spLocks noGrp="1"/>
          </p:cNvSpPr>
          <p:nvPr>
            <p:ph type="body" sz="quarter" idx="28"/>
          </p:nvPr>
        </p:nvSpPr>
        <p:spPr>
          <a:xfrm>
            <a:off x="330909" y="371168"/>
            <a:ext cx="7518879" cy="744537"/>
          </a:xfrm>
        </p:spPr>
        <p:txBody>
          <a:bodyPr/>
          <a:lstStyle>
            <a:lvl1pPr algn="l">
              <a:defRPr sz="2400" b="1" cap="all" baseline="0">
                <a:solidFill>
                  <a:schemeClr val="bg1"/>
                </a:solidFill>
                <a:latin typeface="Arial" panose="020B0604020202020204" pitchFamily="34" charset="0"/>
                <a:cs typeface="Arial" panose="020B0604020202020204" pitchFamily="34" charset="0"/>
              </a:defRPr>
            </a:lvl1pPr>
          </a:lstStyle>
          <a:p>
            <a:pPr lvl="0"/>
            <a:endParaRPr lang="es-ES"/>
          </a:p>
        </p:txBody>
      </p:sp>
      <p:pic>
        <p:nvPicPr>
          <p:cNvPr id="14" name="Imagen 13" descr="Un hombre con lentes y camisa blanca&#10;&#10;Descripción generada automáticamente">
            <a:extLst>
              <a:ext uri="{FF2B5EF4-FFF2-40B4-BE49-F238E27FC236}">
                <a16:creationId xmlns:a16="http://schemas.microsoft.com/office/drawing/2014/main" id="{8B654352-44D7-43DD-65C3-DF0F1074E9F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3882748" y="0"/>
            <a:ext cx="8309252" cy="6858000"/>
          </a:xfrm>
          <a:prstGeom prst="rect">
            <a:avLst/>
          </a:prstGeom>
        </p:spPr>
      </p:pic>
      <p:pic>
        <p:nvPicPr>
          <p:cNvPr id="15" name="Imagen 14" descr="Un hombre con lentes y camisa blanca&#10;&#10;Descripción generada automáticamente">
            <a:extLst>
              <a:ext uri="{FF2B5EF4-FFF2-40B4-BE49-F238E27FC236}">
                <a16:creationId xmlns:a16="http://schemas.microsoft.com/office/drawing/2014/main" id="{F8829593-5FA7-A08A-F628-ED6972822F8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flipH="1">
            <a:off x="-1" y="0"/>
            <a:ext cx="4786312" cy="6858000"/>
          </a:xfrm>
          <a:prstGeom prst="rect">
            <a:avLst/>
          </a:prstGeom>
        </p:spPr>
      </p:pic>
      <p:pic>
        <p:nvPicPr>
          <p:cNvPr id="16" name="Imagen 15">
            <a:extLst>
              <a:ext uri="{FF2B5EF4-FFF2-40B4-BE49-F238E27FC236}">
                <a16:creationId xmlns:a16="http://schemas.microsoft.com/office/drawing/2014/main" id="{28E746BD-7076-79EA-2DB5-D806A3C8F6E4}"/>
              </a:ext>
            </a:extLst>
          </p:cNvPr>
          <p:cNvPicPr>
            <a:picLocks noChangeAspect="1"/>
          </p:cNvPicPr>
          <p:nvPr userDrawn="1"/>
        </p:nvPicPr>
        <p:blipFill>
          <a:blip r:embed="rId4"/>
          <a:stretch>
            <a:fillRect/>
          </a:stretch>
        </p:blipFill>
        <p:spPr>
          <a:xfrm rot="10800000">
            <a:off x="0" y="-5"/>
            <a:ext cx="4346910" cy="6858002"/>
          </a:xfrm>
          <a:prstGeom prst="rect">
            <a:avLst/>
          </a:prstGeom>
        </p:spPr>
      </p:pic>
      <p:sp>
        <p:nvSpPr>
          <p:cNvPr id="17" name="Slide Number Placeholder 7">
            <a:extLst>
              <a:ext uri="{FF2B5EF4-FFF2-40B4-BE49-F238E27FC236}">
                <a16:creationId xmlns:a16="http://schemas.microsoft.com/office/drawing/2014/main" id="{F721CBC4-535E-4291-DAE6-C515706749B2}"/>
              </a:ext>
            </a:extLst>
          </p:cNvPr>
          <p:cNvSpPr>
            <a:spLocks noGrp="1"/>
          </p:cNvSpPr>
          <p:nvPr>
            <p:ph type="sldNum" sz="quarter" idx="12"/>
          </p:nvPr>
        </p:nvSpPr>
        <p:spPr bwMode="gray">
          <a:xfrm>
            <a:off x="11532012" y="6632547"/>
            <a:ext cx="252000" cy="107315"/>
          </a:xfrm>
        </p:spPr>
        <p:txBody>
          <a:bodyPr/>
          <a:lstStyle>
            <a:lvl1pPr>
              <a:defRPr>
                <a:solidFill>
                  <a:schemeClr val="tx1">
                    <a:lumMod val="50000"/>
                    <a:lumOff val="50000"/>
                  </a:schemeClr>
                </a:solidFill>
              </a:defRPr>
            </a:lvl1pPr>
          </a:lstStyle>
          <a:p>
            <a:fld id="{C992A66A-EA94-4991-BD7F-89548FF80B25}" type="slidenum">
              <a:rPr lang="en-US" smtClean="0"/>
              <a:pPr/>
              <a:t>‹#›</a:t>
            </a:fld>
            <a:endParaRPr lang="en-US"/>
          </a:p>
        </p:txBody>
      </p:sp>
      <p:pic>
        <p:nvPicPr>
          <p:cNvPr id="18" name="Graphic 7">
            <a:extLst>
              <a:ext uri="{FF2B5EF4-FFF2-40B4-BE49-F238E27FC236}">
                <a16:creationId xmlns:a16="http://schemas.microsoft.com/office/drawing/2014/main" id="{F5BFDBE4-DDAB-8016-F2A5-623D90779864}"/>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bwMode="gray">
          <a:xfrm>
            <a:off x="10697232" y="381705"/>
            <a:ext cx="995834" cy="162068"/>
          </a:xfrm>
          <a:prstGeom prst="rect">
            <a:avLst/>
          </a:prstGeom>
        </p:spPr>
      </p:pic>
    </p:spTree>
    <p:extLst>
      <p:ext uri="{BB962C8B-B14F-4D97-AF65-F5344CB8AC3E}">
        <p14:creationId xmlns:p14="http://schemas.microsoft.com/office/powerpoint/2010/main" val="246428089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6_Diseño personalizado">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22F761A-B817-8D12-4543-F97F8B895ACA}"/>
              </a:ext>
            </a:extLst>
          </p:cNvPr>
          <p:cNvSpPr txBox="1"/>
          <p:nvPr userDrawn="1"/>
        </p:nvSpPr>
        <p:spPr>
          <a:xfrm>
            <a:off x="644318" y="6554180"/>
            <a:ext cx="4552102" cy="88901"/>
          </a:xfrm>
          <a:prstGeom prst="rect">
            <a:avLst/>
          </a:prstGeom>
          <a:noFill/>
        </p:spPr>
        <p:txBody>
          <a:bodyPr wrap="square" lIns="0" tIns="0" rIns="0" bIns="0" rtlCol="0">
            <a:noAutofit/>
          </a:bodyPr>
          <a:lstStyle/>
          <a:p>
            <a:pPr marL="0" marR="0" lvl="0" indent="0" algn="l" defTabSz="914400" rtl="0" eaLnBrk="1" fontAlgn="auto" latinLnBrk="0" hangingPunct="1">
              <a:lnSpc>
                <a:spcPct val="110000"/>
              </a:lnSpc>
              <a:spcBef>
                <a:spcPts val="600"/>
              </a:spcBef>
              <a:spcAft>
                <a:spcPts val="0"/>
              </a:spcAft>
              <a:buClrTx/>
              <a:buSzTx/>
              <a:buFontTx/>
              <a:buNone/>
              <a:tabLst/>
              <a:defRPr/>
            </a:pPr>
            <a:r>
              <a:rPr lang="en-US" sz="800" kern="1200">
                <a:solidFill>
                  <a:schemeClr val="bg1"/>
                </a:solidFill>
                <a:latin typeface="Arial" panose="020B0604020202020204" pitchFamily="34" charset="0"/>
                <a:ea typeface="+mn-ea"/>
                <a:cs typeface="Arial" panose="020B0604020202020204" pitchFamily="34" charset="0"/>
              </a:rPr>
              <a:t>© 2023 NTT DATA</a:t>
            </a:r>
          </a:p>
          <a:p>
            <a:pPr algn="l">
              <a:lnSpc>
                <a:spcPct val="110000"/>
              </a:lnSpc>
              <a:spcBef>
                <a:spcPts val="600"/>
              </a:spcBef>
            </a:pPr>
            <a:endParaRPr lang="es-ES" sz="2000"/>
          </a:p>
        </p:txBody>
      </p:sp>
      <p:sp>
        <p:nvSpPr>
          <p:cNvPr id="7" name="Slide Number Placeholder 5">
            <a:extLst>
              <a:ext uri="{FF2B5EF4-FFF2-40B4-BE49-F238E27FC236}">
                <a16:creationId xmlns:a16="http://schemas.microsoft.com/office/drawing/2014/main" id="{1F82A5A2-8FA2-EAFC-D3C2-FD9B77E6486F}"/>
              </a:ext>
            </a:extLst>
          </p:cNvPr>
          <p:cNvSpPr>
            <a:spLocks noGrp="1"/>
          </p:cNvSpPr>
          <p:nvPr>
            <p:ph type="sldNum" sz="quarter" idx="25"/>
          </p:nvPr>
        </p:nvSpPr>
        <p:spPr>
          <a:xfrm>
            <a:off x="164045" y="6563358"/>
            <a:ext cx="304800" cy="88901"/>
          </a:xfrm>
        </p:spPr>
        <p:txBody>
          <a:bodyPr/>
          <a:lstStyle>
            <a:lvl1pPr>
              <a:defRPr>
                <a:solidFill>
                  <a:schemeClr val="bg1"/>
                </a:solidFill>
              </a:defRPr>
            </a:lvl1pPr>
          </a:lstStyle>
          <a:p>
            <a:fld id="{13CE6DAF-806F-404B-BC68-339BFCB57E5C}" type="slidenum">
              <a:rPr lang="en-US" smtClean="0"/>
              <a:pPr/>
              <a:t>‹#›</a:t>
            </a:fld>
            <a:endParaRPr lang="en-US"/>
          </a:p>
        </p:txBody>
      </p:sp>
      <p:sp>
        <p:nvSpPr>
          <p:cNvPr id="10" name="Text Placeholder 14">
            <a:extLst>
              <a:ext uri="{FF2B5EF4-FFF2-40B4-BE49-F238E27FC236}">
                <a16:creationId xmlns:a16="http://schemas.microsoft.com/office/drawing/2014/main" id="{B1328A7F-EAFD-35AC-4B64-305C7DFA2523}"/>
              </a:ext>
            </a:extLst>
          </p:cNvPr>
          <p:cNvSpPr txBox="1">
            <a:spLocks noChangeAspect="1"/>
          </p:cNvSpPr>
          <p:nvPr userDrawn="1"/>
        </p:nvSpPr>
        <p:spPr bwMode="gray">
          <a:xfrm>
            <a:off x="10862792" y="340055"/>
            <a:ext cx="995835" cy="147477"/>
          </a:xfrm>
          <a:custGeom>
            <a:avLst/>
            <a:gdLst>
              <a:gd name="connsiteX0" fmla="*/ 0 w 3190875"/>
              <a:gd name="connsiteY0" fmla="*/ 0 h 1514475"/>
              <a:gd name="connsiteX1" fmla="*/ 3190875 w 3190875"/>
              <a:gd name="connsiteY1" fmla="*/ 0 h 1514475"/>
              <a:gd name="connsiteX2" fmla="*/ 3190875 w 3190875"/>
              <a:gd name="connsiteY2" fmla="*/ 1514475 h 1514475"/>
              <a:gd name="connsiteX3" fmla="*/ 0 w 3190875"/>
              <a:gd name="connsiteY3" fmla="*/ 1514475 h 1514475"/>
            </a:gdLst>
            <a:ahLst/>
            <a:cxnLst>
              <a:cxn ang="0">
                <a:pos x="connsiteX0" y="connsiteY0"/>
              </a:cxn>
              <a:cxn ang="0">
                <a:pos x="connsiteX1" y="connsiteY1"/>
              </a:cxn>
              <a:cxn ang="0">
                <a:pos x="connsiteX2" y="connsiteY2"/>
              </a:cxn>
              <a:cxn ang="0">
                <a:pos x="connsiteX3" y="connsiteY3"/>
              </a:cxn>
            </a:cxnLst>
            <a:rect l="l" t="t" r="r" b="b"/>
            <a:pathLst>
              <a:path w="3190875" h="1514475">
                <a:moveTo>
                  <a:pt x="0" y="0"/>
                </a:moveTo>
                <a:lnTo>
                  <a:pt x="3190875" y="0"/>
                </a:lnTo>
                <a:lnTo>
                  <a:pt x="3190875" y="1514475"/>
                </a:lnTo>
                <a:lnTo>
                  <a:pt x="0" y="1514475"/>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lgn="l" defTabSz="914400" rtl="0" eaLnBrk="1" latinLnBrk="0" hangingPunct="1">
              <a:lnSpc>
                <a:spcPct val="110000"/>
              </a:lnSpc>
              <a:spcBef>
                <a:spcPts val="600"/>
              </a:spcBef>
              <a:buFontTx/>
              <a:buNone/>
              <a:defRPr sz="100" kern="1200">
                <a:solidFill>
                  <a:schemeClr val="bg1"/>
                </a:solidFill>
                <a:latin typeface="+mn-lt"/>
                <a:ea typeface="+mn-ea"/>
                <a:cs typeface="+mn-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a:t>
            </a:r>
          </a:p>
        </p:txBody>
      </p:sp>
      <p:sp>
        <p:nvSpPr>
          <p:cNvPr id="11" name="CuadroTexto 10">
            <a:extLst>
              <a:ext uri="{FF2B5EF4-FFF2-40B4-BE49-F238E27FC236}">
                <a16:creationId xmlns:a16="http://schemas.microsoft.com/office/drawing/2014/main" id="{CB48E36A-02B6-E4AE-BF79-51E0A2F6982F}"/>
              </a:ext>
            </a:extLst>
          </p:cNvPr>
          <p:cNvSpPr txBox="1"/>
          <p:nvPr userDrawn="1"/>
        </p:nvSpPr>
        <p:spPr>
          <a:xfrm>
            <a:off x="12722087" y="993913"/>
            <a:ext cx="0" cy="0"/>
          </a:xfrm>
          <a:prstGeom prst="rect">
            <a:avLst/>
          </a:prstGeom>
          <a:noFill/>
        </p:spPr>
        <p:txBody>
          <a:bodyPr wrap="none" lIns="0" tIns="0" rIns="0" bIns="0" rtlCol="0">
            <a:noAutofit/>
          </a:bodyPr>
          <a:lstStyle/>
          <a:p>
            <a:pPr algn="l">
              <a:lnSpc>
                <a:spcPct val="110000"/>
              </a:lnSpc>
              <a:spcBef>
                <a:spcPts val="600"/>
              </a:spcBef>
            </a:pPr>
            <a:endParaRPr lang="es-ES" sz="2000"/>
          </a:p>
        </p:txBody>
      </p:sp>
      <p:sp>
        <p:nvSpPr>
          <p:cNvPr id="3" name="Marcador de texto 28">
            <a:extLst>
              <a:ext uri="{FF2B5EF4-FFF2-40B4-BE49-F238E27FC236}">
                <a16:creationId xmlns:a16="http://schemas.microsoft.com/office/drawing/2014/main" id="{02C8E0C5-DDC0-D57C-968E-D513419DE3EC}"/>
              </a:ext>
            </a:extLst>
          </p:cNvPr>
          <p:cNvSpPr>
            <a:spLocks noGrp="1"/>
          </p:cNvSpPr>
          <p:nvPr>
            <p:ph type="body" sz="quarter" idx="28"/>
          </p:nvPr>
        </p:nvSpPr>
        <p:spPr>
          <a:xfrm>
            <a:off x="337775" y="371168"/>
            <a:ext cx="7518879" cy="744537"/>
          </a:xfrm>
        </p:spPr>
        <p:txBody>
          <a:bodyPr/>
          <a:lstStyle>
            <a:lvl1pPr algn="l">
              <a:defRPr sz="2400" b="1" cap="all" baseline="0">
                <a:solidFill>
                  <a:schemeClr val="bg1"/>
                </a:solidFill>
                <a:latin typeface="Arial" panose="020B0604020202020204" pitchFamily="34" charset="0"/>
                <a:cs typeface="Arial" panose="020B0604020202020204" pitchFamily="34" charset="0"/>
              </a:defRPr>
            </a:lvl1pPr>
          </a:lstStyle>
          <a:p>
            <a:pPr lvl="0"/>
            <a:endParaRPr lang="es-ES"/>
          </a:p>
        </p:txBody>
      </p:sp>
      <p:pic>
        <p:nvPicPr>
          <p:cNvPr id="5" name="Imagen 4" descr="Mujer sonriendo sentada en una silla&#10;&#10;Descripción generada automáticamente con confianza media">
            <a:extLst>
              <a:ext uri="{FF2B5EF4-FFF2-40B4-BE49-F238E27FC236}">
                <a16:creationId xmlns:a16="http://schemas.microsoft.com/office/drawing/2014/main" id="{4FE9DEC9-0692-79C2-C40D-B863E6B43C5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615043" y="0"/>
            <a:ext cx="9583823" cy="6858000"/>
          </a:xfrm>
          <a:prstGeom prst="rect">
            <a:avLst/>
          </a:prstGeom>
        </p:spPr>
      </p:pic>
      <p:pic>
        <p:nvPicPr>
          <p:cNvPr id="8" name="Imagen 7" descr="Mujer sonriendo sentada en una silla&#10;&#10;Descripción generada automáticamente con confianza media">
            <a:extLst>
              <a:ext uri="{FF2B5EF4-FFF2-40B4-BE49-F238E27FC236}">
                <a16:creationId xmlns:a16="http://schemas.microsoft.com/office/drawing/2014/main" id="{99FFA222-2607-7F60-7973-487A7E02F1EB}"/>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6867" y="0"/>
            <a:ext cx="2893672" cy="6858000"/>
          </a:xfrm>
          <a:prstGeom prst="rect">
            <a:avLst/>
          </a:prstGeom>
        </p:spPr>
      </p:pic>
      <p:pic>
        <p:nvPicPr>
          <p:cNvPr id="12" name="Imagen 11">
            <a:extLst>
              <a:ext uri="{FF2B5EF4-FFF2-40B4-BE49-F238E27FC236}">
                <a16:creationId xmlns:a16="http://schemas.microsoft.com/office/drawing/2014/main" id="{332B14CC-67A9-D94A-7187-08613190094F}"/>
              </a:ext>
            </a:extLst>
          </p:cNvPr>
          <p:cNvPicPr>
            <a:picLocks noChangeAspect="1"/>
          </p:cNvPicPr>
          <p:nvPr userDrawn="1"/>
        </p:nvPicPr>
        <p:blipFill>
          <a:blip r:embed="rId5"/>
          <a:stretch>
            <a:fillRect/>
          </a:stretch>
        </p:blipFill>
        <p:spPr>
          <a:xfrm rot="10800000">
            <a:off x="-1" y="0"/>
            <a:ext cx="4824193" cy="6858000"/>
          </a:xfrm>
          <a:prstGeom prst="rect">
            <a:avLst/>
          </a:prstGeom>
        </p:spPr>
      </p:pic>
      <p:sp>
        <p:nvSpPr>
          <p:cNvPr id="16" name="CuadroTexto 15">
            <a:extLst>
              <a:ext uri="{FF2B5EF4-FFF2-40B4-BE49-F238E27FC236}">
                <a16:creationId xmlns:a16="http://schemas.microsoft.com/office/drawing/2014/main" id="{3CC8801C-7164-77B6-2FFA-1130FBA3C924}"/>
              </a:ext>
            </a:extLst>
          </p:cNvPr>
          <p:cNvSpPr txBox="1"/>
          <p:nvPr userDrawn="1"/>
        </p:nvSpPr>
        <p:spPr>
          <a:xfrm>
            <a:off x="12728953" y="993913"/>
            <a:ext cx="0" cy="0"/>
          </a:xfrm>
          <a:prstGeom prst="rect">
            <a:avLst/>
          </a:prstGeom>
          <a:noFill/>
        </p:spPr>
        <p:txBody>
          <a:bodyPr wrap="none" lIns="0" tIns="0" rIns="0" bIns="0" rtlCol="0">
            <a:noAutofit/>
          </a:bodyPr>
          <a:lstStyle/>
          <a:p>
            <a:pPr algn="l">
              <a:lnSpc>
                <a:spcPct val="110000"/>
              </a:lnSpc>
              <a:spcBef>
                <a:spcPts val="600"/>
              </a:spcBef>
            </a:pPr>
            <a:endParaRPr lang="es-ES" sz="2000"/>
          </a:p>
        </p:txBody>
      </p:sp>
      <p:sp>
        <p:nvSpPr>
          <p:cNvPr id="6" name="Slide Number Placeholder 7">
            <a:extLst>
              <a:ext uri="{FF2B5EF4-FFF2-40B4-BE49-F238E27FC236}">
                <a16:creationId xmlns:a16="http://schemas.microsoft.com/office/drawing/2014/main" id="{4A421B9F-2551-54A6-52B3-E47282EC3DCD}"/>
              </a:ext>
            </a:extLst>
          </p:cNvPr>
          <p:cNvSpPr txBox="1">
            <a:spLocks/>
          </p:cNvSpPr>
          <p:nvPr userDrawn="1"/>
        </p:nvSpPr>
        <p:spPr bwMode="gray">
          <a:xfrm>
            <a:off x="11532012" y="6632547"/>
            <a:ext cx="252000" cy="107315"/>
          </a:xfrm>
          <a:prstGeom prst="rect">
            <a:avLst/>
          </a:prstGeom>
        </p:spPr>
        <p:txBody>
          <a:bodyPr vert="horz" lIns="0" tIns="0" rIns="0" bIns="0" rtlCol="0" anchor="ctr">
            <a:noAutofit/>
          </a:bodyPr>
          <a:lstStyle>
            <a:defPPr>
              <a:defRPr lang="en-US"/>
            </a:defPPr>
            <a:lvl1pPr marL="0" indent="0" algn="r" defTabSz="914400" rtl="0" eaLnBrk="1" latinLnBrk="0" hangingPunct="1">
              <a:lnSpc>
                <a:spcPct val="110000"/>
              </a:lnSpc>
              <a:spcBef>
                <a:spcPts val="600"/>
              </a:spcBef>
              <a:buFontTx/>
              <a:buNone/>
              <a:defRPr sz="900" kern="1200">
                <a:solidFill>
                  <a:schemeClr val="bg1"/>
                </a:solidFill>
                <a:latin typeface="+mn-lt"/>
                <a:ea typeface="+mn-ea"/>
                <a:cs typeface="+mn-cs"/>
              </a:defRPr>
            </a:lvl1pPr>
            <a:lvl2pPr marL="216000" indent="-2160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2pPr>
            <a:lvl3pPr marL="432000" indent="-216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3pPr>
            <a:lvl4pPr marL="648000" indent="-216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4pPr>
            <a:lvl5pPr marL="864000" indent="-216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92A66A-EA94-4991-BD7F-89548FF80B25}" type="slidenum">
              <a:rPr lang="en-US" smtClean="0"/>
              <a:pPr/>
              <a:t>‹#›</a:t>
            </a:fld>
            <a:endParaRPr lang="en-US"/>
          </a:p>
        </p:txBody>
      </p:sp>
      <p:pic>
        <p:nvPicPr>
          <p:cNvPr id="9" name="Graphic 7">
            <a:extLst>
              <a:ext uri="{FF2B5EF4-FFF2-40B4-BE49-F238E27FC236}">
                <a16:creationId xmlns:a16="http://schemas.microsoft.com/office/drawing/2014/main" id="{FCA46FE4-4C50-B158-C015-D939E7A545E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gray">
          <a:xfrm>
            <a:off x="10697232" y="381705"/>
            <a:ext cx="995834" cy="162068"/>
          </a:xfrm>
          <a:prstGeom prst="rect">
            <a:avLst/>
          </a:prstGeom>
        </p:spPr>
      </p:pic>
    </p:spTree>
    <p:extLst>
      <p:ext uri="{BB962C8B-B14F-4D97-AF65-F5344CB8AC3E}">
        <p14:creationId xmlns:p14="http://schemas.microsoft.com/office/powerpoint/2010/main" val="181557545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tx">
  <p:cSld name="16_Diseño personalizado">
    <p:spTree>
      <p:nvGrpSpPr>
        <p:cNvPr id="1" name=""/>
        <p:cNvGrpSpPr/>
        <p:nvPr/>
      </p:nvGrpSpPr>
      <p:grpSpPr>
        <a:xfrm>
          <a:off x="0" y="0"/>
          <a:ext cx="0" cy="0"/>
          <a:chOff x="0" y="0"/>
          <a:chExt cx="0" cy="0"/>
        </a:xfrm>
      </p:grpSpPr>
      <p:pic>
        <p:nvPicPr>
          <p:cNvPr id="7" name="Imagen 6" descr="Hombre sentado en una cocina&#10;&#10;Descripción generada automáticamente con confianza baja">
            <a:extLst>
              <a:ext uri="{FF2B5EF4-FFF2-40B4-BE49-F238E27FC236}">
                <a16:creationId xmlns:a16="http://schemas.microsoft.com/office/drawing/2014/main" id="{8E243139-3FF5-033B-355A-AE30F7B2844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83406" y="0"/>
            <a:ext cx="11308594" cy="6858000"/>
          </a:xfrm>
          <a:prstGeom prst="rect">
            <a:avLst/>
          </a:prstGeom>
        </p:spPr>
      </p:pic>
      <p:pic>
        <p:nvPicPr>
          <p:cNvPr id="10" name="Imagen 9" descr="Hombre sentado en una cocina&#10;&#10;Descripción generada automáticamente con confianza baja">
            <a:extLst>
              <a:ext uri="{FF2B5EF4-FFF2-40B4-BE49-F238E27FC236}">
                <a16:creationId xmlns:a16="http://schemas.microsoft.com/office/drawing/2014/main" id="{59355177-1109-587E-CFEB-C8117E32CCED}"/>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flipH="1">
            <a:off x="-1" y="-7837"/>
            <a:ext cx="883405" cy="6858000"/>
          </a:xfrm>
          <a:prstGeom prst="rect">
            <a:avLst/>
          </a:prstGeom>
        </p:spPr>
      </p:pic>
      <p:pic>
        <p:nvPicPr>
          <p:cNvPr id="5" name="Imagen 4">
            <a:extLst>
              <a:ext uri="{FF2B5EF4-FFF2-40B4-BE49-F238E27FC236}">
                <a16:creationId xmlns:a16="http://schemas.microsoft.com/office/drawing/2014/main" id="{F29D9E43-E018-98A5-B585-3FAAD96F2485}"/>
              </a:ext>
            </a:extLst>
          </p:cNvPr>
          <p:cNvPicPr>
            <a:picLocks noChangeAspect="1"/>
          </p:cNvPicPr>
          <p:nvPr userDrawn="1"/>
        </p:nvPicPr>
        <p:blipFill>
          <a:blip r:embed="rId4"/>
          <a:stretch>
            <a:fillRect/>
          </a:stretch>
        </p:blipFill>
        <p:spPr>
          <a:xfrm rot="10800000">
            <a:off x="0" y="-15674"/>
            <a:ext cx="5386039" cy="6873674"/>
          </a:xfrm>
          <a:prstGeom prst="rect">
            <a:avLst/>
          </a:prstGeom>
        </p:spPr>
      </p:pic>
      <p:pic>
        <p:nvPicPr>
          <p:cNvPr id="8" name="Imagen 7">
            <a:extLst>
              <a:ext uri="{FF2B5EF4-FFF2-40B4-BE49-F238E27FC236}">
                <a16:creationId xmlns:a16="http://schemas.microsoft.com/office/drawing/2014/main" id="{C6DB6286-0907-65B7-422F-46417E8FCA7F}"/>
              </a:ext>
            </a:extLst>
          </p:cNvPr>
          <p:cNvPicPr>
            <a:picLocks noChangeAspect="1"/>
          </p:cNvPicPr>
          <p:nvPr userDrawn="1"/>
        </p:nvPicPr>
        <p:blipFill>
          <a:blip r:embed="rId4"/>
          <a:stretch>
            <a:fillRect/>
          </a:stretch>
        </p:blipFill>
        <p:spPr>
          <a:xfrm>
            <a:off x="9353219" y="-5569"/>
            <a:ext cx="2838781" cy="6865837"/>
          </a:xfrm>
          <a:prstGeom prst="rect">
            <a:avLst/>
          </a:prstGeom>
        </p:spPr>
      </p:pic>
      <p:sp>
        <p:nvSpPr>
          <p:cNvPr id="11" name="CuadroTexto 10">
            <a:extLst>
              <a:ext uri="{FF2B5EF4-FFF2-40B4-BE49-F238E27FC236}">
                <a16:creationId xmlns:a16="http://schemas.microsoft.com/office/drawing/2014/main" id="{F7A99788-6400-1610-AD8A-7E67A935A638}"/>
              </a:ext>
            </a:extLst>
          </p:cNvPr>
          <p:cNvSpPr txBox="1"/>
          <p:nvPr userDrawn="1"/>
        </p:nvSpPr>
        <p:spPr>
          <a:xfrm>
            <a:off x="12722087" y="993913"/>
            <a:ext cx="0" cy="0"/>
          </a:xfrm>
          <a:prstGeom prst="rect">
            <a:avLst/>
          </a:prstGeom>
          <a:noFill/>
        </p:spPr>
        <p:txBody>
          <a:bodyPr wrap="none" lIns="0" tIns="0" rIns="0" bIns="0" rtlCol="0">
            <a:noAutofit/>
          </a:bodyPr>
          <a:lstStyle/>
          <a:p>
            <a:pPr algn="l">
              <a:lnSpc>
                <a:spcPct val="110000"/>
              </a:lnSpc>
              <a:spcBef>
                <a:spcPts val="600"/>
              </a:spcBef>
            </a:pPr>
            <a:endParaRPr lang="es-ES" sz="2000"/>
          </a:p>
        </p:txBody>
      </p:sp>
      <p:sp>
        <p:nvSpPr>
          <p:cNvPr id="6" name="Slide Number Placeholder 7">
            <a:extLst>
              <a:ext uri="{FF2B5EF4-FFF2-40B4-BE49-F238E27FC236}">
                <a16:creationId xmlns:a16="http://schemas.microsoft.com/office/drawing/2014/main" id="{BA58A61F-ABF7-B162-8FE0-B489482E79DD}"/>
              </a:ext>
            </a:extLst>
          </p:cNvPr>
          <p:cNvSpPr>
            <a:spLocks noGrp="1"/>
          </p:cNvSpPr>
          <p:nvPr>
            <p:ph type="sldNum" sz="quarter" idx="12"/>
          </p:nvPr>
        </p:nvSpPr>
        <p:spPr bwMode="gray">
          <a:xfrm>
            <a:off x="11532012" y="6632547"/>
            <a:ext cx="252000" cy="107315"/>
          </a:xfrm>
        </p:spPr>
        <p:txBody>
          <a:bodyPr/>
          <a:lstStyle>
            <a:lvl1pPr>
              <a:defRPr>
                <a:solidFill>
                  <a:schemeClr val="bg1"/>
                </a:solidFill>
              </a:defRPr>
            </a:lvl1pPr>
          </a:lstStyle>
          <a:p>
            <a:fld id="{C992A66A-EA94-4991-BD7F-89548FF80B25}" type="slidenum">
              <a:rPr lang="en-US" smtClean="0"/>
              <a:pPr/>
              <a:t>‹#›</a:t>
            </a:fld>
            <a:endParaRPr lang="en-US"/>
          </a:p>
        </p:txBody>
      </p:sp>
      <p:pic>
        <p:nvPicPr>
          <p:cNvPr id="9" name="Graphic 7">
            <a:extLst>
              <a:ext uri="{FF2B5EF4-FFF2-40B4-BE49-F238E27FC236}">
                <a16:creationId xmlns:a16="http://schemas.microsoft.com/office/drawing/2014/main" id="{A492CEB6-73CF-BF5D-04CB-CFD67418738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bwMode="gray">
          <a:xfrm>
            <a:off x="10697232" y="381705"/>
            <a:ext cx="995834" cy="162068"/>
          </a:xfrm>
          <a:prstGeom prst="rect">
            <a:avLst/>
          </a:prstGeom>
        </p:spPr>
      </p:pic>
    </p:spTree>
    <p:extLst>
      <p:ext uri="{BB962C8B-B14F-4D97-AF65-F5344CB8AC3E}">
        <p14:creationId xmlns:p14="http://schemas.microsoft.com/office/powerpoint/2010/main" val="12158632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109345-2AC7-F0EA-F5D0-8B318319F005}"/>
              </a:ext>
            </a:extLst>
          </p:cNvPr>
          <p:cNvSpPr>
            <a:spLocks noGrp="1"/>
          </p:cNvSpPr>
          <p:nvPr>
            <p:ph type="title"/>
          </p:nvPr>
        </p:nvSpPr>
        <p:spPr/>
        <p:txBody>
          <a:bodyPr/>
          <a:lstStyle/>
          <a:p>
            <a:r>
              <a:rPr lang="es-ES"/>
              <a:t>Haga clic para modificar el estilo de título del patrón</a:t>
            </a:r>
          </a:p>
        </p:txBody>
      </p:sp>
      <p:sp>
        <p:nvSpPr>
          <p:cNvPr id="4" name="Marcador de número de diapositiva 3">
            <a:extLst>
              <a:ext uri="{FF2B5EF4-FFF2-40B4-BE49-F238E27FC236}">
                <a16:creationId xmlns:a16="http://schemas.microsoft.com/office/drawing/2014/main" id="{E3965DCC-85D8-CEE1-BC78-E2EFCAE768A2}"/>
              </a:ext>
            </a:extLst>
          </p:cNvPr>
          <p:cNvSpPr>
            <a:spLocks noGrp="1"/>
          </p:cNvSpPr>
          <p:nvPr>
            <p:ph type="sldNum" sz="quarter" idx="11"/>
          </p:nvPr>
        </p:nvSpPr>
        <p:spPr/>
        <p:txBody>
          <a:bodyPr/>
          <a:lstStyle/>
          <a:p>
            <a:fld id="{C992A66A-EA94-4991-BD7F-89548FF80B25}" type="slidenum">
              <a:rPr lang="en-US" smtClean="0"/>
              <a:pPr/>
              <a:t>‹#›</a:t>
            </a:fld>
            <a:endParaRPr lang="en-US"/>
          </a:p>
        </p:txBody>
      </p:sp>
      <p:pic>
        <p:nvPicPr>
          <p:cNvPr id="5" name="Imagen 4" descr="Imagen que contiene biombo, edificio, con baldosas, ventana&#10;&#10;Descripción generada automáticamente">
            <a:extLst>
              <a:ext uri="{FF2B5EF4-FFF2-40B4-BE49-F238E27FC236}">
                <a16:creationId xmlns:a16="http://schemas.microsoft.com/office/drawing/2014/main" id="{EB66A7C8-3868-B627-A177-000266AC46F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6" name="Imagen 5">
            <a:extLst>
              <a:ext uri="{FF2B5EF4-FFF2-40B4-BE49-F238E27FC236}">
                <a16:creationId xmlns:a16="http://schemas.microsoft.com/office/drawing/2014/main" id="{DB3E339C-1127-3138-6504-99BBC7EEB34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rot="10800000">
            <a:off x="-11" y="-4"/>
            <a:ext cx="12192001" cy="6858004"/>
          </a:xfrm>
          <a:prstGeom prst="rect">
            <a:avLst/>
          </a:prstGeom>
        </p:spPr>
      </p:pic>
      <p:sp>
        <p:nvSpPr>
          <p:cNvPr id="10" name="CuadroTexto 9">
            <a:extLst>
              <a:ext uri="{FF2B5EF4-FFF2-40B4-BE49-F238E27FC236}">
                <a16:creationId xmlns:a16="http://schemas.microsoft.com/office/drawing/2014/main" id="{B281EB25-A9D3-D589-0B3D-BC28DD90D618}"/>
              </a:ext>
            </a:extLst>
          </p:cNvPr>
          <p:cNvSpPr txBox="1"/>
          <p:nvPr userDrawn="1"/>
        </p:nvSpPr>
        <p:spPr>
          <a:xfrm>
            <a:off x="12722087" y="993913"/>
            <a:ext cx="0" cy="0"/>
          </a:xfrm>
          <a:prstGeom prst="rect">
            <a:avLst/>
          </a:prstGeom>
          <a:noFill/>
        </p:spPr>
        <p:txBody>
          <a:bodyPr wrap="none" lIns="0" tIns="0" rIns="0" bIns="0" rtlCol="0">
            <a:noAutofit/>
          </a:bodyPr>
          <a:lstStyle/>
          <a:p>
            <a:pPr algn="l">
              <a:lnSpc>
                <a:spcPct val="110000"/>
              </a:lnSpc>
              <a:spcBef>
                <a:spcPts val="600"/>
              </a:spcBef>
            </a:pPr>
            <a:endParaRPr lang="es-ES" sz="2000"/>
          </a:p>
        </p:txBody>
      </p:sp>
      <p:sp>
        <p:nvSpPr>
          <p:cNvPr id="9" name="Slide Number Placeholder 7">
            <a:extLst>
              <a:ext uri="{FF2B5EF4-FFF2-40B4-BE49-F238E27FC236}">
                <a16:creationId xmlns:a16="http://schemas.microsoft.com/office/drawing/2014/main" id="{3FC41A16-41F7-2B51-40C3-F968E5EFF1EF}"/>
              </a:ext>
            </a:extLst>
          </p:cNvPr>
          <p:cNvSpPr txBox="1">
            <a:spLocks/>
          </p:cNvSpPr>
          <p:nvPr userDrawn="1"/>
        </p:nvSpPr>
        <p:spPr bwMode="gray">
          <a:xfrm>
            <a:off x="11532012" y="6632547"/>
            <a:ext cx="252000" cy="107315"/>
          </a:xfrm>
          <a:prstGeom prst="rect">
            <a:avLst/>
          </a:prstGeom>
        </p:spPr>
        <p:txBody>
          <a:bodyPr vert="horz" lIns="0" tIns="0" rIns="0" bIns="0" rtlCol="0" anchor="ctr">
            <a:noAutofit/>
          </a:bodyPr>
          <a:lstStyle>
            <a:defPPr>
              <a:defRPr lang="en-US"/>
            </a:defPPr>
            <a:lvl1pPr marL="0" indent="0" algn="r" defTabSz="914400" rtl="0" eaLnBrk="1" latinLnBrk="0" hangingPunct="1">
              <a:lnSpc>
                <a:spcPct val="110000"/>
              </a:lnSpc>
              <a:spcBef>
                <a:spcPts val="600"/>
              </a:spcBef>
              <a:buFontTx/>
              <a:buNone/>
              <a:defRPr sz="900" kern="1200">
                <a:solidFill>
                  <a:schemeClr val="bg1"/>
                </a:solidFill>
                <a:latin typeface="+mn-lt"/>
                <a:ea typeface="+mn-ea"/>
                <a:cs typeface="+mn-cs"/>
              </a:defRPr>
            </a:lvl1pPr>
            <a:lvl2pPr marL="216000" indent="-2160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2pPr>
            <a:lvl3pPr marL="432000" indent="-216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3pPr>
            <a:lvl4pPr marL="648000" indent="-216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4pPr>
            <a:lvl5pPr marL="864000" indent="-216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92A66A-EA94-4991-BD7F-89548FF80B25}" type="slidenum">
              <a:rPr lang="en-US" smtClean="0"/>
              <a:pPr/>
              <a:t>‹#›</a:t>
            </a:fld>
            <a:endParaRPr lang="en-US"/>
          </a:p>
        </p:txBody>
      </p:sp>
      <p:pic>
        <p:nvPicPr>
          <p:cNvPr id="12" name="Graphic 7">
            <a:extLst>
              <a:ext uri="{FF2B5EF4-FFF2-40B4-BE49-F238E27FC236}">
                <a16:creationId xmlns:a16="http://schemas.microsoft.com/office/drawing/2014/main" id="{EAA46CDD-DAF6-F4CB-39E0-891DE17DB034}"/>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bwMode="gray">
          <a:xfrm>
            <a:off x="10697232" y="381705"/>
            <a:ext cx="995834" cy="162068"/>
          </a:xfrm>
          <a:prstGeom prst="rect">
            <a:avLst/>
          </a:prstGeom>
        </p:spPr>
      </p:pic>
    </p:spTree>
    <p:extLst>
      <p:ext uri="{BB962C8B-B14F-4D97-AF65-F5344CB8AC3E}">
        <p14:creationId xmlns:p14="http://schemas.microsoft.com/office/powerpoint/2010/main" val="89718974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ED4BBE3-A891-40CD-B768-EDC2FC71C6FA}"/>
              </a:ext>
            </a:extLst>
          </p:cNvPr>
          <p:cNvSpPr>
            <a:spLocks noGrp="1"/>
          </p:cNvSpPr>
          <p:nvPr>
            <p:ph type="dt" sz="half" idx="10"/>
          </p:nvPr>
        </p:nvSpPr>
        <p:spPr bwMode="gray"/>
        <p:txBody>
          <a:bodyPr/>
          <a:lstStyle/>
          <a:p>
            <a:endParaRPr lang="en-US"/>
          </a:p>
        </p:txBody>
      </p:sp>
      <p:sp>
        <p:nvSpPr>
          <p:cNvPr id="4" name="Footer Placeholder 3">
            <a:extLst>
              <a:ext uri="{FF2B5EF4-FFF2-40B4-BE49-F238E27FC236}">
                <a16:creationId xmlns:a16="http://schemas.microsoft.com/office/drawing/2014/main" id="{1B469FC3-455C-464A-85D3-22AABA0A7C05}"/>
              </a:ext>
            </a:extLst>
          </p:cNvPr>
          <p:cNvSpPr>
            <a:spLocks noGrp="1"/>
          </p:cNvSpPr>
          <p:nvPr>
            <p:ph type="ftr" sz="quarter" idx="11"/>
          </p:nvPr>
        </p:nvSpPr>
        <p:spPr bwMode="gray"/>
        <p:txBody>
          <a:bodyPr/>
          <a:lstStyle/>
          <a:p>
            <a:r>
              <a:rPr lang="en-US"/>
              <a:t>© 2023 NTT DATA Corporation</a:t>
            </a:r>
            <a:endParaRPr lang="en-US">
              <a:solidFill>
                <a:schemeClr val="tx2"/>
              </a:solidFill>
            </a:endParaRPr>
          </a:p>
        </p:txBody>
      </p:sp>
      <p:sp>
        <p:nvSpPr>
          <p:cNvPr id="5" name="Slide Number Placeholder 4">
            <a:extLst>
              <a:ext uri="{FF2B5EF4-FFF2-40B4-BE49-F238E27FC236}">
                <a16:creationId xmlns:a16="http://schemas.microsoft.com/office/drawing/2014/main" id="{EC18B0DC-2ADD-41A0-801D-C1829B8B745F}"/>
              </a:ext>
            </a:extLst>
          </p:cNvPr>
          <p:cNvSpPr>
            <a:spLocks noGrp="1"/>
          </p:cNvSpPr>
          <p:nvPr>
            <p:ph type="sldNum" sz="quarter" idx="12"/>
          </p:nvPr>
        </p:nvSpPr>
        <p:spPr bwMode="gray"/>
        <p:txBody>
          <a:bodyPr/>
          <a:lstStyle/>
          <a:p>
            <a:fld id="{13CE6DAF-806F-404B-BC68-339BFCB57E5C}" type="slidenum">
              <a:rPr lang="en-US" smtClean="0"/>
              <a:pPr/>
              <a:t>‹#›</a:t>
            </a:fld>
            <a:endParaRPr lang="en-US"/>
          </a:p>
        </p:txBody>
      </p:sp>
      <p:sp>
        <p:nvSpPr>
          <p:cNvPr id="6" name="Title 5">
            <a:extLst>
              <a:ext uri="{FF2B5EF4-FFF2-40B4-BE49-F238E27FC236}">
                <a16:creationId xmlns:a16="http://schemas.microsoft.com/office/drawing/2014/main" id="{60C3BB7C-B4A7-41A4-8C5A-903570B6070B}"/>
              </a:ext>
            </a:extLst>
          </p:cNvPr>
          <p:cNvSpPr>
            <a:spLocks noGrp="1"/>
          </p:cNvSpPr>
          <p:nvPr>
            <p:ph type="title"/>
          </p:nvPr>
        </p:nvSpPr>
        <p:spPr bwMode="gray">
          <a:xfrm>
            <a:off x="695325" y="344552"/>
            <a:ext cx="4870588" cy="792000"/>
          </a:xfrm>
        </p:spPr>
        <p:txBody>
          <a:bodyPr/>
          <a:lstStyle/>
          <a:p>
            <a:r>
              <a:rPr lang="en-US"/>
              <a:t>Click to edit Master title style</a:t>
            </a:r>
          </a:p>
        </p:txBody>
      </p:sp>
    </p:spTree>
    <p:extLst>
      <p:ext uri="{BB962C8B-B14F-4D97-AF65-F5344CB8AC3E}">
        <p14:creationId xmlns:p14="http://schemas.microsoft.com/office/powerpoint/2010/main" val="278591868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pic>
        <p:nvPicPr>
          <p:cNvPr id="10" name="Imagen 9" descr="Dibujo de un edificio&#10;&#10;Descripción generada automáticamente con confianza media">
            <a:extLst>
              <a:ext uri="{FF2B5EF4-FFF2-40B4-BE49-F238E27FC236}">
                <a16:creationId xmlns:a16="http://schemas.microsoft.com/office/drawing/2014/main" id="{E0EA1D1B-F5E2-46D3-A6E1-F97EF791DEE5}"/>
              </a:ext>
            </a:extLst>
          </p:cNvPr>
          <p:cNvPicPr>
            <a:picLocks noChangeAspect="1"/>
          </p:cNvPicPr>
          <p:nvPr userDrawn="1"/>
        </p:nvPicPr>
        <p:blipFill>
          <a:blip r:embed="rId2">
            <a:alphaModFix amt="5000"/>
            <a:extLst>
              <a:ext uri="{28A0092B-C50C-407E-A947-70E740481C1C}">
                <a14:useLocalDpi xmlns:a14="http://schemas.microsoft.com/office/drawing/2010/main" val="0"/>
              </a:ext>
            </a:extLst>
          </a:blip>
          <a:stretch>
            <a:fillRect/>
          </a:stretch>
        </p:blipFill>
        <p:spPr>
          <a:xfrm>
            <a:off x="244570" y="0"/>
            <a:ext cx="8687915" cy="6953500"/>
          </a:xfrm>
          <a:prstGeom prst="rect">
            <a:avLst/>
          </a:prstGeom>
        </p:spPr>
      </p:pic>
      <p:sp>
        <p:nvSpPr>
          <p:cNvPr id="14" name="Título 1">
            <a:extLst>
              <a:ext uri="{FF2B5EF4-FFF2-40B4-BE49-F238E27FC236}">
                <a16:creationId xmlns:a16="http://schemas.microsoft.com/office/drawing/2014/main" id="{F2D8DA50-E13D-465D-8BEE-70F834E75E8D}"/>
              </a:ext>
            </a:extLst>
          </p:cNvPr>
          <p:cNvSpPr>
            <a:spLocks noGrp="1"/>
          </p:cNvSpPr>
          <p:nvPr>
            <p:ph type="title" hasCustomPrompt="1"/>
          </p:nvPr>
        </p:nvSpPr>
        <p:spPr>
          <a:xfrm>
            <a:off x="380999" y="0"/>
            <a:ext cx="6827521" cy="1162843"/>
          </a:xfrm>
          <a:prstGeom prst="rect">
            <a:avLst/>
          </a:prstGeom>
        </p:spPr>
        <p:txBody>
          <a:bodyPr>
            <a:normAutofit/>
          </a:bodyPr>
          <a:lstStyle>
            <a:lvl1pPr algn="l" rtl="0" fontAlgn="base">
              <a:lnSpc>
                <a:spcPct val="90000"/>
              </a:lnSpc>
              <a:spcBef>
                <a:spcPct val="0"/>
              </a:spcBef>
              <a:spcAft>
                <a:spcPct val="0"/>
              </a:spcAft>
              <a:defRPr lang="es-ES" sz="2400" kern="1200" dirty="0">
                <a:solidFill>
                  <a:srgbClr val="505050"/>
                </a:solidFill>
                <a:latin typeface="Arial Black" panose="020B0A04020102020204" pitchFamily="34" charset="0"/>
                <a:ea typeface="+mj-ea"/>
                <a:cs typeface="+mj-cs"/>
              </a:defRPr>
            </a:lvl1pPr>
          </a:lstStyle>
          <a:p>
            <a:r>
              <a:rPr lang="en-US" noProof="0"/>
              <a:t>TITLE</a:t>
            </a:r>
          </a:p>
        </p:txBody>
      </p:sp>
      <p:sp>
        <p:nvSpPr>
          <p:cNvPr id="16" name="Marcador de texto 15">
            <a:extLst>
              <a:ext uri="{FF2B5EF4-FFF2-40B4-BE49-F238E27FC236}">
                <a16:creationId xmlns:a16="http://schemas.microsoft.com/office/drawing/2014/main" id="{71D5AB6B-81C7-4BE2-9222-349DEED2B49A}"/>
              </a:ext>
            </a:extLst>
          </p:cNvPr>
          <p:cNvSpPr>
            <a:spLocks noGrp="1"/>
          </p:cNvSpPr>
          <p:nvPr>
            <p:ph type="body" sz="quarter" idx="10" hasCustomPrompt="1"/>
          </p:nvPr>
        </p:nvSpPr>
        <p:spPr>
          <a:xfrm>
            <a:off x="380999" y="1667441"/>
            <a:ext cx="11539538" cy="4422641"/>
          </a:xfrm>
        </p:spPr>
        <p:txBody>
          <a:bodyPr>
            <a:normAutofit/>
          </a:bodyPr>
          <a:lstStyle>
            <a:lvl1pPr marL="0" indent="0">
              <a:buFontTx/>
              <a:buNone/>
              <a:defRPr lang="es-ES" altLang="es-ES" sz="1400" kern="1200" dirty="0" smtClean="0">
                <a:solidFill>
                  <a:srgbClr val="505050"/>
                </a:solidFill>
                <a:latin typeface="+mn-lt"/>
                <a:ea typeface="+mn-ea"/>
                <a:cs typeface="+mn-cs"/>
              </a:defRPr>
            </a:lvl1pPr>
            <a:lvl2pPr>
              <a:defRPr lang="es-ES" altLang="es-ES" sz="1600" kern="1200" dirty="0" smtClean="0">
                <a:solidFill>
                  <a:srgbClr val="505050"/>
                </a:solidFill>
                <a:latin typeface="+mn-lt"/>
                <a:ea typeface="+mn-ea"/>
                <a:cs typeface="+mn-cs"/>
              </a:defRPr>
            </a:lvl2pPr>
            <a:lvl3pPr>
              <a:defRPr lang="es-ES" altLang="es-ES" sz="1600" kern="1200" dirty="0" smtClean="0">
                <a:solidFill>
                  <a:srgbClr val="505050"/>
                </a:solidFill>
                <a:latin typeface="+mn-lt"/>
                <a:ea typeface="+mn-ea"/>
                <a:cs typeface="+mn-cs"/>
              </a:defRPr>
            </a:lvl3pPr>
            <a:lvl4pPr>
              <a:defRPr lang="es-ES" altLang="es-ES" sz="1600" kern="1200" dirty="0" smtClean="0">
                <a:solidFill>
                  <a:srgbClr val="505050"/>
                </a:solidFill>
                <a:latin typeface="+mn-lt"/>
                <a:ea typeface="+mn-ea"/>
                <a:cs typeface="+mn-cs"/>
              </a:defRPr>
            </a:lvl4pPr>
            <a:lvl5pPr>
              <a:defRPr lang="es-ES" altLang="es-ES" sz="1600" kern="1200" dirty="0" smtClean="0">
                <a:solidFill>
                  <a:srgbClr val="505050"/>
                </a:solidFill>
                <a:latin typeface="+mn-lt"/>
                <a:ea typeface="+mn-ea"/>
                <a:cs typeface="+mn-cs"/>
              </a:defRPr>
            </a:lvl5pPr>
          </a:lstStyle>
          <a:p>
            <a:pPr lvl="0"/>
            <a:r>
              <a:rPr lang="en-US" noProof="0"/>
              <a:t>Add text</a:t>
            </a:r>
          </a:p>
        </p:txBody>
      </p:sp>
      <p:pic>
        <p:nvPicPr>
          <p:cNvPr id="8" name="Imagen 7" descr="Logotipo&#10;&#10;Descripción generada automáticamente">
            <a:extLst>
              <a:ext uri="{FF2B5EF4-FFF2-40B4-BE49-F238E27FC236}">
                <a16:creationId xmlns:a16="http://schemas.microsoft.com/office/drawing/2014/main" id="{CF47B0E5-89CD-4E47-8C8E-146F286B9E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87844" y="309903"/>
            <a:ext cx="1932013" cy="491785"/>
          </a:xfrm>
          <a:prstGeom prst="rect">
            <a:avLst/>
          </a:prstGeom>
        </p:spPr>
      </p:pic>
    </p:spTree>
    <p:extLst>
      <p:ext uri="{BB962C8B-B14F-4D97-AF65-F5344CB8AC3E}">
        <p14:creationId xmlns:p14="http://schemas.microsoft.com/office/powerpoint/2010/main" val="162294473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BLUE DIVIDER with ENSO">
    <p:bg>
      <p:bgPr>
        <a:solidFill>
          <a:schemeClr val="tx2"/>
        </a:solidFill>
        <a:effectLst/>
      </p:bgPr>
    </p:bg>
    <p:spTree>
      <p:nvGrpSpPr>
        <p:cNvPr id="1" name=""/>
        <p:cNvGrpSpPr/>
        <p:nvPr/>
      </p:nvGrpSpPr>
      <p:grpSpPr>
        <a:xfrm>
          <a:off x="0" y="0"/>
          <a:ext cx="0" cy="0"/>
          <a:chOff x="0" y="0"/>
          <a:chExt cx="0" cy="0"/>
        </a:xfrm>
      </p:grpSpPr>
      <p:sp>
        <p:nvSpPr>
          <p:cNvPr id="4" name="Text Placeholder 11">
            <a:extLst>
              <a:ext uri="{FF2B5EF4-FFF2-40B4-BE49-F238E27FC236}">
                <a16:creationId xmlns:a16="http://schemas.microsoft.com/office/drawing/2014/main" id="{79A80EE4-5968-804C-9D66-204B302F6112}"/>
              </a:ext>
            </a:extLst>
          </p:cNvPr>
          <p:cNvSpPr>
            <a:spLocks noGrp="1"/>
          </p:cNvSpPr>
          <p:nvPr>
            <p:ph type="body" sz="quarter" idx="10" hasCustomPrompt="1"/>
          </p:nvPr>
        </p:nvSpPr>
        <p:spPr>
          <a:xfrm>
            <a:off x="708013" y="2681103"/>
            <a:ext cx="7204784" cy="1495794"/>
          </a:xfrm>
          <a:prstGeom prst="rect">
            <a:avLst/>
          </a:prstGeom>
        </p:spPr>
        <p:txBody>
          <a:bodyPr lIns="0" tIns="0" rIns="0" bIns="0" anchor="b" anchorCtr="0"/>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kumimoji="0" lang="en-GB" sz="3600" b="1" i="0" u="none" strike="noStrike" kern="1200" cap="none" spc="0" normalizeH="0" baseline="0" noProof="0">
                <a:ln>
                  <a:noFill/>
                </a:ln>
                <a:solidFill>
                  <a:schemeClr val="bg1"/>
                </a:solidFill>
                <a:effectLst/>
                <a:uLnTx/>
                <a:uFillTx/>
                <a:latin typeface="Arial" panose="020B0604020202020204" pitchFamily="34" charset="0"/>
                <a:ea typeface="Helvetica Neue Medium" panose="02000503000000020004" pitchFamily="2" charset="0"/>
                <a:cs typeface="Arial" panose="020B0604020202020204" pitchFamily="34" charset="0"/>
              </a:defRPr>
            </a:lvl1pPr>
          </a:lstStyle>
          <a:p>
            <a:pPr lvl="0"/>
            <a:r>
              <a:rPr lang="en-GB" noProof="0"/>
              <a:t>General: </a:t>
            </a:r>
            <a:br>
              <a:rPr lang="en-GB" noProof="0"/>
            </a:br>
            <a:r>
              <a:rPr lang="en-GB" noProof="0"/>
              <a:t>36pt size</a:t>
            </a:r>
            <a:br>
              <a:rPr lang="en-GB" noProof="0"/>
            </a:br>
            <a:r>
              <a:rPr lang="en-GB" noProof="0"/>
              <a:t>x0.9 line spacing</a:t>
            </a:r>
          </a:p>
        </p:txBody>
      </p:sp>
      <p:pic>
        <p:nvPicPr>
          <p:cNvPr id="12" name="Graphic 11">
            <a:extLst>
              <a:ext uri="{FF2B5EF4-FFF2-40B4-BE49-F238E27FC236}">
                <a16:creationId xmlns:a16="http://schemas.microsoft.com/office/drawing/2014/main" id="{88A6EB0C-B0F6-1B49-B084-AD7BB5F3A6D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723600" y="6456396"/>
            <a:ext cx="796218" cy="115608"/>
          </a:xfrm>
          <a:prstGeom prst="rect">
            <a:avLst/>
          </a:prstGeom>
        </p:spPr>
      </p:pic>
      <p:sp>
        <p:nvSpPr>
          <p:cNvPr id="8" name="Text Placeholder 11">
            <a:extLst>
              <a:ext uri="{FF2B5EF4-FFF2-40B4-BE49-F238E27FC236}">
                <a16:creationId xmlns:a16="http://schemas.microsoft.com/office/drawing/2014/main" id="{FA259540-FDFC-CD4D-9716-4A7DBE70FBDB}"/>
              </a:ext>
            </a:extLst>
          </p:cNvPr>
          <p:cNvSpPr>
            <a:spLocks noGrp="1"/>
          </p:cNvSpPr>
          <p:nvPr>
            <p:ph type="body" sz="quarter" idx="15" hasCustomPrompt="1"/>
          </p:nvPr>
        </p:nvSpPr>
        <p:spPr>
          <a:xfrm>
            <a:off x="708012" y="4312251"/>
            <a:ext cx="6895771" cy="370533"/>
          </a:xfrm>
          <a:prstGeom prst="rect">
            <a:avLst/>
          </a:prstGeom>
        </p:spPr>
        <p:txBody>
          <a:bodyPr lIns="0" tIns="0" rIns="0" bIns="0"/>
          <a:lstStyle>
            <a:lvl1pPr marL="0" indent="0">
              <a:lnSpc>
                <a:spcPct val="110000"/>
              </a:lnSpc>
              <a:buNone/>
              <a:defRPr sz="2000" b="0" i="0">
                <a:solidFill>
                  <a:schemeClr val="bg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GB" noProof="0"/>
              <a:t>Sub-heading 20pt, x1.1 line spacing</a:t>
            </a:r>
          </a:p>
        </p:txBody>
      </p:sp>
      <p:pic>
        <p:nvPicPr>
          <p:cNvPr id="13" name="Picture 12">
            <a:extLst>
              <a:ext uri="{FF2B5EF4-FFF2-40B4-BE49-F238E27FC236}">
                <a16:creationId xmlns:a16="http://schemas.microsoft.com/office/drawing/2014/main" id="{B6F6B25B-13A1-B84F-9993-5DCD80B8736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757208" y="593502"/>
            <a:ext cx="153821" cy="1377401"/>
          </a:xfrm>
          <a:prstGeom prst="rect">
            <a:avLst/>
          </a:prstGeom>
        </p:spPr>
      </p:pic>
      <p:pic>
        <p:nvPicPr>
          <p:cNvPr id="14" name="Picture 13">
            <a:extLst>
              <a:ext uri="{FF2B5EF4-FFF2-40B4-BE49-F238E27FC236}">
                <a16:creationId xmlns:a16="http://schemas.microsoft.com/office/drawing/2014/main" id="{DB80B06D-EC75-9943-99EC-A73B2EE8D2E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701559" y="240422"/>
            <a:ext cx="265119" cy="260299"/>
          </a:xfrm>
          <a:prstGeom prst="rect">
            <a:avLst/>
          </a:prstGeom>
        </p:spPr>
      </p:pic>
      <p:pic>
        <p:nvPicPr>
          <p:cNvPr id="15" name="Picture 14">
            <a:extLst>
              <a:ext uri="{FF2B5EF4-FFF2-40B4-BE49-F238E27FC236}">
                <a16:creationId xmlns:a16="http://schemas.microsoft.com/office/drawing/2014/main" id="{D62C2333-F52C-204F-A8E2-5CB4FAC73ECF}"/>
              </a:ext>
            </a:extLst>
          </p:cNvPr>
          <p:cNvPicPr>
            <a:picLocks noChangeAspect="1"/>
          </p:cNvPicPr>
          <p:nvPr userDrawn="1"/>
        </p:nvPicPr>
        <p:blipFill>
          <a:blip r:embed="rId5">
            <a:duotone>
              <a:schemeClr val="bg2">
                <a:shade val="45000"/>
                <a:satMod val="135000"/>
              </a:schemeClr>
              <a:prstClr val="white"/>
            </a:duotone>
            <a:alphaModFix amt="35000"/>
            <a:extLst>
              <a:ext uri="{BEBA8EAE-BF5A-486C-A8C5-ECC9F3942E4B}">
                <a14:imgProps xmlns:a14="http://schemas.microsoft.com/office/drawing/2010/main">
                  <a14:imgLayer>
                    <a14:imgEffect>
                      <a14:saturation sat="400000"/>
                    </a14:imgEffect>
                  </a14:imgLayer>
                </a14:imgProps>
              </a:ext>
            </a:extLst>
          </a:blip>
          <a:stretch>
            <a:fillRect/>
          </a:stretch>
        </p:blipFill>
        <p:spPr>
          <a:xfrm>
            <a:off x="4715933" y="2500365"/>
            <a:ext cx="7476067" cy="4357635"/>
          </a:xfrm>
          <a:prstGeom prst="rect">
            <a:avLst/>
          </a:prstGeom>
        </p:spPr>
      </p:pic>
    </p:spTree>
    <p:extLst>
      <p:ext uri="{BB962C8B-B14F-4D97-AF65-F5344CB8AC3E}">
        <p14:creationId xmlns:p14="http://schemas.microsoft.com/office/powerpoint/2010/main" val="3695490484"/>
      </p:ext>
    </p:extLst>
  </p:cSld>
  <p:clrMapOvr>
    <a:masterClrMapping/>
  </p:clrMapOvr>
  <p:extLst>
    <p:ext uri="{DCECCB84-F9BA-43D5-87BE-67443E8EF086}">
      <p15:sldGuideLst xmlns:p15="http://schemas.microsoft.com/office/powerpoint/2012/main">
        <p15:guide id="1" orient="horz" pos="2636">
          <p15:clr>
            <a:srgbClr val="FBAE40"/>
          </p15:clr>
        </p15:guide>
        <p15:guide id="2" orient="horz" pos="2954">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cSld name="Curve Picture Left">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F2D1CF9-7686-4D9E-A06E-656AF040316B}"/>
              </a:ext>
            </a:extLst>
          </p:cNvPr>
          <p:cNvSpPr>
            <a:spLocks noGrp="1"/>
          </p:cNvSpPr>
          <p:nvPr>
            <p:ph type="pic" sz="quarter" idx="27"/>
          </p:nvPr>
        </p:nvSpPr>
        <p:spPr bwMode="gray">
          <a:xfrm>
            <a:off x="0" y="0"/>
            <a:ext cx="6775526" cy="6858000"/>
          </a:xfrm>
          <a:custGeom>
            <a:avLst/>
            <a:gdLst>
              <a:gd name="connsiteX0" fmla="*/ 0 w 6775526"/>
              <a:gd name="connsiteY0" fmla="*/ 0 h 6858000"/>
              <a:gd name="connsiteX1" fmla="*/ 768350 w 6775526"/>
              <a:gd name="connsiteY1" fmla="*/ 0 h 6858000"/>
              <a:gd name="connsiteX2" fmla="*/ 1159714 w 6775526"/>
              <a:gd name="connsiteY2" fmla="*/ 0 h 6858000"/>
              <a:gd name="connsiteX3" fmla="*/ 1504950 w 6775526"/>
              <a:gd name="connsiteY3" fmla="*/ 0 h 6858000"/>
              <a:gd name="connsiteX4" fmla="*/ 1504950 w 6775526"/>
              <a:gd name="connsiteY4" fmla="*/ 675 h 6858000"/>
              <a:gd name="connsiteX5" fmla="*/ 1569333 w 6775526"/>
              <a:gd name="connsiteY5" fmla="*/ 0 h 6858000"/>
              <a:gd name="connsiteX6" fmla="*/ 1632109 w 6775526"/>
              <a:gd name="connsiteY6" fmla="*/ 719 h 6858000"/>
              <a:gd name="connsiteX7" fmla="*/ 1632109 w 6775526"/>
              <a:gd name="connsiteY7" fmla="*/ 0 h 6858000"/>
              <a:gd name="connsiteX8" fmla="*/ 5061063 w 6775526"/>
              <a:gd name="connsiteY8" fmla="*/ 3429060 h 6858000"/>
              <a:gd name="connsiteX9" fmla="*/ 6775526 w 6775526"/>
              <a:gd name="connsiteY9" fmla="*/ 6858000 h 6858000"/>
              <a:gd name="connsiteX10" fmla="*/ 0 w 6775526"/>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775526" h="6858000">
                <a:moveTo>
                  <a:pt x="0" y="0"/>
                </a:moveTo>
                <a:lnTo>
                  <a:pt x="768350" y="0"/>
                </a:lnTo>
                <a:lnTo>
                  <a:pt x="1159714" y="0"/>
                </a:lnTo>
                <a:lnTo>
                  <a:pt x="1504950" y="0"/>
                </a:lnTo>
                <a:lnTo>
                  <a:pt x="1504950" y="675"/>
                </a:lnTo>
                <a:lnTo>
                  <a:pt x="1569333" y="0"/>
                </a:lnTo>
                <a:lnTo>
                  <a:pt x="1632109" y="719"/>
                </a:lnTo>
                <a:lnTo>
                  <a:pt x="1632109" y="0"/>
                </a:lnTo>
                <a:cubicBezTo>
                  <a:pt x="3632192" y="46447"/>
                  <a:pt x="4506780" y="2319189"/>
                  <a:pt x="5061063" y="3429060"/>
                </a:cubicBezTo>
                <a:lnTo>
                  <a:pt x="6775526" y="6858000"/>
                </a:lnTo>
                <a:lnTo>
                  <a:pt x="0" y="6858000"/>
                </a:lnTo>
                <a:close/>
              </a:path>
            </a:pathLst>
          </a:custGeom>
          <a:noFill/>
        </p:spPr>
        <p:txBody>
          <a:bodyPr wrap="square">
            <a:noAutofit/>
          </a:bodyPr>
          <a:lstStyle/>
          <a:p>
            <a:r>
              <a:rPr lang="de-DE"/>
              <a:t>Bild durch Klicken auf Symbol hinzufügen</a:t>
            </a:r>
            <a:endParaRPr lang="en-US"/>
          </a:p>
        </p:txBody>
      </p:sp>
      <p:sp>
        <p:nvSpPr>
          <p:cNvPr id="11" name="Title 10">
            <a:extLst>
              <a:ext uri="{FF2B5EF4-FFF2-40B4-BE49-F238E27FC236}">
                <a16:creationId xmlns:a16="http://schemas.microsoft.com/office/drawing/2014/main" id="{A8CFD0A3-0F5A-4913-84C9-7B5ED31CDC30}"/>
              </a:ext>
            </a:extLst>
          </p:cNvPr>
          <p:cNvSpPr>
            <a:spLocks noGrp="1"/>
          </p:cNvSpPr>
          <p:nvPr>
            <p:ph type="title"/>
          </p:nvPr>
        </p:nvSpPr>
        <p:spPr bwMode="gray">
          <a:xfrm>
            <a:off x="4034971" y="344552"/>
            <a:ext cx="7460354" cy="792000"/>
          </a:xfrm>
        </p:spPr>
        <p:txBody>
          <a:bodyPr/>
          <a:lstStyle/>
          <a:p>
            <a:r>
              <a:rPr lang="de-DE"/>
              <a:t>Mastertitelformat bearbeiten</a:t>
            </a:r>
            <a:endParaRPr lang="en-US"/>
          </a:p>
        </p:txBody>
      </p:sp>
      <p:sp>
        <p:nvSpPr>
          <p:cNvPr id="34" name="Text Placeholder 33">
            <a:extLst>
              <a:ext uri="{FF2B5EF4-FFF2-40B4-BE49-F238E27FC236}">
                <a16:creationId xmlns:a16="http://schemas.microsoft.com/office/drawing/2014/main" id="{74530AF6-B720-4689-A1F7-D0B205FCE0DF}"/>
              </a:ext>
            </a:extLst>
          </p:cNvPr>
          <p:cNvSpPr>
            <a:spLocks noGrp="1"/>
          </p:cNvSpPr>
          <p:nvPr>
            <p:ph type="body" sz="quarter" idx="14" hasCustomPrompt="1"/>
          </p:nvPr>
        </p:nvSpPr>
        <p:spPr bwMode="gray">
          <a:xfrm>
            <a:off x="0" y="5194300"/>
            <a:ext cx="6775526" cy="1663700"/>
          </a:xfrm>
          <a:custGeom>
            <a:avLst/>
            <a:gdLst>
              <a:gd name="connsiteX0" fmla="*/ 0 w 6775526"/>
              <a:gd name="connsiteY0" fmla="*/ 0 h 1663700"/>
              <a:gd name="connsiteX1" fmla="*/ 5943712 w 6775526"/>
              <a:gd name="connsiteY1" fmla="*/ 0 h 1663700"/>
              <a:gd name="connsiteX2" fmla="*/ 6775526 w 6775526"/>
              <a:gd name="connsiteY2" fmla="*/ 1663636 h 1663700"/>
              <a:gd name="connsiteX3" fmla="*/ 1074574 w 6775526"/>
              <a:gd name="connsiteY3" fmla="*/ 1663636 h 1663700"/>
              <a:gd name="connsiteX4" fmla="*/ 1074574 w 6775526"/>
              <a:gd name="connsiteY4" fmla="*/ 1663700 h 1663700"/>
              <a:gd name="connsiteX5" fmla="*/ 0 w 6775526"/>
              <a:gd name="connsiteY5" fmla="*/ 1663700 h 1663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75526" h="1663700">
                <a:moveTo>
                  <a:pt x="0" y="0"/>
                </a:moveTo>
                <a:lnTo>
                  <a:pt x="5943712" y="0"/>
                </a:lnTo>
                <a:lnTo>
                  <a:pt x="6775526" y="1663636"/>
                </a:lnTo>
                <a:lnTo>
                  <a:pt x="1074574" y="1663636"/>
                </a:lnTo>
                <a:lnTo>
                  <a:pt x="1074574" y="1663700"/>
                </a:lnTo>
                <a:lnTo>
                  <a:pt x="0" y="1663700"/>
                </a:lnTo>
                <a:close/>
              </a:path>
            </a:pathLst>
          </a:custGeom>
          <a:gradFill>
            <a:gsLst>
              <a:gs pos="0">
                <a:schemeClr val="accent2">
                  <a:alpha val="70000"/>
                </a:schemeClr>
              </a:gs>
              <a:gs pos="80000">
                <a:schemeClr val="accent2">
                  <a:alpha val="0"/>
                </a:schemeClr>
              </a:gs>
            </a:gsLst>
            <a:lin ang="16200000" scaled="1"/>
          </a:gradFill>
        </p:spPr>
        <p:txBody>
          <a:bodyPr vert="horz" wrap="square" lIns="0" tIns="0" rIns="0" bIns="0" rtlCol="0">
            <a:noAutofit/>
          </a:bodyPr>
          <a:lstStyle>
            <a:lvl1pPr>
              <a:defRPr lang="en-US" sz="100" dirty="0"/>
            </a:lvl1pPr>
          </a:lstStyle>
          <a:p>
            <a:pPr lvl="0"/>
            <a:r>
              <a:rPr lang="en-US"/>
              <a:t>.</a:t>
            </a:r>
          </a:p>
        </p:txBody>
      </p:sp>
      <p:sp>
        <p:nvSpPr>
          <p:cNvPr id="7" name="Slide Number Placeholder 4">
            <a:extLst>
              <a:ext uri="{FF2B5EF4-FFF2-40B4-BE49-F238E27FC236}">
                <a16:creationId xmlns:a16="http://schemas.microsoft.com/office/drawing/2014/main" id="{DFDF9657-A622-495E-AF9E-A463C102B635}"/>
              </a:ext>
            </a:extLst>
          </p:cNvPr>
          <p:cNvSpPr>
            <a:spLocks noGrp="1"/>
          </p:cNvSpPr>
          <p:nvPr>
            <p:ph type="sldNum" sz="quarter" idx="25"/>
          </p:nvPr>
        </p:nvSpPr>
        <p:spPr bwMode="gray">
          <a:xfrm>
            <a:off x="164045" y="6563358"/>
            <a:ext cx="304800" cy="88901"/>
          </a:xfrm>
        </p:spPr>
        <p:txBody>
          <a:bodyPr/>
          <a:lstStyle>
            <a:lvl1pPr>
              <a:defRPr>
                <a:solidFill>
                  <a:schemeClr val="bg1"/>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348535823"/>
      </p:ext>
    </p:extLst>
  </p:cSld>
  <p:clrMapOvr>
    <a:masterClrMapping/>
  </p:clrMapOvr>
  <p:extLst>
    <p:ext uri="{DCECCB84-F9BA-43D5-87BE-67443E8EF086}">
      <p15:sldGuideLst xmlns:p15="http://schemas.microsoft.com/office/powerpoint/2012/main">
        <p15:guide id="1" pos="254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cSld name="SINGLE TEXT BOX + SUBHEAD with ENSO">
    <p:spTree>
      <p:nvGrpSpPr>
        <p:cNvPr id="1" name=""/>
        <p:cNvGrpSpPr/>
        <p:nvPr/>
      </p:nvGrpSpPr>
      <p:grpSpPr>
        <a:xfrm>
          <a:off x="0" y="0"/>
          <a:ext cx="0" cy="0"/>
          <a:chOff x="0" y="0"/>
          <a:chExt cx="0" cy="0"/>
        </a:xfrm>
      </p:grpSpPr>
      <p:sp>
        <p:nvSpPr>
          <p:cNvPr id="11" name="Slide Number Placeholder 1">
            <a:extLst>
              <a:ext uri="{FF2B5EF4-FFF2-40B4-BE49-F238E27FC236}">
                <a16:creationId xmlns:a16="http://schemas.microsoft.com/office/drawing/2014/main" id="{5C0D736D-7134-EC4A-82F1-4A92AD791B78}"/>
              </a:ext>
            </a:extLst>
          </p:cNvPr>
          <p:cNvSpPr>
            <a:spLocks noGrp="1"/>
          </p:cNvSpPr>
          <p:nvPr>
            <p:ph type="sldNum" sz="quarter" idx="4"/>
          </p:nvPr>
        </p:nvSpPr>
        <p:spPr>
          <a:xfrm>
            <a:off x="11578618" y="6427925"/>
            <a:ext cx="521208" cy="365125"/>
          </a:xfrm>
          <a:prstGeom prst="rect">
            <a:avLst/>
          </a:prstGeom>
        </p:spPr>
        <p:txBody>
          <a:bodyPr/>
          <a:lstStyle>
            <a:lvl1pPr algn="ctr">
              <a:defRPr sz="800" b="1">
                <a:solidFill>
                  <a:schemeClr val="tx2"/>
                </a:solidFill>
                <a:latin typeface="Arial" panose="020B0604020202020204" pitchFamily="34" charset="0"/>
                <a:cs typeface="Arial" panose="020B0604020202020204" pitchFamily="34" charset="0"/>
              </a:defRPr>
            </a:lvl1pPr>
          </a:lstStyle>
          <a:p>
            <a:fld id="{8601A9B0-84B2-2A4A-97A3-F4155F9C4647}" type="slidenum">
              <a:rPr lang="en-US" smtClean="0"/>
              <a:pPr/>
              <a:t>‹#›</a:t>
            </a:fld>
            <a:endParaRPr lang="en-US"/>
          </a:p>
        </p:txBody>
      </p:sp>
      <p:sp>
        <p:nvSpPr>
          <p:cNvPr id="18" name="Title 8">
            <a:extLst>
              <a:ext uri="{FF2B5EF4-FFF2-40B4-BE49-F238E27FC236}">
                <a16:creationId xmlns:a16="http://schemas.microsoft.com/office/drawing/2014/main" id="{6228C18C-13D6-DD4D-8EC2-00C1200320BA}"/>
              </a:ext>
            </a:extLst>
          </p:cNvPr>
          <p:cNvSpPr>
            <a:spLocks noGrp="1"/>
          </p:cNvSpPr>
          <p:nvPr>
            <p:ph type="title" hasCustomPrompt="1"/>
          </p:nvPr>
        </p:nvSpPr>
        <p:spPr>
          <a:xfrm>
            <a:off x="708102" y="853206"/>
            <a:ext cx="10074741" cy="332399"/>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a:solidFill>
                  <a:schemeClr val="tx2"/>
                </a:solidFill>
              </a:defRPr>
            </a:lvl1pPr>
          </a:lstStyle>
          <a:p>
            <a:r>
              <a:rPr lang="en-GB"/>
              <a:t>Single text box with subhead</a:t>
            </a:r>
          </a:p>
        </p:txBody>
      </p:sp>
      <p:sp>
        <p:nvSpPr>
          <p:cNvPr id="19" name="Text Placeholder 2">
            <a:extLst>
              <a:ext uri="{FF2B5EF4-FFF2-40B4-BE49-F238E27FC236}">
                <a16:creationId xmlns:a16="http://schemas.microsoft.com/office/drawing/2014/main" id="{9C22F7E0-095D-3A41-8017-8233DDD05933}"/>
              </a:ext>
            </a:extLst>
          </p:cNvPr>
          <p:cNvSpPr>
            <a:spLocks noGrp="1"/>
          </p:cNvSpPr>
          <p:nvPr>
            <p:ph type="body" sz="quarter" idx="14" hasCustomPrompt="1"/>
          </p:nvPr>
        </p:nvSpPr>
        <p:spPr>
          <a:xfrm>
            <a:off x="704503" y="1808163"/>
            <a:ext cx="9360000" cy="4277787"/>
          </a:xfrm>
          <a:prstGeom prst="rect">
            <a:avLst/>
          </a:prstGeom>
        </p:spPr>
        <p:txBody>
          <a:bodyPr lIns="0" tIns="0" rIns="0" bIns="0"/>
          <a:lstStyle>
            <a:lvl1pPr marL="180000" indent="-180000">
              <a:lnSpc>
                <a:spcPct val="110000"/>
              </a:lnSpc>
              <a:spcBef>
                <a:spcPts val="1200"/>
              </a:spcBef>
              <a:buClr>
                <a:schemeClr val="tx2"/>
              </a:buClr>
              <a:buFont typeface="Arial" panose="020B0604020202020204" pitchFamily="34" charset="0"/>
              <a:buChar char="•"/>
              <a:defRPr sz="1400" b="0" i="0">
                <a:solidFill>
                  <a:schemeClr val="tx2"/>
                </a:solidFill>
                <a:latin typeface="Arial" panose="020B0604020202020204" pitchFamily="34" charset="0"/>
                <a:ea typeface="Helvetica Neue Medium" panose="02000503000000020004" pitchFamily="2" charset="0"/>
                <a:cs typeface="Arial" panose="020B0604020202020204" pitchFamily="34" charset="0"/>
              </a:defRPr>
            </a:lvl1pPr>
            <a:lvl2pPr marL="180000" indent="0">
              <a:lnSpc>
                <a:spcPct val="110000"/>
              </a:lnSpc>
              <a:spcBef>
                <a:spcPts val="1600"/>
              </a:spcBef>
              <a:buClr>
                <a:schemeClr val="bg1">
                  <a:lumMod val="65000"/>
                </a:schemeClr>
              </a:buClr>
              <a:buNone/>
              <a:defRPr sz="1400">
                <a:solidFill>
                  <a:schemeClr val="bg1">
                    <a:lumMod val="50000"/>
                  </a:schemeClr>
                </a:solidFill>
              </a:defRPr>
            </a:lvl2pPr>
            <a:lvl3pPr marL="360000" indent="0">
              <a:lnSpc>
                <a:spcPct val="110000"/>
              </a:lnSpc>
              <a:spcBef>
                <a:spcPts val="1600"/>
              </a:spcBef>
              <a:buClr>
                <a:schemeClr val="bg1">
                  <a:lumMod val="65000"/>
                </a:schemeClr>
              </a:buClr>
              <a:buNone/>
              <a:defRPr sz="1400">
                <a:solidFill>
                  <a:schemeClr val="bg1">
                    <a:lumMod val="65000"/>
                  </a:schemeClr>
                </a:solidFill>
              </a:defRPr>
            </a:lvl3pPr>
            <a:lvl4pPr marL="540000" indent="0">
              <a:lnSpc>
                <a:spcPct val="110000"/>
              </a:lnSpc>
              <a:spcBef>
                <a:spcPts val="1600"/>
              </a:spcBef>
              <a:buClr>
                <a:schemeClr val="bg1">
                  <a:lumMod val="65000"/>
                </a:schemeClr>
              </a:buClr>
              <a:buNone/>
              <a:defRPr sz="1200">
                <a:solidFill>
                  <a:schemeClr val="bg1">
                    <a:lumMod val="65000"/>
                  </a:schemeClr>
                </a:solidFill>
              </a:defRPr>
            </a:lvl4pPr>
            <a:lvl5pPr marL="720000" indent="0">
              <a:lnSpc>
                <a:spcPct val="110000"/>
              </a:lnSpc>
              <a:spcBef>
                <a:spcPts val="1600"/>
              </a:spcBef>
              <a:buClr>
                <a:schemeClr val="bg1">
                  <a:lumMod val="65000"/>
                </a:schemeClr>
              </a:buClr>
              <a:buNone/>
              <a:defRPr sz="1200">
                <a:solidFill>
                  <a:schemeClr val="bg1">
                    <a:lumMod val="65000"/>
                  </a:schemeClr>
                </a:solidFill>
              </a:defRPr>
            </a:lvl5pPr>
          </a:lstStyle>
          <a:p>
            <a:pPr lvl="0"/>
            <a:r>
              <a:rPr lang="en-GB" noProof="0"/>
              <a:t>Click to edit Master text styles</a:t>
            </a:r>
          </a:p>
        </p:txBody>
      </p:sp>
      <p:sp>
        <p:nvSpPr>
          <p:cNvPr id="13" name="Content Placeholder 4">
            <a:extLst>
              <a:ext uri="{FF2B5EF4-FFF2-40B4-BE49-F238E27FC236}">
                <a16:creationId xmlns:a16="http://schemas.microsoft.com/office/drawing/2014/main" id="{8B8AD202-6FAC-4A4E-8599-841CF14FF1C0}"/>
              </a:ext>
            </a:extLst>
          </p:cNvPr>
          <p:cNvSpPr>
            <a:spLocks noGrp="1"/>
          </p:cNvSpPr>
          <p:nvPr>
            <p:ph sz="quarter" idx="12" hasCustomPrompt="1"/>
          </p:nvPr>
        </p:nvSpPr>
        <p:spPr>
          <a:xfrm>
            <a:off x="704503" y="1260000"/>
            <a:ext cx="9360000" cy="193899"/>
          </a:xfrm>
          <a:prstGeom prst="rect">
            <a:avLst/>
          </a:prstGeom>
        </p:spPr>
        <p:txBody>
          <a:bodyPr wrap="square" lIns="0" tIns="0" rIns="0" bIns="0">
            <a:spAutoFit/>
          </a:bodyPr>
          <a:lstStyle>
            <a:lvl1pPr marL="0" indent="0">
              <a:buNone/>
              <a:defRPr sz="1400" b="0">
                <a:solidFill>
                  <a:schemeClr val="tx1">
                    <a:lumMod val="50000"/>
                    <a:lumOff val="50000"/>
                  </a:schemeClr>
                </a:solidFill>
                <a:latin typeface="Arial" panose="020B0604020202020204" pitchFamily="34" charset="0"/>
                <a:cs typeface="Arial" panose="020B0604020202020204" pitchFamily="34" charset="0"/>
              </a:defRPr>
            </a:lvl1pPr>
          </a:lstStyle>
          <a:p>
            <a:pPr lvl="0"/>
            <a:r>
              <a:rPr lang="en-GB" noProof="0"/>
              <a:t>Sub-heading 14pt, x0.9 line spacing</a:t>
            </a:r>
          </a:p>
        </p:txBody>
      </p:sp>
      <p:sp>
        <p:nvSpPr>
          <p:cNvPr id="2" name="Footer Placeholder 1"/>
          <p:cNvSpPr>
            <a:spLocks noGrp="1"/>
          </p:cNvSpPr>
          <p:nvPr>
            <p:ph type="ftr" sz="quarter" idx="15"/>
          </p:nvPr>
        </p:nvSpPr>
        <p:spPr/>
        <p:txBody>
          <a:bodyPr/>
          <a:lstStyle/>
          <a:p>
            <a:r>
              <a:rPr lang="en-GB"/>
              <a:t>Add kicker here in italics. Maximum two lines. Finish with full stop.</a:t>
            </a:r>
          </a:p>
        </p:txBody>
      </p:sp>
    </p:spTree>
    <p:extLst>
      <p:ext uri="{BB962C8B-B14F-4D97-AF65-F5344CB8AC3E}">
        <p14:creationId xmlns:p14="http://schemas.microsoft.com/office/powerpoint/2010/main" val="288226605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userDrawn="1">
  <p:cSld name="SINGLE TEXT BOX with ENSO">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728490F-C7C4-3D4F-8882-D1DC81395942}"/>
              </a:ext>
            </a:extLst>
          </p:cNvPr>
          <p:cNvPicPr>
            <a:picLocks noChangeAspect="1"/>
          </p:cNvPicPr>
          <p:nvPr userDrawn="1"/>
        </p:nvPicPr>
        <p:blipFill>
          <a:blip r:embed="rId2">
            <a:lum bright="70000" contrast="-70000"/>
            <a:alphaModFix amt="20000"/>
          </a:blip>
          <a:stretch>
            <a:fillRect/>
          </a:stretch>
        </p:blipFill>
        <p:spPr>
          <a:xfrm>
            <a:off x="4715933" y="2500365"/>
            <a:ext cx="7476067" cy="4357635"/>
          </a:xfrm>
          <a:prstGeom prst="rect">
            <a:avLst/>
          </a:prstGeom>
        </p:spPr>
      </p:pic>
      <p:pic>
        <p:nvPicPr>
          <p:cNvPr id="12" name="Graphic 11">
            <a:extLst>
              <a:ext uri="{FF2B5EF4-FFF2-40B4-BE49-F238E27FC236}">
                <a16:creationId xmlns:a16="http://schemas.microsoft.com/office/drawing/2014/main" id="{88A6EB0C-B0F6-1B49-B084-AD7BB5F3A6D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23600" y="6456396"/>
            <a:ext cx="796218" cy="115608"/>
          </a:xfrm>
          <a:prstGeom prst="rect">
            <a:avLst/>
          </a:prstGeom>
        </p:spPr>
      </p:pic>
      <p:pic>
        <p:nvPicPr>
          <p:cNvPr id="10" name="Picture 9">
            <a:extLst>
              <a:ext uri="{FF2B5EF4-FFF2-40B4-BE49-F238E27FC236}">
                <a16:creationId xmlns:a16="http://schemas.microsoft.com/office/drawing/2014/main" id="{8117465C-9F5E-BC4D-B99B-284296948E04}"/>
              </a:ext>
            </a:extLst>
          </p:cNvPr>
          <p:cNvPicPr>
            <a:picLocks noChangeAspect="1"/>
          </p:cNvPicPr>
          <p:nvPr userDrawn="1"/>
        </p:nvPicPr>
        <p:blipFill>
          <a:blip r:embed="rId4">
            <a:duotone>
              <a:prstClr val="black"/>
              <a:srgbClr val="000000">
                <a:lumMod val="95000"/>
                <a:lumOff val="5000"/>
                <a:tint val="45000"/>
                <a:satMod val="400000"/>
              </a:srgbClr>
            </a:duotone>
            <a:alphaModFix/>
          </a:blip>
          <a:stretch>
            <a:fillRect/>
          </a:stretch>
        </p:blipFill>
        <p:spPr>
          <a:xfrm>
            <a:off x="11746789" y="593502"/>
            <a:ext cx="153821" cy="1377401"/>
          </a:xfrm>
          <a:prstGeom prst="rect">
            <a:avLst/>
          </a:prstGeom>
        </p:spPr>
      </p:pic>
      <p:sp>
        <p:nvSpPr>
          <p:cNvPr id="8" name="TextBox 7">
            <a:extLst>
              <a:ext uri="{FF2B5EF4-FFF2-40B4-BE49-F238E27FC236}">
                <a16:creationId xmlns:a16="http://schemas.microsoft.com/office/drawing/2014/main" id="{595269F5-8310-164B-80FB-6B241CE3B357}"/>
              </a:ext>
            </a:extLst>
          </p:cNvPr>
          <p:cNvSpPr txBox="1"/>
          <p:nvPr userDrawn="1"/>
        </p:nvSpPr>
        <p:spPr>
          <a:xfrm>
            <a:off x="9265955" y="6476195"/>
            <a:ext cx="2215329" cy="116570"/>
          </a:xfrm>
          <a:prstGeom prst="rect">
            <a:avLst/>
          </a:prstGeom>
          <a:noFill/>
        </p:spPr>
        <p:txBody>
          <a:bodyPr wrap="square" lIns="0" tIns="0" rIns="0" bIns="0" rtlCol="0">
            <a:spAutoFit/>
          </a:bodyPr>
          <a:lstStyle/>
          <a:p>
            <a:pPr marL="0" marR="0" lvl="0" indent="0" algn="r" defTabSz="914400" rtl="0" eaLnBrk="1" fontAlgn="auto" latinLnBrk="0" hangingPunct="1">
              <a:lnSpc>
                <a:spcPts val="1000"/>
              </a:lnSpc>
              <a:spcBef>
                <a:spcPts val="0"/>
              </a:spcBef>
              <a:spcAft>
                <a:spcPts val="0"/>
              </a:spcAft>
              <a:buClrTx/>
              <a:buSzTx/>
              <a:buFontTx/>
              <a:buNone/>
              <a:tabLst/>
              <a:defRPr/>
            </a:pPr>
            <a:r>
              <a:rPr kumimoji="0" lang="en-GB" sz="700" b="0" i="0" u="none" strike="noStrike" kern="1200" cap="none" spc="0" normalizeH="0" baseline="0" noProof="0">
                <a:ln>
                  <a:noFill/>
                </a:ln>
                <a:solidFill>
                  <a:srgbClr val="000000">
                    <a:alpha val="50000"/>
                  </a:srgbClr>
                </a:solidFill>
                <a:effectLst/>
                <a:uLnTx/>
                <a:uFillTx/>
                <a:latin typeface="Arial" panose="020B0604020202020204" pitchFamily="34" charset="0"/>
                <a:ea typeface="Helvetica Neue Light" panose="02000403000000020004" pitchFamily="2" charset="0"/>
                <a:cs typeface="Arial" panose="020B0604020202020204" pitchFamily="34" charset="0"/>
              </a:rPr>
              <a:t>© 2019 NTT DATA. All Rights Reserved.</a:t>
            </a:r>
            <a:endParaRPr kumimoji="0" lang="en-US" sz="700" b="0" i="0" u="none" strike="noStrike" kern="1200" cap="none" spc="0" normalizeH="0" baseline="0" noProof="0">
              <a:ln>
                <a:noFill/>
              </a:ln>
              <a:solidFill>
                <a:srgbClr val="000000">
                  <a:alpha val="50000"/>
                </a:srgbClr>
              </a:solidFill>
              <a:effectLst/>
              <a:uLnTx/>
              <a:uFillTx/>
              <a:latin typeface="Arial" panose="020B0604020202020204" pitchFamily="34" charset="0"/>
              <a:ea typeface="Helvetica Neue Light" panose="02000403000000020004" pitchFamily="2" charset="0"/>
              <a:cs typeface="Arial" panose="020B0604020202020204" pitchFamily="34" charset="0"/>
            </a:endParaRPr>
          </a:p>
        </p:txBody>
      </p:sp>
      <p:sp>
        <p:nvSpPr>
          <p:cNvPr id="11" name="Slide Number Placeholder 1">
            <a:extLst>
              <a:ext uri="{FF2B5EF4-FFF2-40B4-BE49-F238E27FC236}">
                <a16:creationId xmlns:a16="http://schemas.microsoft.com/office/drawing/2014/main" id="{5C0D736D-7134-EC4A-82F1-4A92AD791B78}"/>
              </a:ext>
            </a:extLst>
          </p:cNvPr>
          <p:cNvSpPr>
            <a:spLocks noGrp="1"/>
          </p:cNvSpPr>
          <p:nvPr>
            <p:ph type="sldNum" sz="quarter" idx="4"/>
          </p:nvPr>
        </p:nvSpPr>
        <p:spPr>
          <a:xfrm>
            <a:off x="11578618" y="6427925"/>
            <a:ext cx="521208" cy="365125"/>
          </a:xfrm>
          <a:prstGeom prst="rect">
            <a:avLst/>
          </a:prstGeom>
        </p:spPr>
        <p:txBody>
          <a:bodyPr/>
          <a:lstStyle>
            <a:lvl1pPr algn="ctr">
              <a:defRPr sz="800" b="1">
                <a:solidFill>
                  <a:schemeClr val="tx2"/>
                </a:solidFill>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601A9B0-84B2-2A4A-97A3-F4155F9C4647}" type="slidenum">
              <a:rPr kumimoji="0" lang="en-US" sz="800" b="1" i="0" u="none" strike="noStrike" kern="1200" cap="none" spc="0" normalizeH="0" baseline="0" noProof="0" smtClean="0">
                <a:ln>
                  <a:noFill/>
                </a:ln>
                <a:solidFill>
                  <a:srgbClr val="111B46"/>
                </a:solidFill>
                <a:effectLst/>
                <a:uLnTx/>
                <a:uFillTx/>
                <a:latin typeface="Arial" panose="020B0604020202020204" pitchFamily="34" charset="0"/>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111B46"/>
              </a:solidFill>
              <a:effectLst/>
              <a:uLnTx/>
              <a:uFillTx/>
              <a:latin typeface="Arial" panose="020B0604020202020204" pitchFamily="34" charset="0"/>
              <a:ea typeface="+mn-ea"/>
              <a:cs typeface="Arial" panose="020B0604020202020204" pitchFamily="34" charset="0"/>
            </a:endParaRPr>
          </a:p>
        </p:txBody>
      </p:sp>
      <p:sp>
        <p:nvSpPr>
          <p:cNvPr id="18" name="Title 8">
            <a:extLst>
              <a:ext uri="{FF2B5EF4-FFF2-40B4-BE49-F238E27FC236}">
                <a16:creationId xmlns:a16="http://schemas.microsoft.com/office/drawing/2014/main" id="{6228C18C-13D6-DD4D-8EC2-00C1200320BA}"/>
              </a:ext>
            </a:extLst>
          </p:cNvPr>
          <p:cNvSpPr>
            <a:spLocks noGrp="1"/>
          </p:cNvSpPr>
          <p:nvPr>
            <p:ph type="title" hasCustomPrompt="1"/>
          </p:nvPr>
        </p:nvSpPr>
        <p:spPr>
          <a:xfrm>
            <a:off x="708102" y="853206"/>
            <a:ext cx="10074741" cy="332399"/>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a:solidFill>
                  <a:schemeClr val="tx2"/>
                </a:solidFill>
              </a:defRPr>
            </a:lvl1pPr>
          </a:lstStyle>
          <a:p>
            <a:r>
              <a:rPr lang="en-GB"/>
              <a:t>Single text box, 24pt, x0.9 line spacing</a:t>
            </a:r>
          </a:p>
        </p:txBody>
      </p:sp>
      <p:pic>
        <p:nvPicPr>
          <p:cNvPr id="15" name="Picture 14">
            <a:extLst>
              <a:ext uri="{FF2B5EF4-FFF2-40B4-BE49-F238E27FC236}">
                <a16:creationId xmlns:a16="http://schemas.microsoft.com/office/drawing/2014/main" id="{08078823-491D-4D4C-8719-45561C9F5C3A}"/>
              </a:ext>
            </a:extLst>
          </p:cNvPr>
          <p:cNvPicPr>
            <a:picLocks noChangeAspect="1"/>
          </p:cNvPicPr>
          <p:nvPr userDrawn="1"/>
        </p:nvPicPr>
        <p:blipFill>
          <a:blip r:embed="rId5"/>
          <a:stretch>
            <a:fillRect/>
          </a:stretch>
        </p:blipFill>
        <p:spPr>
          <a:xfrm>
            <a:off x="11691807" y="240422"/>
            <a:ext cx="265119" cy="260299"/>
          </a:xfrm>
          <a:prstGeom prst="rect">
            <a:avLst/>
          </a:prstGeom>
        </p:spPr>
      </p:pic>
      <p:sp>
        <p:nvSpPr>
          <p:cNvPr id="2" name="Footer Placeholder 1"/>
          <p:cNvSpPr>
            <a:spLocks noGrp="1"/>
          </p:cNvSpPr>
          <p:nvPr>
            <p:ph type="ftr"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1" u="none" strike="noStrike" kern="1200" cap="none" spc="0" normalizeH="0" baseline="0" noProof="0">
                <a:ln>
                  <a:noFill/>
                </a:ln>
                <a:solidFill>
                  <a:srgbClr val="111B46"/>
                </a:solidFill>
                <a:effectLst/>
                <a:uLnTx/>
                <a:uFillTx/>
                <a:latin typeface="Arial" panose="020B0604020202020204"/>
                <a:ea typeface="+mn-ea"/>
                <a:cs typeface="+mn-cs"/>
              </a:rPr>
              <a:t>Add kicker here in italics. Maximum two lines. Finish with full stop.</a:t>
            </a:r>
          </a:p>
        </p:txBody>
      </p:sp>
      <p:sp>
        <p:nvSpPr>
          <p:cNvPr id="4" name="Text Placeholder 3"/>
          <p:cNvSpPr>
            <a:spLocks noGrp="1"/>
          </p:cNvSpPr>
          <p:nvPr>
            <p:ph type="body" sz="quarter" idx="16"/>
          </p:nvPr>
        </p:nvSpPr>
        <p:spPr>
          <a:xfrm>
            <a:off x="695325" y="1557338"/>
            <a:ext cx="9361487" cy="4535487"/>
          </a:xfrm>
        </p:spPr>
        <p:txBody>
          <a:bodyPr/>
          <a:lstStyle>
            <a:lvl1pPr>
              <a:defRPr b="0"/>
            </a:lvl1pPr>
            <a:lvl2pPr>
              <a:spcBef>
                <a:spcPts val="500"/>
              </a:spcBef>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9475477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userDrawn="1">
  <p:cSld name="C_Closing Slide Navy Dark with picture dark">
    <p:bg>
      <p:bgPr>
        <a:solidFill>
          <a:schemeClr val="accent1"/>
        </a:solidFill>
        <a:effectLst/>
      </p:bgPr>
    </p:bg>
    <p:spTree>
      <p:nvGrpSpPr>
        <p:cNvPr id="1" name=""/>
        <p:cNvGrpSpPr/>
        <p:nvPr/>
      </p:nvGrpSpPr>
      <p:grpSpPr>
        <a:xfrm>
          <a:off x="0" y="0"/>
          <a:ext cx="0" cy="0"/>
          <a:chOff x="0" y="0"/>
          <a:chExt cx="0" cy="0"/>
        </a:xfrm>
      </p:grpSpPr>
      <p:sp>
        <p:nvSpPr>
          <p:cNvPr id="7" name="Smart Navy SemiTrans Overlay">
            <a:extLst>
              <a:ext uri="{FF2B5EF4-FFF2-40B4-BE49-F238E27FC236}">
                <a16:creationId xmlns:a16="http://schemas.microsoft.com/office/drawing/2014/main" id="{6E4F8208-B33A-86C1-C4BF-6C513A841DFB}"/>
              </a:ext>
            </a:extLst>
          </p:cNvPr>
          <p:cNvSpPr>
            <a:spLocks noGrp="1"/>
          </p:cNvSpPr>
          <p:nvPr>
            <p:ph type="body" sz="quarter" idx="16" hasCustomPrompt="1"/>
          </p:nvPr>
        </p:nvSpPr>
        <p:spPr>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a:t> </a:t>
            </a:r>
          </a:p>
        </p:txBody>
      </p:sp>
      <p:sp>
        <p:nvSpPr>
          <p:cNvPr id="10" name="NTT DATA Global Logo" descr="NTT DATA Global Logo">
            <a:extLst>
              <a:ext uri="{FF2B5EF4-FFF2-40B4-BE49-F238E27FC236}">
                <a16:creationId xmlns:a16="http://schemas.microsoft.com/office/drawing/2014/main" id="{188EBC45-4F1C-E0B0-9BB4-2942DDBDBEAF}"/>
              </a:ext>
            </a:extLst>
          </p:cNvPr>
          <p:cNvSpPr>
            <a:spLocks noGrp="1" noChangeAspect="1"/>
          </p:cNvSpPr>
          <p:nvPr>
            <p:ph type="body" sz="quarter" idx="17" hasCustomPrompt="1"/>
          </p:nvPr>
        </p:nvSpPr>
        <p:spPr bwMode="black">
          <a:xfrm>
            <a:off x="3403200" y="2879266"/>
            <a:ext cx="5385600" cy="1099468"/>
          </a:xfrm>
          <a:prstGeom prst="rect">
            <a:avLst/>
          </a:prstGeom>
          <a:blipFill dpi="0" rotWithShape="1">
            <a:blip r:embed="rId2"/>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a:t> </a:t>
            </a:r>
          </a:p>
        </p:txBody>
      </p:sp>
      <p:sp>
        <p:nvSpPr>
          <p:cNvPr id="11" name="Picture Placeholder 4">
            <a:extLst>
              <a:ext uri="{FF2B5EF4-FFF2-40B4-BE49-F238E27FC236}">
                <a16:creationId xmlns:a16="http://schemas.microsoft.com/office/drawing/2014/main" id="{DCE6D5FB-5128-84ED-8909-686C6A399387}"/>
              </a:ext>
            </a:extLst>
          </p:cNvPr>
          <p:cNvSpPr>
            <a:spLocks noGrp="1"/>
          </p:cNvSpPr>
          <p:nvPr>
            <p:ph type="pic" sz="quarter" idx="13" hasCustomPrompt="1"/>
          </p:nvPr>
        </p:nvSpPr>
        <p:spPr>
          <a:xfrm>
            <a:off x="0" y="0"/>
            <a:ext cx="12192000" cy="6860241"/>
          </a:xfrm>
          <a:prstGeom prst="rect">
            <a:avLst/>
          </a:prstGeom>
          <a:noFill/>
        </p:spPr>
        <p:txBody>
          <a:bodyPr tIns="2743200" bIns="0" anchor="ctr"/>
          <a:lstStyle>
            <a:lvl1pPr marL="0" indent="0" algn="ctr">
              <a:buFontTx/>
              <a:buNone/>
              <a:defRPr sz="2400">
                <a:solidFill>
                  <a:schemeClr val="accent5"/>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Tree>
    <p:extLst>
      <p:ext uri="{BB962C8B-B14F-4D97-AF65-F5344CB8AC3E}">
        <p14:creationId xmlns:p14="http://schemas.microsoft.com/office/powerpoint/2010/main" val="336912692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529150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_Title, Subtitle">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8BBF0F73-E89D-D5F4-6DD0-2531A3ACE75A}"/>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t>Click to edit Master text styles</a:t>
            </a:r>
            <a:endParaRPr lang="es-ES"/>
          </a:p>
        </p:txBody>
      </p:sp>
      <p:sp>
        <p:nvSpPr>
          <p:cNvPr id="13" name="Title 12">
            <a:extLst>
              <a:ext uri="{FF2B5EF4-FFF2-40B4-BE49-F238E27FC236}">
                <a16:creationId xmlns:a16="http://schemas.microsoft.com/office/drawing/2014/main" id="{0F270A51-F709-9ADD-284B-308F79D195DC}"/>
              </a:ext>
            </a:extLst>
          </p:cNvPr>
          <p:cNvSpPr>
            <a:spLocks noGrp="1"/>
          </p:cNvSpPr>
          <p:nvPr>
            <p:ph type="title"/>
          </p:nvPr>
        </p:nvSpPr>
        <p:spPr>
          <a:xfrm>
            <a:off x="465722" y="794031"/>
            <a:ext cx="11446876" cy="338554"/>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a:t>Click to edit Master title style</a:t>
            </a:r>
            <a:endParaRPr lang="es-ES"/>
          </a:p>
        </p:txBody>
      </p:sp>
      <p:sp>
        <p:nvSpPr>
          <p:cNvPr id="11" name="Footer Placeholder 2">
            <a:extLst>
              <a:ext uri="{FF2B5EF4-FFF2-40B4-BE49-F238E27FC236}">
                <a16:creationId xmlns:a16="http://schemas.microsoft.com/office/drawing/2014/main" id="{BE2D18A5-F4E7-92F8-C7C3-E3404D6825FF}"/>
              </a:ext>
            </a:extLst>
          </p:cNvPr>
          <p:cNvSpPr txBox="1">
            <a:spLocks/>
          </p:cNvSpPr>
          <p:nvPr userDrawn="1"/>
        </p:nvSpPr>
        <p:spPr>
          <a:xfrm>
            <a:off x="244199" y="6560594"/>
            <a:ext cx="4852035" cy="8890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070F26"/>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2159416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slideLayout" Target="../slideLayouts/slideLayout44.xml"/><Relationship Id="rId39" Type="http://schemas.openxmlformats.org/officeDocument/2006/relationships/slideLayout" Target="../slideLayouts/slideLayout57.xml"/><Relationship Id="rId21" Type="http://schemas.openxmlformats.org/officeDocument/2006/relationships/slideLayout" Target="../slideLayouts/slideLayout39.xml"/><Relationship Id="rId34" Type="http://schemas.openxmlformats.org/officeDocument/2006/relationships/slideLayout" Target="../slideLayouts/slideLayout52.xml"/><Relationship Id="rId42" Type="http://schemas.openxmlformats.org/officeDocument/2006/relationships/slideLayout" Target="../slideLayouts/slideLayout60.xml"/><Relationship Id="rId47" Type="http://schemas.openxmlformats.org/officeDocument/2006/relationships/slideLayout" Target="../slideLayouts/slideLayout65.xml"/><Relationship Id="rId50" Type="http://schemas.openxmlformats.org/officeDocument/2006/relationships/image" Target="../media/image10.svg"/><Relationship Id="rId7" Type="http://schemas.openxmlformats.org/officeDocument/2006/relationships/slideLayout" Target="../slideLayouts/slideLayout2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9" Type="http://schemas.openxmlformats.org/officeDocument/2006/relationships/slideLayout" Target="../slideLayouts/slideLayout47.xml"/><Relationship Id="rId11" Type="http://schemas.openxmlformats.org/officeDocument/2006/relationships/slideLayout" Target="../slideLayouts/slideLayout29.xml"/><Relationship Id="rId24" Type="http://schemas.openxmlformats.org/officeDocument/2006/relationships/slideLayout" Target="../slideLayouts/slideLayout42.xml"/><Relationship Id="rId32" Type="http://schemas.openxmlformats.org/officeDocument/2006/relationships/slideLayout" Target="../slideLayouts/slideLayout50.xml"/><Relationship Id="rId37" Type="http://schemas.openxmlformats.org/officeDocument/2006/relationships/slideLayout" Target="../slideLayouts/slideLayout55.xml"/><Relationship Id="rId40" Type="http://schemas.openxmlformats.org/officeDocument/2006/relationships/slideLayout" Target="../slideLayouts/slideLayout58.xml"/><Relationship Id="rId45" Type="http://schemas.openxmlformats.org/officeDocument/2006/relationships/slideLayout" Target="../slideLayouts/slideLayout63.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slideLayout" Target="../slideLayouts/slideLayout41.xml"/><Relationship Id="rId28" Type="http://schemas.openxmlformats.org/officeDocument/2006/relationships/slideLayout" Target="../slideLayouts/slideLayout46.xml"/><Relationship Id="rId36" Type="http://schemas.openxmlformats.org/officeDocument/2006/relationships/slideLayout" Target="../slideLayouts/slideLayout54.xml"/><Relationship Id="rId49" Type="http://schemas.openxmlformats.org/officeDocument/2006/relationships/tags" Target="../tags/tag3.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31" Type="http://schemas.openxmlformats.org/officeDocument/2006/relationships/slideLayout" Target="../slideLayouts/slideLayout49.xml"/><Relationship Id="rId44" Type="http://schemas.openxmlformats.org/officeDocument/2006/relationships/slideLayout" Target="../slideLayouts/slideLayout62.xml"/><Relationship Id="rId52" Type="http://schemas.openxmlformats.org/officeDocument/2006/relationships/image" Target="../media/image11.emf"/><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 Id="rId27" Type="http://schemas.openxmlformats.org/officeDocument/2006/relationships/slideLayout" Target="../slideLayouts/slideLayout45.xml"/><Relationship Id="rId30" Type="http://schemas.openxmlformats.org/officeDocument/2006/relationships/slideLayout" Target="../slideLayouts/slideLayout48.xml"/><Relationship Id="rId35" Type="http://schemas.openxmlformats.org/officeDocument/2006/relationships/slideLayout" Target="../slideLayouts/slideLayout53.xml"/><Relationship Id="rId43" Type="http://schemas.openxmlformats.org/officeDocument/2006/relationships/slideLayout" Target="../slideLayouts/slideLayout61.xml"/><Relationship Id="rId48" Type="http://schemas.openxmlformats.org/officeDocument/2006/relationships/theme" Target="../theme/theme2.xml"/><Relationship Id="rId8" Type="http://schemas.openxmlformats.org/officeDocument/2006/relationships/slideLayout" Target="../slideLayouts/slideLayout26.xml"/><Relationship Id="rId51" Type="http://schemas.openxmlformats.org/officeDocument/2006/relationships/oleObject" Target="../embeddings/oleObject3.bin"/><Relationship Id="rId3" Type="http://schemas.openxmlformats.org/officeDocument/2006/relationships/slideLayout" Target="../slideLayouts/slideLayout21.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slideLayout" Target="../slideLayouts/slideLayout43.xml"/><Relationship Id="rId33" Type="http://schemas.openxmlformats.org/officeDocument/2006/relationships/slideLayout" Target="../slideLayouts/slideLayout51.xml"/><Relationship Id="rId38" Type="http://schemas.openxmlformats.org/officeDocument/2006/relationships/slideLayout" Target="../slideLayouts/slideLayout56.xml"/><Relationship Id="rId46" Type="http://schemas.openxmlformats.org/officeDocument/2006/relationships/slideLayout" Target="../slideLayouts/slideLayout64.xml"/><Relationship Id="rId20" Type="http://schemas.openxmlformats.org/officeDocument/2006/relationships/slideLayout" Target="../slideLayouts/slideLayout38.xml"/><Relationship Id="rId41" Type="http://schemas.openxmlformats.org/officeDocument/2006/relationships/slideLayout" Target="../slideLayouts/slideLayout59.xml"/><Relationship Id="rId1" Type="http://schemas.openxmlformats.org/officeDocument/2006/relationships/slideLayout" Target="../slideLayouts/slideLayout19.xml"/><Relationship Id="rId6"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7" Type="http://schemas.openxmlformats.org/officeDocument/2006/relationships/image" Target="../media/image2.png"/><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F9AF98A-AAA6-A1BD-1440-D08BF8E57C48}"/>
              </a:ext>
            </a:extLst>
          </p:cNvPr>
          <p:cNvGraphicFramePr>
            <a:graphicFrameLocks/>
          </p:cNvGraphicFramePr>
          <p:nvPr userDrawn="1">
            <p:custDataLst>
              <p:tags r:id="rId20"/>
            </p:custDataLst>
            <p:extLst>
              <p:ext uri="{D42A27DB-BD31-4B8C-83A1-F6EECF244321}">
                <p14:modId xmlns:p14="http://schemas.microsoft.com/office/powerpoint/2010/main" val="6953245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395" imgH="394" progId="TCLayout.ActiveDocument.1">
                  <p:embed/>
                </p:oleObj>
              </mc:Choice>
              <mc:Fallback>
                <p:oleObj name="think-cell Slide" r:id="rId21" imgW="395" imgH="394" progId="TCLayout.ActiveDocument.1">
                  <p:embed/>
                  <p:pic>
                    <p:nvPicPr>
                      <p:cNvPr id="2" name="think-cell data - do not delete" hidden="1">
                        <a:extLst>
                          <a:ext uri="{FF2B5EF4-FFF2-40B4-BE49-F238E27FC236}">
                            <a16:creationId xmlns:a16="http://schemas.microsoft.com/office/drawing/2014/main" id="{5F9AF98A-AAA6-A1BD-1440-D08BF8E57C48}"/>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 id="2147483650" r:id="rId2"/>
    <p:sldLayoutId id="2147483907" r:id="rId3"/>
    <p:sldLayoutId id="2147483879" r:id="rId4"/>
    <p:sldLayoutId id="2147483906" r:id="rId5"/>
    <p:sldLayoutId id="2147484046" r:id="rId6"/>
    <p:sldLayoutId id="2147518563" r:id="rId7"/>
    <p:sldLayoutId id="2147518564" r:id="rId8"/>
    <p:sldLayoutId id="2147518565" r:id="rId9"/>
    <p:sldLayoutId id="2147483890" r:id="rId10"/>
    <p:sldLayoutId id="2147483889" r:id="rId11"/>
    <p:sldLayoutId id="2147483892" r:id="rId12"/>
    <p:sldLayoutId id="2147483891" r:id="rId13"/>
    <p:sldLayoutId id="2147483877" r:id="rId14"/>
    <p:sldLayoutId id="2147483835" r:id="rId15"/>
    <p:sldLayoutId id="2147483836" r:id="rId16"/>
    <p:sldLayoutId id="2147483838" r:id="rId17"/>
    <p:sldLayoutId id="2147518742" r:id="rId1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74404F-43CD-40C8-B408-4B36050B4048}"/>
              </a:ext>
            </a:extLst>
          </p:cNvPr>
          <p:cNvSpPr>
            <a:spLocks noGrp="1"/>
          </p:cNvSpPr>
          <p:nvPr>
            <p:ph type="title"/>
          </p:nvPr>
        </p:nvSpPr>
        <p:spPr bwMode="gray">
          <a:xfrm>
            <a:off x="371475" y="333375"/>
            <a:ext cx="11449050" cy="792000"/>
          </a:xfrm>
          <a:prstGeom prst="rect">
            <a:avLst/>
          </a:prstGeom>
        </p:spPr>
        <p:txBody>
          <a:bodyPr vert="horz" lIns="0" tIns="0" rIns="0" bIns="0" rtlCol="0" anchor="t">
            <a:noAutofit/>
          </a:bodyPr>
          <a:lstStyle/>
          <a:p>
            <a:r>
              <a:rPr lang="en-US"/>
              <a:t>Click to edit Master title</a:t>
            </a:r>
          </a:p>
        </p:txBody>
      </p:sp>
      <p:sp>
        <p:nvSpPr>
          <p:cNvPr id="3" name="Text Placeholder 2">
            <a:extLst>
              <a:ext uri="{FF2B5EF4-FFF2-40B4-BE49-F238E27FC236}">
                <a16:creationId xmlns:a16="http://schemas.microsoft.com/office/drawing/2014/main" id="{C844632A-2918-4D07-821E-9CC4B7A378DA}"/>
              </a:ext>
            </a:extLst>
          </p:cNvPr>
          <p:cNvSpPr>
            <a:spLocks noGrp="1"/>
          </p:cNvSpPr>
          <p:nvPr>
            <p:ph type="body" idx="1"/>
          </p:nvPr>
        </p:nvSpPr>
        <p:spPr bwMode="gray">
          <a:xfrm>
            <a:off x="371475" y="1412875"/>
            <a:ext cx="11449050" cy="4824413"/>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Footer Placeholder 4">
            <a:extLst>
              <a:ext uri="{FF2B5EF4-FFF2-40B4-BE49-F238E27FC236}">
                <a16:creationId xmlns:a16="http://schemas.microsoft.com/office/drawing/2014/main" id="{A37B7396-CF44-41A3-ABC7-B95299F0C01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r>
              <a:rPr lang="en-US"/>
              <a:t>© 2023 NTT DATA, Inc.</a:t>
            </a:r>
          </a:p>
        </p:txBody>
      </p:sp>
      <p:sp>
        <p:nvSpPr>
          <p:cNvPr id="6" name="Slide Number Placeholder 5">
            <a:extLst>
              <a:ext uri="{FF2B5EF4-FFF2-40B4-BE49-F238E27FC236}">
                <a16:creationId xmlns:a16="http://schemas.microsoft.com/office/drawing/2014/main" id="{BE603A65-CACD-4E1E-A1C2-FC8F9891C19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fld id="{13CE6DAF-806F-404B-BC68-339BFCB57E5C}" type="slidenum">
              <a:rPr lang="en-US" smtClean="0"/>
              <a:pPr/>
              <a:t>‹#›</a:t>
            </a:fld>
            <a:endParaRPr lang="en-US"/>
          </a:p>
        </p:txBody>
      </p:sp>
      <p:pic>
        <p:nvPicPr>
          <p:cNvPr id="7" name="Logo">
            <a:extLst>
              <a:ext uri="{FF2B5EF4-FFF2-40B4-BE49-F238E27FC236}">
                <a16:creationId xmlns:a16="http://schemas.microsoft.com/office/drawing/2014/main" id="{1DB40E02-E43E-21B5-7D2A-60B35F0977AE}"/>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50"/>
              </a:ext>
            </a:extLst>
          </a:blip>
          <a:stretch>
            <a:fillRect/>
          </a:stretch>
        </p:blipFill>
        <p:spPr>
          <a:xfrm>
            <a:off x="10531554" y="6449745"/>
            <a:ext cx="1288971" cy="262800"/>
          </a:xfrm>
          <a:prstGeom prst="rect">
            <a:avLst/>
          </a:prstGeom>
        </p:spPr>
      </p:pic>
      <p:graphicFrame>
        <p:nvGraphicFramePr>
          <p:cNvPr id="4" name="Object Align" hidden="1">
            <a:extLst>
              <a:ext uri="{FF2B5EF4-FFF2-40B4-BE49-F238E27FC236}">
                <a16:creationId xmlns:a16="http://schemas.microsoft.com/office/drawing/2014/main" id="{2409C08C-6580-A845-A257-7F092F05A48D}"/>
              </a:ext>
            </a:extLst>
          </p:cNvPr>
          <p:cNvGraphicFramePr>
            <a:graphicFrameLocks/>
          </p:cNvGraphicFramePr>
          <p:nvPr userDrawn="1">
            <p:custDataLst>
              <p:tags r:id="rId49"/>
            </p:custDataLst>
            <p:extLst>
              <p:ext uri="{D42A27DB-BD31-4B8C-83A1-F6EECF244321}">
                <p14:modId xmlns:p14="http://schemas.microsoft.com/office/powerpoint/2010/main" val="41082753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1" imgW="299" imgH="299" progId="TCLayout.ActiveDocument.1">
                  <p:embed/>
                </p:oleObj>
              </mc:Choice>
              <mc:Fallback>
                <p:oleObj name="think-cell Slide" r:id="rId51" imgW="299" imgH="299" progId="TCLayout.ActiveDocument.1">
                  <p:embed/>
                  <p:pic>
                    <p:nvPicPr>
                      <p:cNvPr id="4" name="Object Align" hidden="1">
                        <a:extLst>
                          <a:ext uri="{FF2B5EF4-FFF2-40B4-BE49-F238E27FC236}">
                            <a16:creationId xmlns:a16="http://schemas.microsoft.com/office/drawing/2014/main" id="{2409C08C-6580-A845-A257-7F092F05A48D}"/>
                          </a:ext>
                        </a:extLst>
                      </p:cNvPr>
                      <p:cNvPicPr/>
                      <p:nvPr/>
                    </p:nvPicPr>
                    <p:blipFill>
                      <a:blip r:embed="rId52"/>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3281307104"/>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77" r:id="rId23"/>
    <p:sldLayoutId id="2147483678" r:id="rId24"/>
    <p:sldLayoutId id="2147483679" r:id="rId25"/>
    <p:sldLayoutId id="2147483680" r:id="rId26"/>
    <p:sldLayoutId id="2147483681" r:id="rId27"/>
    <p:sldLayoutId id="2147483682" r:id="rId28"/>
    <p:sldLayoutId id="2147483683" r:id="rId29"/>
    <p:sldLayoutId id="2147483684" r:id="rId30"/>
    <p:sldLayoutId id="2147483685" r:id="rId31"/>
    <p:sldLayoutId id="2147483686" r:id="rId32"/>
    <p:sldLayoutId id="2147483687" r:id="rId33"/>
    <p:sldLayoutId id="2147483688" r:id="rId34"/>
    <p:sldLayoutId id="2147483689" r:id="rId35"/>
    <p:sldLayoutId id="2147483690" r:id="rId36"/>
    <p:sldLayoutId id="2147483691" r:id="rId37"/>
    <p:sldLayoutId id="2147483692" r:id="rId38"/>
    <p:sldLayoutId id="2147483693" r:id="rId39"/>
    <p:sldLayoutId id="2147483694" r:id="rId40"/>
    <p:sldLayoutId id="2147483695" r:id="rId41"/>
    <p:sldLayoutId id="2147483696" r:id="rId42"/>
    <p:sldLayoutId id="2147483697" r:id="rId43"/>
    <p:sldLayoutId id="2147483698" r:id="rId44"/>
    <p:sldLayoutId id="2147483699" r:id="rId45"/>
    <p:sldLayoutId id="2147483700" r:id="rId46"/>
    <p:sldLayoutId id="2147483701" r:id="rId47"/>
  </p:sldLayoutIdLst>
  <p:hf hdr="0"/>
  <p:txStyles>
    <p:titleStyle>
      <a:lvl1pPr algn="l" defTabSz="914400" rtl="0" eaLnBrk="1" latinLnBrk="0" hangingPunct="1">
        <a:lnSpc>
          <a:spcPct val="90000"/>
        </a:lnSpc>
        <a:spcBef>
          <a:spcPct val="0"/>
        </a:spcBef>
        <a:buNone/>
        <a:defRPr sz="2600" b="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lang="en-US" sz="1800" kern="1200" dirty="0">
          <a:solidFill>
            <a:schemeClr val="tx2"/>
          </a:solidFill>
          <a:latin typeface="+mn-lt"/>
          <a:ea typeface="+mn-ea"/>
          <a:cs typeface="+mn-cs"/>
        </a:defRPr>
      </a:lvl1pPr>
      <a:lvl2pPr marL="216000" indent="-216000" algn="l" defTabSz="914400" rtl="0" eaLnBrk="1" latinLnBrk="0" hangingPunct="1">
        <a:lnSpc>
          <a:spcPct val="100000"/>
        </a:lnSpc>
        <a:spcBef>
          <a:spcPts val="500"/>
        </a:spcBef>
        <a:buClr>
          <a:schemeClr val="tx2"/>
        </a:buClr>
        <a:buFont typeface="Arial" panose="020B0604020202020204" pitchFamily="34" charset="0"/>
        <a:buChar char="•"/>
        <a:defRPr lang="en-US" sz="1800" kern="1200" dirty="0">
          <a:solidFill>
            <a:schemeClr val="tx2"/>
          </a:solidFill>
          <a:latin typeface="+mn-lt"/>
          <a:ea typeface="+mn-ea"/>
          <a:cs typeface="+mn-cs"/>
        </a:defRPr>
      </a:lvl2pPr>
      <a:lvl3pPr marL="432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3pPr>
      <a:lvl4pPr marL="648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4pPr>
      <a:lvl5pPr marL="864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bodyStyle>
    <p:otherStyle>
      <a:defPPr>
        <a:defRPr lang="en-US"/>
      </a:defPPr>
      <a:lvl1pPr marL="0" indent="0" algn="l" defTabSz="914400" rtl="0" eaLnBrk="1" latinLnBrk="0" hangingPunct="1">
        <a:lnSpc>
          <a:spcPct val="110000"/>
        </a:lnSpc>
        <a:spcBef>
          <a:spcPts val="600"/>
        </a:spcBef>
        <a:buFontTx/>
        <a:buNone/>
        <a:defRPr sz="1800" kern="1200">
          <a:solidFill>
            <a:schemeClr val="tx2"/>
          </a:solidFill>
          <a:latin typeface="+mn-lt"/>
          <a:ea typeface="+mn-ea"/>
          <a:cs typeface="+mn-cs"/>
        </a:defRPr>
      </a:lvl1pPr>
      <a:lvl2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2pPr>
      <a:lvl3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3pPr>
      <a:lvl4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otherStyle>
  </p:txStyles>
  <p:extLst>
    <p:ext uri="{27BBF7A9-308A-43DC-89C8-2F10F3537804}">
      <p15:sldGuideLst xmlns:p15="http://schemas.microsoft.com/office/powerpoint/2012/main">
        <p15:guide id="1" orient="horz" pos="210">
          <p15:clr>
            <a:srgbClr val="F26B43"/>
          </p15:clr>
        </p15:guide>
        <p15:guide id="3" orient="horz" pos="890">
          <p15:clr>
            <a:srgbClr val="F26B43"/>
          </p15:clr>
        </p15:guide>
        <p15:guide id="4" orient="horz" pos="3929">
          <p15:clr>
            <a:srgbClr val="F26B43"/>
          </p15:clr>
        </p15:guide>
        <p15:guide id="6" pos="3840">
          <p15:clr>
            <a:srgbClr val="F26B43"/>
          </p15:clr>
        </p15:guide>
        <p15:guide id="8" pos="744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F2409A8-05D6-9D33-CB03-5D1DB44F5A64}"/>
              </a:ext>
            </a:extLst>
          </p:cNvPr>
          <p:cNvGraphicFramePr>
            <a:graphicFrameLocks noChangeAspect="1"/>
          </p:cNvGraphicFramePr>
          <p:nvPr userDrawn="1">
            <p:custDataLst>
              <p:tags r:id="rId4"/>
            </p:custDataLst>
            <p:extLst>
              <p:ext uri="{D42A27DB-BD31-4B8C-83A1-F6EECF244321}">
                <p14:modId xmlns:p14="http://schemas.microsoft.com/office/powerpoint/2010/main" val="2091587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5" name="think-cell data - do not delete" hidden="1">
                        <a:extLst>
                          <a:ext uri="{FF2B5EF4-FFF2-40B4-BE49-F238E27FC236}">
                            <a16:creationId xmlns:a16="http://schemas.microsoft.com/office/drawing/2014/main" id="{9F2409A8-05D6-9D33-CB03-5D1DB44F5A6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ext 26">
            <a:extLst>
              <a:ext uri="{FF2B5EF4-FFF2-40B4-BE49-F238E27FC236}">
                <a16:creationId xmlns:a16="http://schemas.microsoft.com/office/drawing/2014/main" id="{DF03AC2E-0F42-3CFD-8B2F-28637C8D77F2}"/>
              </a:ext>
            </a:extLst>
          </p:cNvPr>
          <p:cNvSpPr/>
          <p:nvPr userDrawn="1"/>
        </p:nvSpPr>
        <p:spPr>
          <a:xfrm>
            <a:off x="341554" y="6473952"/>
            <a:ext cx="3657600" cy="274320"/>
          </a:xfrm>
          <a:prstGeom prst="rect">
            <a:avLst/>
          </a:prstGeom>
          <a:noFill/>
          <a:ln/>
        </p:spPr>
        <p:txBody>
          <a:bodyPr wrap="square" rtlCol="0" anchor="ctr"/>
          <a:lstStyle/>
          <a:p>
            <a:pPr marL="0" indent="0" algn="l">
              <a:buNone/>
            </a:pPr>
            <a:r>
              <a:rPr lang="en-US" sz="900" noProof="0">
                <a:solidFill>
                  <a:srgbClr val="7A8794"/>
                </a:solidFill>
                <a:latin typeface="Aptos" panose="020B0004020202020204" pitchFamily="34" charset="0"/>
                <a:ea typeface="Arial" pitchFamily="34" charset="-122"/>
                <a:cs typeface="Arial" pitchFamily="34" charset="-120"/>
              </a:rPr>
              <a:t>© 2026 NTT DATA, Inc.</a:t>
            </a:r>
            <a:endParaRPr lang="en-US" sz="900" noProof="0">
              <a:latin typeface="Aptos" panose="020B0004020202020204" pitchFamily="34" charset="0"/>
            </a:endParaRPr>
          </a:p>
        </p:txBody>
      </p:sp>
      <p:sp>
        <p:nvSpPr>
          <p:cNvPr id="3" name="Text 27">
            <a:extLst>
              <a:ext uri="{FF2B5EF4-FFF2-40B4-BE49-F238E27FC236}">
                <a16:creationId xmlns:a16="http://schemas.microsoft.com/office/drawing/2014/main" id="{B435A6A8-3938-FABE-0849-DC5018C3CB12}"/>
              </a:ext>
            </a:extLst>
          </p:cNvPr>
          <p:cNvSpPr/>
          <p:nvPr userDrawn="1"/>
        </p:nvSpPr>
        <p:spPr>
          <a:xfrm>
            <a:off x="3029914" y="6473952"/>
            <a:ext cx="5486400" cy="274320"/>
          </a:xfrm>
          <a:prstGeom prst="rect">
            <a:avLst/>
          </a:prstGeom>
          <a:noFill/>
          <a:ln/>
        </p:spPr>
        <p:txBody>
          <a:bodyPr wrap="square" rtlCol="0" anchor="ctr"/>
          <a:lstStyle/>
          <a:p>
            <a:pPr marL="0" indent="0" algn="ctr">
              <a:buNone/>
            </a:pPr>
            <a:r>
              <a:rPr lang="en-US" sz="900" b="1" noProof="0">
                <a:solidFill>
                  <a:srgbClr val="7A8794"/>
                </a:solidFill>
                <a:latin typeface="Aptos" panose="020B0004020202020204" pitchFamily="34" charset="0"/>
                <a:ea typeface="Arial" pitchFamily="34" charset="-122"/>
                <a:cs typeface="Arial" pitchFamily="34" charset="-120"/>
              </a:rPr>
              <a:t>IAG IT Sovereignty  ·  Board Proposal     </a:t>
            </a:r>
            <a:r>
              <a:rPr lang="en-US" sz="900" b="1" noProof="0">
                <a:solidFill>
                  <a:schemeClr val="accent5"/>
                </a:solidFill>
                <a:latin typeface="Aptos" panose="020B0004020202020204" pitchFamily="34" charset="0"/>
                <a:ea typeface="Arial" pitchFamily="34" charset="-122"/>
                <a:cs typeface="Arial" pitchFamily="34" charset="-120"/>
              </a:rPr>
              <a:t>|</a:t>
            </a:r>
            <a:endParaRPr lang="en-US" sz="900" b="1" noProof="0">
              <a:solidFill>
                <a:schemeClr val="accent5"/>
              </a:solidFill>
              <a:latin typeface="Aptos" panose="020B0004020202020204" pitchFamily="34" charset="0"/>
            </a:endParaRPr>
          </a:p>
        </p:txBody>
      </p:sp>
      <p:sp>
        <p:nvSpPr>
          <p:cNvPr id="4" name="Text 28">
            <a:extLst>
              <a:ext uri="{FF2B5EF4-FFF2-40B4-BE49-F238E27FC236}">
                <a16:creationId xmlns:a16="http://schemas.microsoft.com/office/drawing/2014/main" id="{F9D993D1-81DB-37BD-9631-F6A36EC53FF2}"/>
              </a:ext>
            </a:extLst>
          </p:cNvPr>
          <p:cNvSpPr/>
          <p:nvPr userDrawn="1"/>
        </p:nvSpPr>
        <p:spPr>
          <a:xfrm>
            <a:off x="6687514" y="6475386"/>
            <a:ext cx="411480" cy="274320"/>
          </a:xfrm>
          <a:prstGeom prst="rect">
            <a:avLst/>
          </a:prstGeom>
          <a:noFill/>
          <a:ln/>
        </p:spPr>
        <p:txBody>
          <a:bodyPr wrap="square" rtlCol="0" anchor="ctr"/>
          <a:lstStyle/>
          <a:p>
            <a:pPr marL="0" indent="0" algn="r">
              <a:buNone/>
            </a:pPr>
            <a:r>
              <a:rPr lang="en-US" sz="900">
                <a:solidFill>
                  <a:srgbClr val="7A8794"/>
                </a:solidFill>
                <a:latin typeface="Aptos" panose="020B0004020202020204" pitchFamily="34" charset="0"/>
              </a:rPr>
              <a:t>14</a:t>
            </a:r>
          </a:p>
        </p:txBody>
      </p:sp>
      <p:sp>
        <p:nvSpPr>
          <p:cNvPr id="9" name="NTT DATA Global Logo">
            <a:extLst>
              <a:ext uri="{FF2B5EF4-FFF2-40B4-BE49-F238E27FC236}">
                <a16:creationId xmlns:a16="http://schemas.microsoft.com/office/drawing/2014/main" id="{00FB99BF-2E3B-709F-15E6-0261CEC81FE7}"/>
              </a:ext>
            </a:extLst>
          </p:cNvPr>
          <p:cNvSpPr/>
          <p:nvPr userDrawn="1"/>
        </p:nvSpPr>
        <p:spPr bwMode="black">
          <a:xfrm>
            <a:off x="10970334" y="6506804"/>
            <a:ext cx="850740" cy="17335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121212"/>
              </a:solidFill>
              <a:effectLst/>
              <a:uLnTx/>
              <a:uFillTx/>
              <a:latin typeface="Calibri" panose="020F0502020204030204"/>
              <a:ea typeface="+mn-ea"/>
              <a:cs typeface="+mn-cs"/>
            </a:endParaRPr>
          </a:p>
        </p:txBody>
      </p:sp>
      <p:pic>
        <p:nvPicPr>
          <p:cNvPr id="10" name="Imagen 22" descr="Image containing Icon&#10;&#10;Auto-generated description">
            <a:extLst>
              <a:ext uri="{FF2B5EF4-FFF2-40B4-BE49-F238E27FC236}">
                <a16:creationId xmlns:a16="http://schemas.microsoft.com/office/drawing/2014/main" id="{3FE4FD53-B568-9DCE-0EDF-84683D6D46AF}"/>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9774283" y="6534263"/>
            <a:ext cx="1116000" cy="151389"/>
          </a:xfrm>
          <a:prstGeom prst="rect">
            <a:avLst/>
          </a:prstGeom>
          <a:noFill/>
          <a:ln>
            <a:noFill/>
          </a:ln>
        </p:spPr>
      </p:pic>
    </p:spTree>
    <p:extLst>
      <p:ext uri="{BB962C8B-B14F-4D97-AF65-F5344CB8AC3E}">
        <p14:creationId xmlns:p14="http://schemas.microsoft.com/office/powerpoint/2010/main" val="1776113518"/>
      </p:ext>
    </p:extLst>
  </p:cSld>
  <p:clrMap bg1="lt1" tx1="dk1" bg2="lt2" tx2="dk2" accent1="accent1" accent2="accent2" accent3="accent3" accent4="accent4" accent5="accent5" accent6="accent6" hlink="hlink" folHlink="folHlink"/>
  <p:sldLayoutIdLst>
    <p:sldLayoutId id="2147518567" r:id="rId1"/>
    <p:sldLayoutId id="2147518607"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4.xml"/><Relationship Id="rId1" Type="http://schemas.openxmlformats.org/officeDocument/2006/relationships/tags" Target="../tags/tag5.xml"/><Relationship Id="rId4" Type="http://schemas.openxmlformats.org/officeDocument/2006/relationships/image" Target="../media/image7.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tags" Target="../tags/tag6.xml"/><Relationship Id="rId4" Type="http://schemas.openxmlformats.org/officeDocument/2006/relationships/image" Target="../media/image7.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tags" Target="../tags/tag7.xml"/><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3" Type="http://schemas.openxmlformats.org/officeDocument/2006/relationships/image" Target="../media/image53.svg"/><Relationship Id="rId7" Type="http://schemas.microsoft.com/office/2007/relationships/hdphoto" Target="../media/hdphoto5.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5.png"/><Relationship Id="rId5" Type="http://schemas.microsoft.com/office/2007/relationships/hdphoto" Target="../media/hdphoto4.wdp"/><Relationship Id="rId4" Type="http://schemas.openxmlformats.org/officeDocument/2006/relationships/image" Target="../media/image54.png"/></Relationships>
</file>

<file path=ppt/slides/_rels/slide5.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sv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oleObject" Target="../embeddings/oleObject5.bin"/><Relationship Id="rId7" Type="http://schemas.openxmlformats.org/officeDocument/2006/relationships/image" Target="../media/image60.sv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59.svg"/><Relationship Id="rId5" Type="http://schemas.openxmlformats.org/officeDocument/2006/relationships/image" Target="../media/image58.svg"/><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3" Type="http://schemas.openxmlformats.org/officeDocument/2006/relationships/notesSlide" Target="../notesSlides/notesSlide2.xml"/><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7.emf"/><Relationship Id="rId15" Type="http://schemas.openxmlformats.org/officeDocument/2006/relationships/image" Target="../media/image71.png"/><Relationship Id="rId10" Type="http://schemas.openxmlformats.org/officeDocument/2006/relationships/image" Target="../media/image66.png"/><Relationship Id="rId4" Type="http://schemas.openxmlformats.org/officeDocument/2006/relationships/oleObject" Target="../embeddings/oleObject6.bin"/><Relationship Id="rId9" Type="http://schemas.openxmlformats.org/officeDocument/2006/relationships/image" Target="../media/image65.png"/><Relationship Id="rId14" Type="http://schemas.openxmlformats.org/officeDocument/2006/relationships/image" Target="../media/image70.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tags" Target="../tags/tag10.xml"/><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oleObject" Target="../embeddings/oleObject5.bin"/><Relationship Id="rId7" Type="http://schemas.openxmlformats.org/officeDocument/2006/relationships/image" Target="../media/image74.svg"/><Relationship Id="rId12" Type="http://schemas.openxmlformats.org/officeDocument/2006/relationships/image" Target="../media/image79.svg"/><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73.svg"/><Relationship Id="rId11" Type="http://schemas.openxmlformats.org/officeDocument/2006/relationships/image" Target="../media/image78.svg"/><Relationship Id="rId5" Type="http://schemas.openxmlformats.org/officeDocument/2006/relationships/image" Target="../media/image72.svg"/><Relationship Id="rId10" Type="http://schemas.openxmlformats.org/officeDocument/2006/relationships/image" Target="../media/image77.svg"/><Relationship Id="rId4" Type="http://schemas.openxmlformats.org/officeDocument/2006/relationships/image" Target="../media/image7.emf"/><Relationship Id="rId9" Type="http://schemas.openxmlformats.org/officeDocument/2006/relationships/image" Target="../media/image76.sv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81.sv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80.svg"/><Relationship Id="rId5" Type="http://schemas.openxmlformats.org/officeDocument/2006/relationships/image" Target="../media/image7.emf"/><Relationship Id="rId4"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7.emf"/></Relationships>
</file>

<file path=ppt/slides/_rels/slide12.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82.png"/><Relationship Id="rId3" Type="http://schemas.openxmlformats.org/officeDocument/2006/relationships/oleObject" Target="../embeddings/oleObject5.bin"/><Relationship Id="rId7" Type="http://schemas.openxmlformats.org/officeDocument/2006/relationships/image" Target="../media/image74.svg"/><Relationship Id="rId12" Type="http://schemas.openxmlformats.org/officeDocument/2006/relationships/image" Target="../media/image73.svg"/><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79.svg"/><Relationship Id="rId11" Type="http://schemas.openxmlformats.org/officeDocument/2006/relationships/image" Target="../media/image78.svg"/><Relationship Id="rId5" Type="http://schemas.openxmlformats.org/officeDocument/2006/relationships/image" Target="../media/image72.svg"/><Relationship Id="rId10" Type="http://schemas.openxmlformats.org/officeDocument/2006/relationships/image" Target="../media/image76.svg"/><Relationship Id="rId4" Type="http://schemas.openxmlformats.org/officeDocument/2006/relationships/image" Target="../media/image7.emf"/><Relationship Id="rId9" Type="http://schemas.openxmlformats.org/officeDocument/2006/relationships/image" Target="../media/image77.svg"/><Relationship Id="rId14" Type="http://schemas.openxmlformats.org/officeDocument/2006/relationships/image" Target="../media/image83.pn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7.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7.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7.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7.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7.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tags" Target="../tags/tag20.xml"/><Relationship Id="rId4" Type="http://schemas.openxmlformats.org/officeDocument/2006/relationships/image" Target="../media/image7.emf"/></Relationships>
</file>

<file path=ppt/slides/_rels/slide19.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oleObject" Target="../embeddings/oleObject5.bin"/><Relationship Id="rId7" Type="http://schemas.openxmlformats.org/officeDocument/2006/relationships/image" Target="../media/image85.png"/><Relationship Id="rId2" Type="http://schemas.openxmlformats.org/officeDocument/2006/relationships/slideLayout" Target="../slideLayouts/slideLayout2.xml"/><Relationship Id="rId1" Type="http://schemas.openxmlformats.org/officeDocument/2006/relationships/tags" Target="../tags/tag21.xml"/><Relationship Id="rId6" Type="http://schemas.microsoft.com/office/2007/relationships/hdphoto" Target="../media/hdphoto6.wdp"/><Relationship Id="rId5" Type="http://schemas.openxmlformats.org/officeDocument/2006/relationships/image" Target="../media/image84.png"/><Relationship Id="rId10" Type="http://schemas.openxmlformats.org/officeDocument/2006/relationships/image" Target="../media/image88.svg"/><Relationship Id="rId4" Type="http://schemas.openxmlformats.org/officeDocument/2006/relationships/image" Target="../media/image7.emf"/><Relationship Id="rId9" Type="http://schemas.openxmlformats.org/officeDocument/2006/relationships/image" Target="../media/image87.sv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2.xml"/><Relationship Id="rId6" Type="http://schemas.openxmlformats.org/officeDocument/2006/relationships/image" Target="../media/image89.png"/><Relationship Id="rId5" Type="http://schemas.openxmlformats.org/officeDocument/2006/relationships/image" Target="../media/image7.emf"/><Relationship Id="rId4" Type="http://schemas.openxmlformats.org/officeDocument/2006/relationships/oleObject" Target="../embeddings/oleObject5.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92.png"/><Relationship Id="rId2" Type="http://schemas.openxmlformats.org/officeDocument/2006/relationships/slideLayout" Target="../slideLayouts/slideLayout5.xml"/><Relationship Id="rId1" Type="http://schemas.openxmlformats.org/officeDocument/2006/relationships/tags" Target="../tags/tag23.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7.emf"/></Relationships>
</file>

<file path=ppt/slides/_rels/slide22.xml.rels><?xml version="1.0" encoding="UTF-8" standalone="yes"?>
<Relationships xmlns="http://schemas.openxmlformats.org/package/2006/relationships"><Relationship Id="rId8" Type="http://schemas.openxmlformats.org/officeDocument/2006/relationships/image" Target="../media/image93.png"/><Relationship Id="rId13" Type="http://schemas.microsoft.com/office/2007/relationships/hdphoto" Target="../media/hdphoto8.wdp"/><Relationship Id="rId18" Type="http://schemas.openxmlformats.org/officeDocument/2006/relationships/image" Target="../media/image100.png"/><Relationship Id="rId26" Type="http://schemas.openxmlformats.org/officeDocument/2006/relationships/image" Target="../media/image105.png"/><Relationship Id="rId3" Type="http://schemas.openxmlformats.org/officeDocument/2006/relationships/oleObject" Target="../embeddings/oleObject5.bin"/><Relationship Id="rId21" Type="http://schemas.openxmlformats.org/officeDocument/2006/relationships/image" Target="../media/image102.png"/><Relationship Id="rId7" Type="http://schemas.openxmlformats.org/officeDocument/2006/relationships/image" Target="../media/image92.png"/><Relationship Id="rId12" Type="http://schemas.openxmlformats.org/officeDocument/2006/relationships/image" Target="../media/image96.png"/><Relationship Id="rId17" Type="http://schemas.openxmlformats.org/officeDocument/2006/relationships/image" Target="../media/image99.png"/><Relationship Id="rId25" Type="http://schemas.microsoft.com/office/2007/relationships/hdphoto" Target="../media/hdphoto12.wdp"/><Relationship Id="rId2" Type="http://schemas.openxmlformats.org/officeDocument/2006/relationships/slideLayout" Target="../slideLayouts/slideLayout4.xml"/><Relationship Id="rId16" Type="http://schemas.microsoft.com/office/2007/relationships/hdphoto" Target="../media/hdphoto9.wdp"/><Relationship Id="rId20" Type="http://schemas.openxmlformats.org/officeDocument/2006/relationships/image" Target="../media/image101.png"/><Relationship Id="rId29" Type="http://schemas.openxmlformats.org/officeDocument/2006/relationships/image" Target="../media/image107.png"/><Relationship Id="rId1" Type="http://schemas.openxmlformats.org/officeDocument/2006/relationships/tags" Target="../tags/tag24.xml"/><Relationship Id="rId6" Type="http://schemas.openxmlformats.org/officeDocument/2006/relationships/image" Target="../media/image91.png"/><Relationship Id="rId11" Type="http://schemas.openxmlformats.org/officeDocument/2006/relationships/image" Target="../media/image95.png"/><Relationship Id="rId24" Type="http://schemas.openxmlformats.org/officeDocument/2006/relationships/image" Target="../media/image104.png"/><Relationship Id="rId5" Type="http://schemas.openxmlformats.org/officeDocument/2006/relationships/image" Target="../media/image90.png"/><Relationship Id="rId15" Type="http://schemas.openxmlformats.org/officeDocument/2006/relationships/image" Target="../media/image98.png"/><Relationship Id="rId23" Type="http://schemas.openxmlformats.org/officeDocument/2006/relationships/image" Target="../media/image103.png"/><Relationship Id="rId28" Type="http://schemas.microsoft.com/office/2007/relationships/hdphoto" Target="../media/hdphoto13.wdp"/><Relationship Id="rId10" Type="http://schemas.microsoft.com/office/2007/relationships/hdphoto" Target="../media/hdphoto7.wdp"/><Relationship Id="rId19" Type="http://schemas.microsoft.com/office/2007/relationships/hdphoto" Target="../media/hdphoto10.wdp"/><Relationship Id="rId4" Type="http://schemas.openxmlformats.org/officeDocument/2006/relationships/image" Target="../media/image7.emf"/><Relationship Id="rId9" Type="http://schemas.openxmlformats.org/officeDocument/2006/relationships/image" Target="../media/image94.png"/><Relationship Id="rId14" Type="http://schemas.openxmlformats.org/officeDocument/2006/relationships/image" Target="../media/image97.png"/><Relationship Id="rId22" Type="http://schemas.microsoft.com/office/2007/relationships/hdphoto" Target="../media/hdphoto11.wdp"/><Relationship Id="rId27" Type="http://schemas.openxmlformats.org/officeDocument/2006/relationships/image" Target="../media/image106.png"/></Relationships>
</file>

<file path=ppt/slides/_rels/slide23.xml.rels><?xml version="1.0" encoding="UTF-8" standalone="yes"?>
<Relationships xmlns="http://schemas.openxmlformats.org/package/2006/relationships"><Relationship Id="rId8" Type="http://schemas.openxmlformats.org/officeDocument/2006/relationships/image" Target="../media/image93.png"/><Relationship Id="rId13" Type="http://schemas.microsoft.com/office/2007/relationships/hdphoto" Target="../media/hdphoto15.wdp"/><Relationship Id="rId18" Type="http://schemas.openxmlformats.org/officeDocument/2006/relationships/image" Target="../media/image113.png"/><Relationship Id="rId3" Type="http://schemas.openxmlformats.org/officeDocument/2006/relationships/oleObject" Target="../embeddings/oleObject5.bin"/><Relationship Id="rId21" Type="http://schemas.microsoft.com/office/2007/relationships/hdphoto" Target="../media/hdphoto19.wdp"/><Relationship Id="rId7" Type="http://schemas.openxmlformats.org/officeDocument/2006/relationships/image" Target="../media/image92.png"/><Relationship Id="rId12" Type="http://schemas.openxmlformats.org/officeDocument/2006/relationships/image" Target="../media/image110.png"/><Relationship Id="rId17" Type="http://schemas.microsoft.com/office/2007/relationships/hdphoto" Target="../media/hdphoto17.wdp"/><Relationship Id="rId25" Type="http://schemas.microsoft.com/office/2007/relationships/hdphoto" Target="../media/hdphoto21.wdp"/><Relationship Id="rId2" Type="http://schemas.openxmlformats.org/officeDocument/2006/relationships/slideLayout" Target="../slideLayouts/slideLayout4.xml"/><Relationship Id="rId16" Type="http://schemas.openxmlformats.org/officeDocument/2006/relationships/image" Target="../media/image112.png"/><Relationship Id="rId20" Type="http://schemas.openxmlformats.org/officeDocument/2006/relationships/image" Target="../media/image114.png"/><Relationship Id="rId1" Type="http://schemas.openxmlformats.org/officeDocument/2006/relationships/tags" Target="../tags/tag25.xml"/><Relationship Id="rId6" Type="http://schemas.openxmlformats.org/officeDocument/2006/relationships/image" Target="../media/image91.png"/><Relationship Id="rId11" Type="http://schemas.openxmlformats.org/officeDocument/2006/relationships/image" Target="../media/image109.png"/><Relationship Id="rId24" Type="http://schemas.openxmlformats.org/officeDocument/2006/relationships/image" Target="../media/image116.png"/><Relationship Id="rId5" Type="http://schemas.openxmlformats.org/officeDocument/2006/relationships/image" Target="../media/image90.png"/><Relationship Id="rId15" Type="http://schemas.microsoft.com/office/2007/relationships/hdphoto" Target="../media/hdphoto16.wdp"/><Relationship Id="rId23" Type="http://schemas.microsoft.com/office/2007/relationships/hdphoto" Target="../media/hdphoto20.wdp"/><Relationship Id="rId10" Type="http://schemas.microsoft.com/office/2007/relationships/hdphoto" Target="../media/hdphoto14.wdp"/><Relationship Id="rId19" Type="http://schemas.microsoft.com/office/2007/relationships/hdphoto" Target="../media/hdphoto18.wdp"/><Relationship Id="rId4" Type="http://schemas.openxmlformats.org/officeDocument/2006/relationships/image" Target="../media/image7.emf"/><Relationship Id="rId9" Type="http://schemas.openxmlformats.org/officeDocument/2006/relationships/image" Target="../media/image108.png"/><Relationship Id="rId14" Type="http://schemas.openxmlformats.org/officeDocument/2006/relationships/image" Target="../media/image111.png"/><Relationship Id="rId22" Type="http://schemas.openxmlformats.org/officeDocument/2006/relationships/image" Target="../media/image115.png"/></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92.png"/><Relationship Id="rId2" Type="http://schemas.openxmlformats.org/officeDocument/2006/relationships/slideLayout" Target="../slideLayouts/slideLayout7.xml"/><Relationship Id="rId1" Type="http://schemas.openxmlformats.org/officeDocument/2006/relationships/tags" Target="../tags/tag26.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7.emf"/></Relationships>
</file>

<file path=ppt/slides/_rels/slide25.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119.png"/><Relationship Id="rId18" Type="http://schemas.microsoft.com/office/2007/relationships/hdphoto" Target="../media/hdphoto26.wdp"/><Relationship Id="rId3" Type="http://schemas.openxmlformats.org/officeDocument/2006/relationships/oleObject" Target="../embeddings/oleObject5.bin"/><Relationship Id="rId7" Type="http://schemas.openxmlformats.org/officeDocument/2006/relationships/image" Target="../media/image91.png"/><Relationship Id="rId12" Type="http://schemas.microsoft.com/office/2007/relationships/hdphoto" Target="../media/hdphoto23.wdp"/><Relationship Id="rId17" Type="http://schemas.openxmlformats.org/officeDocument/2006/relationships/image" Target="../media/image121.png"/><Relationship Id="rId2" Type="http://schemas.openxmlformats.org/officeDocument/2006/relationships/slideLayout" Target="../slideLayouts/slideLayout6.xml"/><Relationship Id="rId16" Type="http://schemas.microsoft.com/office/2007/relationships/hdphoto" Target="../media/hdphoto25.wdp"/><Relationship Id="rId20" Type="http://schemas.microsoft.com/office/2007/relationships/hdphoto" Target="../media/hdphoto27.wdp"/><Relationship Id="rId1" Type="http://schemas.openxmlformats.org/officeDocument/2006/relationships/tags" Target="../tags/tag27.xml"/><Relationship Id="rId6" Type="http://schemas.openxmlformats.org/officeDocument/2006/relationships/image" Target="../media/image90.png"/><Relationship Id="rId11" Type="http://schemas.openxmlformats.org/officeDocument/2006/relationships/image" Target="../media/image118.png"/><Relationship Id="rId5" Type="http://schemas.openxmlformats.org/officeDocument/2006/relationships/image" Target="../media/image93.png"/><Relationship Id="rId15" Type="http://schemas.openxmlformats.org/officeDocument/2006/relationships/image" Target="../media/image120.png"/><Relationship Id="rId10" Type="http://schemas.microsoft.com/office/2007/relationships/hdphoto" Target="../media/hdphoto22.wdp"/><Relationship Id="rId19" Type="http://schemas.openxmlformats.org/officeDocument/2006/relationships/image" Target="../media/image122.png"/><Relationship Id="rId4" Type="http://schemas.openxmlformats.org/officeDocument/2006/relationships/image" Target="../media/image7.emf"/><Relationship Id="rId9" Type="http://schemas.openxmlformats.org/officeDocument/2006/relationships/image" Target="../media/image117.png"/><Relationship Id="rId14" Type="http://schemas.microsoft.com/office/2007/relationships/hdphoto" Target="../media/hdphoto24.wdp"/></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92.png"/><Relationship Id="rId2" Type="http://schemas.openxmlformats.org/officeDocument/2006/relationships/slideLayout" Target="../slideLayouts/slideLayout9.xml"/><Relationship Id="rId1" Type="http://schemas.openxmlformats.org/officeDocument/2006/relationships/tags" Target="../tags/tag28.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7.emf"/></Relationships>
</file>

<file path=ppt/slides/_rels/slide27.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72.svg"/><Relationship Id="rId18" Type="http://schemas.openxmlformats.org/officeDocument/2006/relationships/image" Target="../media/image64.png"/><Relationship Id="rId26" Type="http://schemas.microsoft.com/office/2007/relationships/hdphoto" Target="../media/hdphoto28.wdp"/><Relationship Id="rId3" Type="http://schemas.openxmlformats.org/officeDocument/2006/relationships/oleObject" Target="../embeddings/oleObject5.bin"/><Relationship Id="rId21" Type="http://schemas.openxmlformats.org/officeDocument/2006/relationships/image" Target="../media/image67.png"/><Relationship Id="rId7" Type="http://schemas.openxmlformats.org/officeDocument/2006/relationships/image" Target="../media/image91.png"/><Relationship Id="rId12" Type="http://schemas.openxmlformats.org/officeDocument/2006/relationships/image" Target="../media/image73.svg"/><Relationship Id="rId17" Type="http://schemas.openxmlformats.org/officeDocument/2006/relationships/image" Target="../media/image63.png"/><Relationship Id="rId25" Type="http://schemas.openxmlformats.org/officeDocument/2006/relationships/image" Target="../media/image123.png"/><Relationship Id="rId2" Type="http://schemas.openxmlformats.org/officeDocument/2006/relationships/slideLayout" Target="../slideLayouts/slideLayout8.xml"/><Relationship Id="rId16" Type="http://schemas.openxmlformats.org/officeDocument/2006/relationships/image" Target="../media/image78.svg"/><Relationship Id="rId20" Type="http://schemas.openxmlformats.org/officeDocument/2006/relationships/image" Target="../media/image66.png"/><Relationship Id="rId29" Type="http://schemas.openxmlformats.org/officeDocument/2006/relationships/image" Target="../media/image125.png"/><Relationship Id="rId1" Type="http://schemas.openxmlformats.org/officeDocument/2006/relationships/tags" Target="../tags/tag29.xml"/><Relationship Id="rId6" Type="http://schemas.openxmlformats.org/officeDocument/2006/relationships/image" Target="../media/image90.png"/><Relationship Id="rId11" Type="http://schemas.openxmlformats.org/officeDocument/2006/relationships/image" Target="../media/image76.svg"/><Relationship Id="rId24" Type="http://schemas.openxmlformats.org/officeDocument/2006/relationships/chart" Target="../charts/chart1.xml"/><Relationship Id="rId32" Type="http://schemas.microsoft.com/office/2007/relationships/hdphoto" Target="../media/hdphoto31.wdp"/><Relationship Id="rId5" Type="http://schemas.openxmlformats.org/officeDocument/2006/relationships/image" Target="../media/image93.png"/><Relationship Id="rId15" Type="http://schemas.openxmlformats.org/officeDocument/2006/relationships/image" Target="../media/image77.svg"/><Relationship Id="rId23" Type="http://schemas.openxmlformats.org/officeDocument/2006/relationships/image" Target="../media/image62.png"/><Relationship Id="rId28" Type="http://schemas.microsoft.com/office/2007/relationships/hdphoto" Target="../media/hdphoto29.wdp"/><Relationship Id="rId10" Type="http://schemas.openxmlformats.org/officeDocument/2006/relationships/image" Target="../media/image75.svg"/><Relationship Id="rId19" Type="http://schemas.openxmlformats.org/officeDocument/2006/relationships/image" Target="../media/image65.png"/><Relationship Id="rId31" Type="http://schemas.openxmlformats.org/officeDocument/2006/relationships/image" Target="../media/image126.png"/><Relationship Id="rId4" Type="http://schemas.openxmlformats.org/officeDocument/2006/relationships/image" Target="../media/image7.emf"/><Relationship Id="rId9" Type="http://schemas.openxmlformats.org/officeDocument/2006/relationships/image" Target="../media/image79.svg"/><Relationship Id="rId14" Type="http://schemas.openxmlformats.org/officeDocument/2006/relationships/image" Target="../media/image74.svg"/><Relationship Id="rId22" Type="http://schemas.openxmlformats.org/officeDocument/2006/relationships/image" Target="../media/image68.png"/><Relationship Id="rId27" Type="http://schemas.openxmlformats.org/officeDocument/2006/relationships/image" Target="../media/image124.png"/><Relationship Id="rId30" Type="http://schemas.microsoft.com/office/2007/relationships/hdphoto" Target="../media/hdphoto30.wdp"/></Relationships>
</file>

<file path=ppt/slides/_rels/slide28.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129.png"/><Relationship Id="rId18" Type="http://schemas.openxmlformats.org/officeDocument/2006/relationships/image" Target="../media/image131.png"/><Relationship Id="rId3" Type="http://schemas.openxmlformats.org/officeDocument/2006/relationships/oleObject" Target="../embeddings/oleObject5.bin"/><Relationship Id="rId7" Type="http://schemas.openxmlformats.org/officeDocument/2006/relationships/image" Target="../media/image91.png"/><Relationship Id="rId12" Type="http://schemas.microsoft.com/office/2007/relationships/hdphoto" Target="../media/hdphoto33.wdp"/><Relationship Id="rId17" Type="http://schemas.microsoft.com/office/2007/relationships/hdphoto" Target="../media/hdphoto35.wdp"/><Relationship Id="rId2" Type="http://schemas.openxmlformats.org/officeDocument/2006/relationships/slideLayout" Target="../slideLayouts/slideLayout8.xml"/><Relationship Id="rId16" Type="http://schemas.openxmlformats.org/officeDocument/2006/relationships/image" Target="../media/image130.png"/><Relationship Id="rId1" Type="http://schemas.openxmlformats.org/officeDocument/2006/relationships/tags" Target="../tags/tag30.xml"/><Relationship Id="rId6" Type="http://schemas.openxmlformats.org/officeDocument/2006/relationships/image" Target="../media/image90.png"/><Relationship Id="rId11" Type="http://schemas.openxmlformats.org/officeDocument/2006/relationships/image" Target="../media/image128.png"/><Relationship Id="rId5" Type="http://schemas.openxmlformats.org/officeDocument/2006/relationships/image" Target="../media/image93.png"/><Relationship Id="rId15" Type="http://schemas.openxmlformats.org/officeDocument/2006/relationships/chart" Target="../charts/chart2.xml"/><Relationship Id="rId10" Type="http://schemas.microsoft.com/office/2007/relationships/hdphoto" Target="../media/hdphoto32.wdp"/><Relationship Id="rId19" Type="http://schemas.microsoft.com/office/2007/relationships/hdphoto" Target="../media/hdphoto36.wdp"/><Relationship Id="rId4" Type="http://schemas.openxmlformats.org/officeDocument/2006/relationships/image" Target="../media/image7.emf"/><Relationship Id="rId9" Type="http://schemas.openxmlformats.org/officeDocument/2006/relationships/image" Target="../media/image127.png"/><Relationship Id="rId14" Type="http://schemas.microsoft.com/office/2007/relationships/hdphoto" Target="../media/hdphoto34.wdp"/></Relationships>
</file>

<file path=ppt/slides/_rels/slide29.xml.rels><?xml version="1.0" encoding="UTF-8" standalone="yes"?>
<Relationships xmlns="http://schemas.openxmlformats.org/package/2006/relationships"><Relationship Id="rId8" Type="http://schemas.openxmlformats.org/officeDocument/2006/relationships/image" Target="../media/image135.svg"/><Relationship Id="rId3" Type="http://schemas.openxmlformats.org/officeDocument/2006/relationships/oleObject" Target="../embeddings/oleObject5.bin"/><Relationship Id="rId7" Type="http://schemas.openxmlformats.org/officeDocument/2006/relationships/image" Target="../media/image134.svg"/><Relationship Id="rId12" Type="http://schemas.openxmlformats.org/officeDocument/2006/relationships/image" Target="../media/image92.png"/><Relationship Id="rId2" Type="http://schemas.openxmlformats.org/officeDocument/2006/relationships/slideLayout" Target="../slideLayouts/slideLayout2.xml"/><Relationship Id="rId1" Type="http://schemas.openxmlformats.org/officeDocument/2006/relationships/tags" Target="../tags/tag31.xml"/><Relationship Id="rId6" Type="http://schemas.openxmlformats.org/officeDocument/2006/relationships/image" Target="../media/image133.svg"/><Relationship Id="rId11" Type="http://schemas.openxmlformats.org/officeDocument/2006/relationships/image" Target="../media/image91.png"/><Relationship Id="rId5" Type="http://schemas.openxmlformats.org/officeDocument/2006/relationships/image" Target="../media/image132.svg"/><Relationship Id="rId10" Type="http://schemas.openxmlformats.org/officeDocument/2006/relationships/image" Target="../media/image90.png"/><Relationship Id="rId4" Type="http://schemas.openxmlformats.org/officeDocument/2006/relationships/image" Target="../media/image7.emf"/><Relationship Id="rId9" Type="http://schemas.openxmlformats.org/officeDocument/2006/relationships/image" Target="../media/image136.png"/></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tags" Target="../tags/tag32.xml"/><Relationship Id="rId4" Type="http://schemas.openxmlformats.org/officeDocument/2006/relationships/image" Target="../media/image7.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7.xml"/><Relationship Id="rId1" Type="http://schemas.openxmlformats.org/officeDocument/2006/relationships/tags" Target="../tags/tag33.xml"/><Relationship Id="rId5" Type="http://schemas.openxmlformats.org/officeDocument/2006/relationships/image" Target="../media/image137.svg"/><Relationship Id="rId4" Type="http://schemas.openxmlformats.org/officeDocument/2006/relationships/image" Target="../media/image7.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140.png"/><Relationship Id="rId2" Type="http://schemas.openxmlformats.org/officeDocument/2006/relationships/slideLayout" Target="../slideLayouts/slideLayout67.xml"/><Relationship Id="rId1" Type="http://schemas.openxmlformats.org/officeDocument/2006/relationships/tags" Target="../tags/tag34.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7.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tags" Target="../tags/tag35.xml"/><Relationship Id="rId4" Type="http://schemas.openxmlformats.org/officeDocument/2006/relationships/image" Target="../media/image7.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7.xml"/><Relationship Id="rId1" Type="http://schemas.openxmlformats.org/officeDocument/2006/relationships/tags" Target="../tags/tag36.xml"/><Relationship Id="rId4" Type="http://schemas.openxmlformats.org/officeDocument/2006/relationships/image" Target="../media/image7.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4B09E-E098-AA10-8605-5BE452CE8BC0}"/>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43630BC9-3313-BEA0-0A13-7F79E0CEDDD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43630BC9-3313-BEA0-0A13-7F79E0CEDDD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0" name="Text Placeholder 15">
            <a:extLst>
              <a:ext uri="{FF2B5EF4-FFF2-40B4-BE49-F238E27FC236}">
                <a16:creationId xmlns:a16="http://schemas.microsoft.com/office/drawing/2014/main" id="{EEB7E4BD-EF65-144A-4677-FE651DA64C53}"/>
              </a:ext>
            </a:extLst>
          </p:cNvPr>
          <p:cNvSpPr txBox="1">
            <a:spLocks/>
          </p:cNvSpPr>
          <p:nvPr/>
        </p:nvSpPr>
        <p:spPr>
          <a:xfrm>
            <a:off x="650917" y="1937256"/>
            <a:ext cx="5958227" cy="1154688"/>
          </a:xfrm>
          <a:prstGeom prst="rect">
            <a:avLst/>
          </a:prstGeom>
        </p:spPr>
        <p:txBody>
          <a:bodyPr vert="horz" lIns="0" tIns="0" rIns="0" bIns="0" rtlCol="0" anchor="ctr" anchorCtr="0">
            <a:noAutofit/>
          </a:bodyPr>
          <a:lstStyle>
            <a:lvl1pPr marL="342900" indent="-342900" algn="l" defTabSz="914400" rtl="0" eaLnBrk="1" latinLnBrk="0" hangingPunct="1">
              <a:spcBef>
                <a:spcPct val="20000"/>
              </a:spcBef>
              <a:buFont typeface="Arial" pitchFamily="34" charset="0"/>
              <a:buChar char="•"/>
              <a:defRPr kumimoji="0" lang="en-US" sz="2400" b="1" i="0" u="none" strike="noStrike" kern="1200" cap="none" spc="0" normalizeH="0" baseline="0" smtClean="0">
                <a:ln>
                  <a:noFill/>
                </a:ln>
                <a:solidFill>
                  <a:prstClr val="black"/>
                </a:solidFill>
                <a:effectLst/>
                <a:uLnTx/>
                <a:uFillTx/>
                <a:latin typeface="Aptos" panose="02110004020202020204"/>
                <a:ea typeface="+mn-ea"/>
                <a:cs typeface="+mn-cs"/>
              </a:defRPr>
            </a:lvl1pPr>
            <a:lvl2pPr marL="742950" indent="-28575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lang="es-ES"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5000" b="1" i="0" u="none" strike="noStrike" kern="1200" cap="none" spc="0" normalizeH="0" baseline="0" noProof="0">
                <a:ln>
                  <a:noFill/>
                </a:ln>
                <a:solidFill>
                  <a:prstClr val="white"/>
                </a:solidFill>
                <a:effectLst/>
                <a:uLnTx/>
                <a:uFillTx/>
                <a:latin typeface="Aptos" panose="02110004020202020204"/>
                <a:ea typeface="+mn-ea"/>
                <a:cs typeface="+mn-cs"/>
              </a:rPr>
              <a:t>IAG - IT Sovereignty</a:t>
            </a:r>
          </a:p>
        </p:txBody>
      </p:sp>
      <p:sp>
        <p:nvSpPr>
          <p:cNvPr id="49" name="Text Placeholder 15">
            <a:extLst>
              <a:ext uri="{FF2B5EF4-FFF2-40B4-BE49-F238E27FC236}">
                <a16:creationId xmlns:a16="http://schemas.microsoft.com/office/drawing/2014/main" id="{E4D764F5-F41E-A996-2D97-02F090D6ED8B}"/>
              </a:ext>
            </a:extLst>
          </p:cNvPr>
          <p:cNvSpPr txBox="1">
            <a:spLocks/>
          </p:cNvSpPr>
          <p:nvPr/>
        </p:nvSpPr>
        <p:spPr>
          <a:xfrm>
            <a:off x="650916" y="3727847"/>
            <a:ext cx="1687169" cy="615553"/>
          </a:xfrm>
          <a:prstGeom prst="rect">
            <a:avLst/>
          </a:prstGeom>
        </p:spPr>
        <p:txBody>
          <a:bodyPr vert="horz" lIns="0" tIns="0" rIns="0" bIns="0" rtlCol="0" anchor="ctr" anchorCtr="0">
            <a:noAutofit/>
          </a:bodyPr>
          <a:lstStyle>
            <a:lvl1pPr marL="342900" indent="-342900" algn="l" defTabSz="914400" rtl="0" eaLnBrk="1" latinLnBrk="0" hangingPunct="1">
              <a:spcBef>
                <a:spcPct val="20000"/>
              </a:spcBef>
              <a:buFont typeface="Arial" pitchFamily="34" charset="0"/>
              <a:buChar char="•"/>
              <a:defRPr kumimoji="0" lang="en-US" sz="2400" b="1" i="0" u="none" strike="noStrike" kern="1200" cap="none" spc="0" normalizeH="0" baseline="0" smtClean="0">
                <a:ln>
                  <a:noFill/>
                </a:ln>
                <a:solidFill>
                  <a:prstClr val="black"/>
                </a:solidFill>
                <a:effectLst/>
                <a:uLnTx/>
                <a:uFillTx/>
                <a:latin typeface="Aptos" panose="02110004020202020204"/>
                <a:ea typeface="+mn-ea"/>
                <a:cs typeface="+mn-cs"/>
              </a:defRPr>
            </a:lvl1pPr>
            <a:lvl2pPr marL="742950" indent="-28575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lang="es-ES"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600" b="0" i="1" u="none" strike="noStrike" kern="1200" cap="none" spc="0" normalizeH="0" baseline="0" noProof="0">
                <a:ln>
                  <a:noFill/>
                </a:ln>
                <a:solidFill>
                  <a:schemeClr val="bg1"/>
                </a:solidFill>
                <a:effectLst/>
                <a:uLnTx/>
                <a:uFillTx/>
                <a:latin typeface="Aptos" panose="02110004020202020204"/>
                <a:ea typeface="+mn-ea"/>
                <a:cs typeface="+mn-cs"/>
              </a:rPr>
              <a:t>June 2026</a:t>
            </a:r>
          </a:p>
        </p:txBody>
      </p:sp>
      <p:sp>
        <p:nvSpPr>
          <p:cNvPr id="50" name="Title 12">
            <a:extLst>
              <a:ext uri="{FF2B5EF4-FFF2-40B4-BE49-F238E27FC236}">
                <a16:creationId xmlns:a16="http://schemas.microsoft.com/office/drawing/2014/main" id="{DCB65486-3D23-D167-A832-9F5470E5BB84}"/>
              </a:ext>
            </a:extLst>
          </p:cNvPr>
          <p:cNvSpPr txBox="1">
            <a:spLocks/>
          </p:cNvSpPr>
          <p:nvPr/>
        </p:nvSpPr>
        <p:spPr>
          <a:xfrm>
            <a:off x="650917" y="3282971"/>
            <a:ext cx="8796758" cy="461665"/>
          </a:xfrm>
          <a:prstGeom prst="rect">
            <a:avLst/>
          </a:prstGeom>
          <a:noFill/>
        </p:spPr>
        <p:txBody>
          <a:bodyPr wrap="square" lIns="0">
            <a:spAutoFit/>
          </a:bodyPr>
          <a:lstStyle>
            <a:lvl1pPr algn="ctr" defTabSz="914400" rtl="0" eaLnBrk="1" latinLnBrk="0" hangingPunct="1">
              <a:spcBef>
                <a:spcPct val="0"/>
              </a:spcBef>
              <a:buNone/>
              <a:defRPr kumimoji="0" lang="es-ES" sz="1600" b="0" i="0" u="none" strike="noStrike" kern="1200" cap="none" spc="0" normalizeH="0" baseline="0">
                <a:ln>
                  <a:noFill/>
                </a:ln>
                <a:solidFill>
                  <a:prstClr val="black"/>
                </a:solidFill>
                <a:effectLst/>
                <a:uLnTx/>
                <a:uFillTx/>
                <a:latin typeface="Aptos" panose="0211000402020202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white"/>
                </a:solidFill>
                <a:effectLst/>
                <a:uLnTx/>
                <a:uFillTx/>
                <a:latin typeface="Aptos" panose="02110004020202020204"/>
                <a:ea typeface="+mn-ea"/>
                <a:cs typeface="+mn-cs"/>
              </a:rPr>
              <a:t>Collaboration Proposal</a:t>
            </a:r>
          </a:p>
        </p:txBody>
      </p:sp>
    </p:spTree>
    <p:extLst>
      <p:ext uri="{BB962C8B-B14F-4D97-AF65-F5344CB8AC3E}">
        <p14:creationId xmlns:p14="http://schemas.microsoft.com/office/powerpoint/2010/main" val="502917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9B53B-716D-A788-0200-7BACE9AAFAB8}"/>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52300A8F-36B8-CEC4-13A5-55AD423B868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52300A8F-36B8-CEC4-13A5-55AD423B8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0" name="Text Placeholder 15">
            <a:extLst>
              <a:ext uri="{FF2B5EF4-FFF2-40B4-BE49-F238E27FC236}">
                <a16:creationId xmlns:a16="http://schemas.microsoft.com/office/drawing/2014/main" id="{EA505B50-171B-442C-9FDC-E447026012F1}"/>
              </a:ext>
            </a:extLst>
          </p:cNvPr>
          <p:cNvSpPr txBox="1">
            <a:spLocks/>
          </p:cNvSpPr>
          <p:nvPr/>
        </p:nvSpPr>
        <p:spPr>
          <a:xfrm>
            <a:off x="465722" y="548294"/>
            <a:ext cx="2127007" cy="1154688"/>
          </a:xfrm>
          <a:prstGeom prst="rect">
            <a:avLst/>
          </a:prstGeom>
        </p:spPr>
        <p:txBody>
          <a:bodyPr vert="horz" lIns="0" tIns="0" rIns="0" bIns="0" rtlCol="0" anchor="ctr" anchorCtr="0">
            <a:noAutofit/>
          </a:bodyPr>
          <a:lstStyle>
            <a:lvl1pPr marL="342900" indent="-342900" algn="l" defTabSz="914400" rtl="0" eaLnBrk="1" latinLnBrk="0" hangingPunct="1">
              <a:spcBef>
                <a:spcPct val="20000"/>
              </a:spcBef>
              <a:buFont typeface="Arial" pitchFamily="34" charset="0"/>
              <a:buChar char="•"/>
              <a:defRPr kumimoji="0" lang="en-US" sz="2400" b="1" i="0" u="none" strike="noStrike" kern="1200" cap="none" spc="0" normalizeH="0" baseline="0" smtClean="0">
                <a:ln>
                  <a:noFill/>
                </a:ln>
                <a:solidFill>
                  <a:prstClr val="black"/>
                </a:solidFill>
                <a:effectLst/>
                <a:uLnTx/>
                <a:uFillTx/>
                <a:latin typeface="Aptos" panose="02110004020202020204"/>
                <a:ea typeface="+mn-ea"/>
                <a:cs typeface="+mn-cs"/>
              </a:defRPr>
            </a:lvl1pPr>
            <a:lvl2pPr marL="742950" indent="-28575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lang="es-ES"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Font typeface="Arial" pitchFamily="34" charset="0"/>
              <a:buNone/>
            </a:pPr>
            <a:r>
              <a:rPr lang="en-US" sz="3400" noProof="0">
                <a:solidFill>
                  <a:schemeClr val="bg1"/>
                </a:solidFill>
              </a:rPr>
              <a:t>Index</a:t>
            </a:r>
          </a:p>
        </p:txBody>
      </p:sp>
      <p:sp>
        <p:nvSpPr>
          <p:cNvPr id="31" name="Shape 1">
            <a:extLst>
              <a:ext uri="{FF2B5EF4-FFF2-40B4-BE49-F238E27FC236}">
                <a16:creationId xmlns:a16="http://schemas.microsoft.com/office/drawing/2014/main" id="{BA790A69-59B3-6F08-1AEE-26E9B494F6ED}"/>
              </a:ext>
            </a:extLst>
          </p:cNvPr>
          <p:cNvSpPr/>
          <p:nvPr/>
        </p:nvSpPr>
        <p:spPr>
          <a:xfrm>
            <a:off x="465722" y="1508760"/>
            <a:ext cx="1097280" cy="0"/>
          </a:xfrm>
          <a:prstGeom prst="line">
            <a:avLst/>
          </a:prstGeom>
          <a:noFill/>
          <a:ln w="31750">
            <a:solidFill>
              <a:srgbClr val="19A3FC"/>
            </a:solidFill>
            <a:prstDash val="solid"/>
          </a:ln>
        </p:spPr>
        <p:txBody>
          <a:bodyPr/>
          <a:lstStyle/>
          <a:p>
            <a:endParaRPr lang="en-US" noProof="0"/>
          </a:p>
        </p:txBody>
      </p:sp>
      <p:grpSp>
        <p:nvGrpSpPr>
          <p:cNvPr id="56" name="Group 55">
            <a:extLst>
              <a:ext uri="{FF2B5EF4-FFF2-40B4-BE49-F238E27FC236}">
                <a16:creationId xmlns:a16="http://schemas.microsoft.com/office/drawing/2014/main" id="{4097973D-048B-6C5C-EFE8-FDC59044CC25}"/>
              </a:ext>
            </a:extLst>
          </p:cNvPr>
          <p:cNvGrpSpPr/>
          <p:nvPr/>
        </p:nvGrpSpPr>
        <p:grpSpPr>
          <a:xfrm>
            <a:off x="685642" y="3969499"/>
            <a:ext cx="9372758" cy="615553"/>
            <a:chOff x="465723" y="3980446"/>
            <a:chExt cx="9372758" cy="615553"/>
          </a:xfrm>
        </p:grpSpPr>
        <p:sp>
          <p:nvSpPr>
            <p:cNvPr id="32" name="Text Placeholder 15">
              <a:extLst>
                <a:ext uri="{FF2B5EF4-FFF2-40B4-BE49-F238E27FC236}">
                  <a16:creationId xmlns:a16="http://schemas.microsoft.com/office/drawing/2014/main" id="{E43C0D59-7F3C-BB0D-EC4B-428CD89185F4}"/>
                </a:ext>
              </a:extLst>
            </p:cNvPr>
            <p:cNvSpPr txBox="1">
              <a:spLocks/>
            </p:cNvSpPr>
            <p:nvPr/>
          </p:nvSpPr>
          <p:spPr>
            <a:xfrm>
              <a:off x="465723" y="3980446"/>
              <a:ext cx="576000" cy="615553"/>
            </a:xfrm>
            <a:prstGeom prst="rect">
              <a:avLst/>
            </a:prstGeom>
          </p:spPr>
          <p:txBody>
            <a:bodyPr vert="horz" lIns="0" tIns="0" rIns="0" bIns="0" rtlCol="0" anchor="ctr" anchorCtr="0">
              <a:noAutofit/>
            </a:bodyPr>
            <a:lstStyle>
              <a:lvl1pPr marL="342900" indent="-342900" algn="l" defTabSz="914400" rtl="0" eaLnBrk="1" latinLnBrk="0" hangingPunct="1">
                <a:spcBef>
                  <a:spcPct val="20000"/>
                </a:spcBef>
                <a:buFont typeface="Arial" pitchFamily="34" charset="0"/>
                <a:buChar char="•"/>
                <a:defRPr kumimoji="0" lang="en-US" sz="2400" b="1" i="0" u="none" strike="noStrike" kern="1200" cap="none" spc="0" normalizeH="0" baseline="0" smtClean="0">
                  <a:ln>
                    <a:noFill/>
                  </a:ln>
                  <a:solidFill>
                    <a:prstClr val="black"/>
                  </a:solidFill>
                  <a:effectLst/>
                  <a:uLnTx/>
                  <a:uFillTx/>
                  <a:latin typeface="Aptos" panose="02110004020202020204"/>
                  <a:ea typeface="+mn-ea"/>
                  <a:cs typeface="+mn-cs"/>
                </a:defRPr>
              </a:lvl1pPr>
              <a:lvl2pPr marL="742950" indent="-28575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lang="es-ES"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Font typeface="Arial" pitchFamily="34" charset="0"/>
                <a:buNone/>
              </a:pPr>
              <a:r>
                <a:rPr lang="en-US" noProof="0">
                  <a:solidFill>
                    <a:srgbClr val="19A3FC"/>
                  </a:solidFill>
                </a:rPr>
                <a:t>04</a:t>
              </a:r>
            </a:p>
          </p:txBody>
        </p:sp>
        <p:sp>
          <p:nvSpPr>
            <p:cNvPr id="33" name="Title 12">
              <a:extLst>
                <a:ext uri="{FF2B5EF4-FFF2-40B4-BE49-F238E27FC236}">
                  <a16:creationId xmlns:a16="http://schemas.microsoft.com/office/drawing/2014/main" id="{18ADA0AD-7761-C375-567F-97CB83C63244}"/>
                </a:ext>
              </a:extLst>
            </p:cNvPr>
            <p:cNvSpPr txBox="1">
              <a:spLocks/>
            </p:cNvSpPr>
            <p:nvPr/>
          </p:nvSpPr>
          <p:spPr>
            <a:xfrm>
              <a:off x="1041723" y="4057390"/>
              <a:ext cx="8796758" cy="461665"/>
            </a:xfrm>
            <a:prstGeom prst="rect">
              <a:avLst/>
            </a:prstGeom>
            <a:noFill/>
          </p:spPr>
          <p:txBody>
            <a:bodyPr wrap="square" lIns="0">
              <a:spAutoFit/>
            </a:bodyPr>
            <a:lstStyle>
              <a:lvl1pPr algn="ctr" defTabSz="914400" rtl="0" eaLnBrk="1" latinLnBrk="0" hangingPunct="1">
                <a:spcBef>
                  <a:spcPct val="0"/>
                </a:spcBef>
                <a:buNone/>
                <a:defRPr kumimoji="0" lang="es-ES" sz="1600" b="0" i="0" u="none" strike="noStrike" kern="1200" cap="none" spc="0" normalizeH="0" baseline="0">
                  <a:ln>
                    <a:noFill/>
                  </a:ln>
                  <a:solidFill>
                    <a:prstClr val="black"/>
                  </a:solidFill>
                  <a:effectLst/>
                  <a:uLnTx/>
                  <a:uFillTx/>
                  <a:latin typeface="Aptos" panose="02110004020202020204"/>
                  <a:ea typeface="+mn-ea"/>
                  <a:cs typeface="+mn-cs"/>
                </a:defRPr>
              </a:lvl1pPr>
            </a:lstStyle>
            <a:p>
              <a:pPr algn="l">
                <a:spcBef>
                  <a:spcPts val="0"/>
                </a:spcBef>
              </a:pPr>
              <a:r>
                <a:rPr lang="en-US" sz="2400" noProof="0">
                  <a:solidFill>
                    <a:schemeClr val="bg1"/>
                  </a:solidFill>
                </a:rPr>
                <a:t>Project Plan &amp; Delivery Team</a:t>
              </a:r>
            </a:p>
          </p:txBody>
        </p:sp>
      </p:grpSp>
      <p:grpSp>
        <p:nvGrpSpPr>
          <p:cNvPr id="55" name="Group 54">
            <a:extLst>
              <a:ext uri="{FF2B5EF4-FFF2-40B4-BE49-F238E27FC236}">
                <a16:creationId xmlns:a16="http://schemas.microsoft.com/office/drawing/2014/main" id="{DB450673-BFDE-7A21-9BCD-6306C3986E36}"/>
              </a:ext>
            </a:extLst>
          </p:cNvPr>
          <p:cNvGrpSpPr/>
          <p:nvPr/>
        </p:nvGrpSpPr>
        <p:grpSpPr>
          <a:xfrm>
            <a:off x="685642" y="3279629"/>
            <a:ext cx="9372758" cy="615553"/>
            <a:chOff x="465723" y="3414145"/>
            <a:chExt cx="9372758" cy="615553"/>
          </a:xfrm>
        </p:grpSpPr>
        <p:sp>
          <p:nvSpPr>
            <p:cNvPr id="40" name="Text Placeholder 15">
              <a:extLst>
                <a:ext uri="{FF2B5EF4-FFF2-40B4-BE49-F238E27FC236}">
                  <a16:creationId xmlns:a16="http://schemas.microsoft.com/office/drawing/2014/main" id="{568C85D6-3E45-D4C1-33AD-12BE82FD4B78}"/>
                </a:ext>
              </a:extLst>
            </p:cNvPr>
            <p:cNvSpPr txBox="1">
              <a:spLocks/>
            </p:cNvSpPr>
            <p:nvPr/>
          </p:nvSpPr>
          <p:spPr>
            <a:xfrm>
              <a:off x="465723" y="3414145"/>
              <a:ext cx="576000" cy="615553"/>
            </a:xfrm>
            <a:prstGeom prst="rect">
              <a:avLst/>
            </a:prstGeom>
          </p:spPr>
          <p:txBody>
            <a:bodyPr vert="horz" lIns="0" tIns="0" rIns="0" bIns="0" rtlCol="0" anchor="ctr" anchorCtr="0">
              <a:noAutofit/>
            </a:bodyPr>
            <a:lstStyle>
              <a:lvl1pPr marL="342900" indent="-342900" algn="l" defTabSz="914400" rtl="0" eaLnBrk="1" latinLnBrk="0" hangingPunct="1">
                <a:spcBef>
                  <a:spcPct val="20000"/>
                </a:spcBef>
                <a:buFont typeface="Arial" pitchFamily="34" charset="0"/>
                <a:buChar char="•"/>
                <a:defRPr kumimoji="0" lang="en-US" sz="2400" b="1" i="0" u="none" strike="noStrike" kern="1200" cap="none" spc="0" normalizeH="0" baseline="0" smtClean="0">
                  <a:ln>
                    <a:noFill/>
                  </a:ln>
                  <a:solidFill>
                    <a:prstClr val="black"/>
                  </a:solidFill>
                  <a:effectLst/>
                  <a:uLnTx/>
                  <a:uFillTx/>
                  <a:latin typeface="Aptos" panose="02110004020202020204"/>
                  <a:ea typeface="+mn-ea"/>
                  <a:cs typeface="+mn-cs"/>
                </a:defRPr>
              </a:lvl1pPr>
              <a:lvl2pPr marL="742950" indent="-28575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lang="es-ES"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Font typeface="Arial" pitchFamily="34" charset="0"/>
                <a:buNone/>
              </a:pPr>
              <a:r>
                <a:rPr lang="en-US" noProof="0">
                  <a:solidFill>
                    <a:srgbClr val="19A3FC"/>
                  </a:solidFill>
                </a:rPr>
                <a:t>03</a:t>
              </a:r>
            </a:p>
          </p:txBody>
        </p:sp>
        <p:sp>
          <p:nvSpPr>
            <p:cNvPr id="41" name="Title 12">
              <a:extLst>
                <a:ext uri="{FF2B5EF4-FFF2-40B4-BE49-F238E27FC236}">
                  <a16:creationId xmlns:a16="http://schemas.microsoft.com/office/drawing/2014/main" id="{8B83B533-D75D-74F4-F5D1-9A8A5EEC8BE6}"/>
                </a:ext>
              </a:extLst>
            </p:cNvPr>
            <p:cNvSpPr txBox="1">
              <a:spLocks/>
            </p:cNvSpPr>
            <p:nvPr/>
          </p:nvSpPr>
          <p:spPr>
            <a:xfrm>
              <a:off x="1041723" y="3491089"/>
              <a:ext cx="8796758" cy="461665"/>
            </a:xfrm>
            <a:prstGeom prst="rect">
              <a:avLst/>
            </a:prstGeom>
            <a:noFill/>
          </p:spPr>
          <p:txBody>
            <a:bodyPr wrap="square" lIns="0">
              <a:spAutoFit/>
            </a:bodyPr>
            <a:lstStyle>
              <a:lvl1pPr algn="ctr" defTabSz="914400" rtl="0" eaLnBrk="1" latinLnBrk="0" hangingPunct="1">
                <a:spcBef>
                  <a:spcPct val="0"/>
                </a:spcBef>
                <a:buNone/>
                <a:defRPr kumimoji="0" lang="es-ES" sz="1600" b="0" i="0" u="none" strike="noStrike" kern="1200" cap="none" spc="0" normalizeH="0" baseline="0">
                  <a:ln>
                    <a:noFill/>
                  </a:ln>
                  <a:solidFill>
                    <a:prstClr val="black"/>
                  </a:solidFill>
                  <a:effectLst/>
                  <a:uLnTx/>
                  <a:uFillTx/>
                  <a:latin typeface="Aptos" panose="02110004020202020204"/>
                  <a:ea typeface="+mn-ea"/>
                  <a:cs typeface="+mn-cs"/>
                </a:defRPr>
              </a:lvl1pPr>
            </a:lstStyle>
            <a:p>
              <a:pPr algn="l">
                <a:spcBef>
                  <a:spcPts val="0"/>
                </a:spcBef>
              </a:pPr>
              <a:r>
                <a:rPr lang="en-US" sz="2400" noProof="0">
                  <a:solidFill>
                    <a:schemeClr val="bg1"/>
                  </a:solidFill>
                </a:rPr>
                <a:t>Project Execution Methodology</a:t>
              </a:r>
            </a:p>
          </p:txBody>
        </p:sp>
      </p:grpSp>
      <p:grpSp>
        <p:nvGrpSpPr>
          <p:cNvPr id="54" name="Group 53">
            <a:extLst>
              <a:ext uri="{FF2B5EF4-FFF2-40B4-BE49-F238E27FC236}">
                <a16:creationId xmlns:a16="http://schemas.microsoft.com/office/drawing/2014/main" id="{4C37568A-6CB3-8436-733A-3FDE7468CCB1}"/>
              </a:ext>
            </a:extLst>
          </p:cNvPr>
          <p:cNvGrpSpPr/>
          <p:nvPr/>
        </p:nvGrpSpPr>
        <p:grpSpPr>
          <a:xfrm>
            <a:off x="685642" y="2589759"/>
            <a:ext cx="9372758" cy="615553"/>
            <a:chOff x="465723" y="2721648"/>
            <a:chExt cx="9372758" cy="615553"/>
          </a:xfrm>
        </p:grpSpPr>
        <p:sp>
          <p:nvSpPr>
            <p:cNvPr id="46" name="Text Placeholder 15">
              <a:extLst>
                <a:ext uri="{FF2B5EF4-FFF2-40B4-BE49-F238E27FC236}">
                  <a16:creationId xmlns:a16="http://schemas.microsoft.com/office/drawing/2014/main" id="{FDBFBA7F-A1BB-26CB-6F57-E0489756AA28}"/>
                </a:ext>
              </a:extLst>
            </p:cNvPr>
            <p:cNvSpPr txBox="1">
              <a:spLocks/>
            </p:cNvSpPr>
            <p:nvPr/>
          </p:nvSpPr>
          <p:spPr>
            <a:xfrm>
              <a:off x="465723" y="2721648"/>
              <a:ext cx="576000" cy="615553"/>
            </a:xfrm>
            <a:prstGeom prst="rect">
              <a:avLst/>
            </a:prstGeom>
          </p:spPr>
          <p:txBody>
            <a:bodyPr vert="horz" lIns="0" tIns="0" rIns="0" bIns="0" rtlCol="0" anchor="ctr" anchorCtr="0">
              <a:noAutofit/>
            </a:bodyPr>
            <a:lstStyle>
              <a:lvl1pPr marL="342900" indent="-342900" algn="l" defTabSz="914400" rtl="0" eaLnBrk="1" latinLnBrk="0" hangingPunct="1">
                <a:spcBef>
                  <a:spcPct val="20000"/>
                </a:spcBef>
                <a:buFont typeface="Arial" pitchFamily="34" charset="0"/>
                <a:buChar char="•"/>
                <a:defRPr kumimoji="0" lang="en-US" sz="2400" b="1" i="0" u="none" strike="noStrike" kern="1200" cap="none" spc="0" normalizeH="0" baseline="0" smtClean="0">
                  <a:ln>
                    <a:noFill/>
                  </a:ln>
                  <a:solidFill>
                    <a:prstClr val="black"/>
                  </a:solidFill>
                  <a:effectLst/>
                  <a:uLnTx/>
                  <a:uFillTx/>
                  <a:latin typeface="Aptos" panose="02110004020202020204"/>
                  <a:ea typeface="+mn-ea"/>
                  <a:cs typeface="+mn-cs"/>
                </a:defRPr>
              </a:lvl1pPr>
              <a:lvl2pPr marL="742950" indent="-28575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lang="es-ES"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Font typeface="Arial" pitchFamily="34" charset="0"/>
                <a:buNone/>
              </a:pPr>
              <a:r>
                <a:rPr lang="en-US" noProof="0">
                  <a:solidFill>
                    <a:srgbClr val="19A3FC"/>
                  </a:solidFill>
                </a:rPr>
                <a:t>02</a:t>
              </a:r>
            </a:p>
          </p:txBody>
        </p:sp>
        <p:sp>
          <p:nvSpPr>
            <p:cNvPr id="47" name="Title 12">
              <a:extLst>
                <a:ext uri="{FF2B5EF4-FFF2-40B4-BE49-F238E27FC236}">
                  <a16:creationId xmlns:a16="http://schemas.microsoft.com/office/drawing/2014/main" id="{C4EC73BB-5569-4BEF-D841-CC6AC5EA86FE}"/>
                </a:ext>
              </a:extLst>
            </p:cNvPr>
            <p:cNvSpPr txBox="1">
              <a:spLocks/>
            </p:cNvSpPr>
            <p:nvPr/>
          </p:nvSpPr>
          <p:spPr>
            <a:xfrm>
              <a:off x="1041723" y="2798592"/>
              <a:ext cx="8796758" cy="461665"/>
            </a:xfrm>
            <a:prstGeom prst="rect">
              <a:avLst/>
            </a:prstGeom>
            <a:noFill/>
          </p:spPr>
          <p:txBody>
            <a:bodyPr wrap="square" lIns="0">
              <a:spAutoFit/>
            </a:bodyPr>
            <a:lstStyle>
              <a:lvl1pPr algn="ctr" defTabSz="914400" rtl="0" eaLnBrk="1" latinLnBrk="0" hangingPunct="1">
                <a:spcBef>
                  <a:spcPct val="0"/>
                </a:spcBef>
                <a:buNone/>
                <a:defRPr kumimoji="0" lang="es-ES" sz="1600" b="0" i="0" u="none" strike="noStrike" kern="1200" cap="none" spc="0" normalizeH="0" baseline="0">
                  <a:ln>
                    <a:noFill/>
                  </a:ln>
                  <a:solidFill>
                    <a:prstClr val="black"/>
                  </a:solidFill>
                  <a:effectLst/>
                  <a:uLnTx/>
                  <a:uFillTx/>
                  <a:latin typeface="Aptos" panose="02110004020202020204"/>
                  <a:ea typeface="+mn-ea"/>
                  <a:cs typeface="+mn-cs"/>
                </a:defRPr>
              </a:lvl1pPr>
            </a:lstStyle>
            <a:p>
              <a:pPr algn="l">
                <a:spcBef>
                  <a:spcPts val="0"/>
                </a:spcBef>
              </a:pPr>
              <a:r>
                <a:rPr lang="en-US" sz="2400" noProof="0">
                  <a:solidFill>
                    <a:schemeClr val="bg1"/>
                  </a:solidFill>
                </a:rPr>
                <a:t>Our Approach</a:t>
              </a:r>
            </a:p>
          </p:txBody>
        </p:sp>
      </p:grpSp>
      <p:grpSp>
        <p:nvGrpSpPr>
          <p:cNvPr id="53" name="Group 52">
            <a:extLst>
              <a:ext uri="{FF2B5EF4-FFF2-40B4-BE49-F238E27FC236}">
                <a16:creationId xmlns:a16="http://schemas.microsoft.com/office/drawing/2014/main" id="{329B8A5F-C169-41E4-3496-CAFBD654B262}"/>
              </a:ext>
            </a:extLst>
          </p:cNvPr>
          <p:cNvGrpSpPr/>
          <p:nvPr/>
        </p:nvGrpSpPr>
        <p:grpSpPr>
          <a:xfrm>
            <a:off x="685642" y="1899889"/>
            <a:ext cx="9372758" cy="615553"/>
            <a:chOff x="465723" y="1899889"/>
            <a:chExt cx="9372758" cy="615553"/>
          </a:xfrm>
        </p:grpSpPr>
        <p:sp>
          <p:nvSpPr>
            <p:cNvPr id="49" name="Text Placeholder 15">
              <a:extLst>
                <a:ext uri="{FF2B5EF4-FFF2-40B4-BE49-F238E27FC236}">
                  <a16:creationId xmlns:a16="http://schemas.microsoft.com/office/drawing/2014/main" id="{BAD92427-1E1F-9835-D94C-D68E566F077C}"/>
                </a:ext>
              </a:extLst>
            </p:cNvPr>
            <p:cNvSpPr txBox="1">
              <a:spLocks/>
            </p:cNvSpPr>
            <p:nvPr/>
          </p:nvSpPr>
          <p:spPr>
            <a:xfrm>
              <a:off x="465723" y="1899889"/>
              <a:ext cx="576000" cy="615553"/>
            </a:xfrm>
            <a:prstGeom prst="rect">
              <a:avLst/>
            </a:prstGeom>
          </p:spPr>
          <p:txBody>
            <a:bodyPr vert="horz" lIns="0" tIns="0" rIns="0" bIns="0" rtlCol="0" anchor="ctr" anchorCtr="0">
              <a:noAutofit/>
            </a:bodyPr>
            <a:lstStyle>
              <a:lvl1pPr marL="342900" indent="-342900" algn="l" defTabSz="914400" rtl="0" eaLnBrk="1" latinLnBrk="0" hangingPunct="1">
                <a:spcBef>
                  <a:spcPct val="20000"/>
                </a:spcBef>
                <a:buFont typeface="Arial" pitchFamily="34" charset="0"/>
                <a:buChar char="•"/>
                <a:defRPr kumimoji="0" lang="en-US" sz="2400" b="1" i="0" u="none" strike="noStrike" kern="1200" cap="none" spc="0" normalizeH="0" baseline="0" smtClean="0">
                  <a:ln>
                    <a:noFill/>
                  </a:ln>
                  <a:solidFill>
                    <a:prstClr val="black"/>
                  </a:solidFill>
                  <a:effectLst/>
                  <a:uLnTx/>
                  <a:uFillTx/>
                  <a:latin typeface="Aptos" panose="02110004020202020204"/>
                  <a:ea typeface="+mn-ea"/>
                  <a:cs typeface="+mn-cs"/>
                </a:defRPr>
              </a:lvl1pPr>
              <a:lvl2pPr marL="742950" indent="-28575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lang="es-ES"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Font typeface="Arial" pitchFamily="34" charset="0"/>
                <a:buNone/>
              </a:pPr>
              <a:r>
                <a:rPr lang="en-US" noProof="0">
                  <a:solidFill>
                    <a:srgbClr val="19A3FC"/>
                  </a:solidFill>
                </a:rPr>
                <a:t>01</a:t>
              </a:r>
            </a:p>
          </p:txBody>
        </p:sp>
        <p:sp>
          <p:nvSpPr>
            <p:cNvPr id="50" name="Title 12">
              <a:extLst>
                <a:ext uri="{FF2B5EF4-FFF2-40B4-BE49-F238E27FC236}">
                  <a16:creationId xmlns:a16="http://schemas.microsoft.com/office/drawing/2014/main" id="{5AFDD98E-C4D7-F55D-71FB-75B12E184A31}"/>
                </a:ext>
              </a:extLst>
            </p:cNvPr>
            <p:cNvSpPr txBox="1">
              <a:spLocks/>
            </p:cNvSpPr>
            <p:nvPr/>
          </p:nvSpPr>
          <p:spPr>
            <a:xfrm>
              <a:off x="1041723" y="1976833"/>
              <a:ext cx="8796758" cy="461665"/>
            </a:xfrm>
            <a:prstGeom prst="rect">
              <a:avLst/>
            </a:prstGeom>
            <a:noFill/>
          </p:spPr>
          <p:txBody>
            <a:bodyPr wrap="square" lIns="0">
              <a:spAutoFit/>
            </a:bodyPr>
            <a:lstStyle>
              <a:lvl1pPr algn="ctr" defTabSz="914400" rtl="0" eaLnBrk="1" latinLnBrk="0" hangingPunct="1">
                <a:spcBef>
                  <a:spcPct val="0"/>
                </a:spcBef>
                <a:buNone/>
                <a:defRPr kumimoji="0" lang="es-ES" sz="1600" b="0" i="0" u="none" strike="noStrike" kern="1200" cap="none" spc="0" normalizeH="0" baseline="0">
                  <a:ln>
                    <a:noFill/>
                  </a:ln>
                  <a:solidFill>
                    <a:prstClr val="black"/>
                  </a:solidFill>
                  <a:effectLst/>
                  <a:uLnTx/>
                  <a:uFillTx/>
                  <a:latin typeface="Aptos" panose="02110004020202020204"/>
                  <a:ea typeface="+mn-ea"/>
                  <a:cs typeface="+mn-cs"/>
                </a:defRPr>
              </a:lvl1pPr>
            </a:lstStyle>
            <a:p>
              <a:pPr algn="l">
                <a:spcBef>
                  <a:spcPts val="0"/>
                </a:spcBef>
              </a:pPr>
              <a:r>
                <a:rPr lang="en-US" sz="2400" noProof="0">
                  <a:solidFill>
                    <a:schemeClr val="bg1"/>
                  </a:solidFill>
                </a:rPr>
                <a:t>Context &amp; Scope</a:t>
              </a:r>
            </a:p>
          </p:txBody>
        </p:sp>
      </p:grpSp>
      <p:grpSp>
        <p:nvGrpSpPr>
          <p:cNvPr id="57" name="Group 56">
            <a:extLst>
              <a:ext uri="{FF2B5EF4-FFF2-40B4-BE49-F238E27FC236}">
                <a16:creationId xmlns:a16="http://schemas.microsoft.com/office/drawing/2014/main" id="{AD63909B-00FF-6AE3-6062-614CC9A0CEF3}"/>
              </a:ext>
            </a:extLst>
          </p:cNvPr>
          <p:cNvGrpSpPr/>
          <p:nvPr/>
        </p:nvGrpSpPr>
        <p:grpSpPr>
          <a:xfrm>
            <a:off x="685642" y="4659369"/>
            <a:ext cx="9372758" cy="615553"/>
            <a:chOff x="465723" y="4519055"/>
            <a:chExt cx="9372758" cy="615553"/>
          </a:xfrm>
        </p:grpSpPr>
        <p:sp>
          <p:nvSpPr>
            <p:cNvPr id="51" name="Text Placeholder 15">
              <a:extLst>
                <a:ext uri="{FF2B5EF4-FFF2-40B4-BE49-F238E27FC236}">
                  <a16:creationId xmlns:a16="http://schemas.microsoft.com/office/drawing/2014/main" id="{9BA673BD-0BCA-773E-A7AA-1FD63B5A6209}"/>
                </a:ext>
              </a:extLst>
            </p:cNvPr>
            <p:cNvSpPr txBox="1">
              <a:spLocks/>
            </p:cNvSpPr>
            <p:nvPr/>
          </p:nvSpPr>
          <p:spPr>
            <a:xfrm>
              <a:off x="465723" y="4519055"/>
              <a:ext cx="576000" cy="615553"/>
            </a:xfrm>
            <a:prstGeom prst="rect">
              <a:avLst/>
            </a:prstGeom>
          </p:spPr>
          <p:txBody>
            <a:bodyPr vert="horz" lIns="0" tIns="0" rIns="0" bIns="0" rtlCol="0" anchor="ctr" anchorCtr="0">
              <a:noAutofit/>
            </a:bodyPr>
            <a:lstStyle>
              <a:lvl1pPr marL="342900" indent="-342900" algn="l" defTabSz="914400" rtl="0" eaLnBrk="1" latinLnBrk="0" hangingPunct="1">
                <a:spcBef>
                  <a:spcPct val="20000"/>
                </a:spcBef>
                <a:buFont typeface="Arial" pitchFamily="34" charset="0"/>
                <a:buChar char="•"/>
                <a:defRPr kumimoji="0" lang="en-US" sz="2400" b="1" i="0" u="none" strike="noStrike" kern="1200" cap="none" spc="0" normalizeH="0" baseline="0" smtClean="0">
                  <a:ln>
                    <a:noFill/>
                  </a:ln>
                  <a:solidFill>
                    <a:prstClr val="black"/>
                  </a:solidFill>
                  <a:effectLst/>
                  <a:uLnTx/>
                  <a:uFillTx/>
                  <a:latin typeface="Aptos" panose="02110004020202020204"/>
                  <a:ea typeface="+mn-ea"/>
                  <a:cs typeface="+mn-cs"/>
                </a:defRPr>
              </a:lvl1pPr>
              <a:lvl2pPr marL="742950" indent="-28575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lang="es-ES"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Font typeface="Arial" pitchFamily="34" charset="0"/>
                <a:buNone/>
              </a:pPr>
              <a:r>
                <a:rPr lang="en-US" noProof="0">
                  <a:solidFill>
                    <a:srgbClr val="19A3FC"/>
                  </a:solidFill>
                </a:rPr>
                <a:t>05</a:t>
              </a:r>
            </a:p>
          </p:txBody>
        </p:sp>
        <p:sp>
          <p:nvSpPr>
            <p:cNvPr id="52" name="Title 12">
              <a:extLst>
                <a:ext uri="{FF2B5EF4-FFF2-40B4-BE49-F238E27FC236}">
                  <a16:creationId xmlns:a16="http://schemas.microsoft.com/office/drawing/2014/main" id="{0D9F6612-F3E3-8F68-C36E-73432DD2F33F}"/>
                </a:ext>
              </a:extLst>
            </p:cNvPr>
            <p:cNvSpPr txBox="1">
              <a:spLocks/>
            </p:cNvSpPr>
            <p:nvPr/>
          </p:nvSpPr>
          <p:spPr>
            <a:xfrm>
              <a:off x="1041723" y="4595999"/>
              <a:ext cx="8796758" cy="461665"/>
            </a:xfrm>
            <a:prstGeom prst="rect">
              <a:avLst/>
            </a:prstGeom>
            <a:noFill/>
          </p:spPr>
          <p:txBody>
            <a:bodyPr wrap="square" lIns="0">
              <a:spAutoFit/>
            </a:bodyPr>
            <a:lstStyle>
              <a:lvl1pPr algn="ctr" defTabSz="914400" rtl="0" eaLnBrk="1" latinLnBrk="0" hangingPunct="1">
                <a:spcBef>
                  <a:spcPct val="0"/>
                </a:spcBef>
                <a:buNone/>
                <a:defRPr kumimoji="0" lang="es-ES" sz="1600" b="0" i="0" u="none" strike="noStrike" kern="1200" cap="none" spc="0" normalizeH="0" baseline="0">
                  <a:ln>
                    <a:noFill/>
                  </a:ln>
                  <a:solidFill>
                    <a:prstClr val="black"/>
                  </a:solidFill>
                  <a:effectLst/>
                  <a:uLnTx/>
                  <a:uFillTx/>
                  <a:latin typeface="Aptos" panose="02110004020202020204"/>
                  <a:ea typeface="+mn-ea"/>
                  <a:cs typeface="+mn-cs"/>
                </a:defRPr>
              </a:lvl1pPr>
            </a:lstStyle>
            <a:p>
              <a:pPr algn="l">
                <a:spcBef>
                  <a:spcPts val="0"/>
                </a:spcBef>
              </a:pPr>
              <a:r>
                <a:rPr lang="en-US" sz="2400" noProof="0">
                  <a:solidFill>
                    <a:schemeClr val="bg1"/>
                  </a:solidFill>
                </a:rPr>
                <a:t>Economic Proposal</a:t>
              </a:r>
            </a:p>
          </p:txBody>
        </p:sp>
      </p:grpSp>
    </p:spTree>
    <p:extLst>
      <p:ext uri="{BB962C8B-B14F-4D97-AF65-F5344CB8AC3E}">
        <p14:creationId xmlns:p14="http://schemas.microsoft.com/office/powerpoint/2010/main" val="1567200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7BA50-44F3-2BFA-759F-4A9764749B1A}"/>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45BB06A4-180E-A068-CB76-E9E42B3169A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45BB06A4-180E-A068-CB76-E9E42B3169A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0E8C4842-EC73-EE12-64B5-794FF94EED05}"/>
              </a:ext>
            </a:extLst>
          </p:cNvPr>
          <p:cNvSpPr>
            <a:spLocks noGrp="1"/>
          </p:cNvSpPr>
          <p:nvPr>
            <p:ph type="body" sz="quarter" idx="10"/>
          </p:nvPr>
        </p:nvSpPr>
        <p:spPr>
          <a:xfrm>
            <a:off x="465722" y="1937256"/>
            <a:ext cx="1270481" cy="1154688"/>
          </a:xfrm>
          <a:prstGeom prst="rect">
            <a:avLst/>
          </a:prstGeom>
        </p:spPr>
        <p:txBody>
          <a:bodyPr vert="horz" lIns="0" tIns="0" rIns="0" bIns="0" rtlCol="0" anchor="ctr"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sz="6400" noProof="0">
                <a:solidFill>
                  <a:srgbClr val="19A3FC"/>
                </a:solidFill>
              </a:rPr>
              <a:t>01</a:t>
            </a:r>
          </a:p>
        </p:txBody>
      </p:sp>
      <p:sp>
        <p:nvSpPr>
          <p:cNvPr id="3" name="Title 12">
            <a:extLst>
              <a:ext uri="{FF2B5EF4-FFF2-40B4-BE49-F238E27FC236}">
                <a16:creationId xmlns:a16="http://schemas.microsoft.com/office/drawing/2014/main" id="{0CB4B497-BDD9-AC82-1502-6317D7943738}"/>
              </a:ext>
            </a:extLst>
          </p:cNvPr>
          <p:cNvSpPr>
            <a:spLocks noGrp="1"/>
          </p:cNvSpPr>
          <p:nvPr>
            <p:ph type="title"/>
          </p:nvPr>
        </p:nvSpPr>
        <p:spPr>
          <a:xfrm>
            <a:off x="465722" y="3006923"/>
            <a:ext cx="11446876" cy="615553"/>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sz="3400" noProof="0">
                <a:solidFill>
                  <a:schemeClr val="bg1"/>
                </a:solidFill>
              </a:rPr>
              <a:t>Context &amp; Scope</a:t>
            </a:r>
          </a:p>
        </p:txBody>
      </p:sp>
      <p:sp>
        <p:nvSpPr>
          <p:cNvPr id="29" name="Title 12">
            <a:extLst>
              <a:ext uri="{FF2B5EF4-FFF2-40B4-BE49-F238E27FC236}">
                <a16:creationId xmlns:a16="http://schemas.microsoft.com/office/drawing/2014/main" id="{EEBDD8FF-A875-093D-0454-7EB3BDEDD9D5}"/>
              </a:ext>
            </a:extLst>
          </p:cNvPr>
          <p:cNvSpPr txBox="1">
            <a:spLocks/>
          </p:cNvSpPr>
          <p:nvPr/>
        </p:nvSpPr>
        <p:spPr>
          <a:xfrm>
            <a:off x="465722" y="3692723"/>
            <a:ext cx="11446876" cy="400110"/>
          </a:xfrm>
          <a:prstGeom prst="rect">
            <a:avLst/>
          </a:prstGeom>
          <a:noFill/>
        </p:spPr>
        <p:txBody>
          <a:bodyPr wrap="square" lIns="0">
            <a:spAutoFit/>
          </a:bodyPr>
          <a:lstStyle>
            <a:lvl1pPr algn="ctr" defTabSz="914400" rtl="0" eaLnBrk="1" latinLnBrk="0" hangingPunct="1">
              <a:spcBef>
                <a:spcPct val="0"/>
              </a:spcBef>
              <a:buNone/>
              <a:defRPr kumimoji="0" lang="es-ES" sz="1600" b="0" i="0" u="none" strike="noStrike" kern="1200" cap="none" spc="0" normalizeH="0" baseline="0">
                <a:ln>
                  <a:noFill/>
                </a:ln>
                <a:solidFill>
                  <a:prstClr val="black"/>
                </a:solidFill>
                <a:effectLst/>
                <a:uLnTx/>
                <a:uFillTx/>
                <a:latin typeface="Aptos" panose="0211000402020202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ptos" panose="02110004020202020204"/>
                <a:ea typeface="+mn-ea"/>
                <a:cs typeface="+mn-cs"/>
              </a:rPr>
              <a:t>Why IT sovereignty is now a board-level priority for IAG.</a:t>
            </a:r>
          </a:p>
        </p:txBody>
      </p:sp>
    </p:spTree>
    <p:extLst>
      <p:ext uri="{BB962C8B-B14F-4D97-AF65-F5344CB8AC3E}">
        <p14:creationId xmlns:p14="http://schemas.microsoft.com/office/powerpoint/2010/main" val="692121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DB124-71DC-6781-51D1-E972799FE78B}"/>
            </a:ext>
          </a:extLst>
        </p:cNvPr>
        <p:cNvGrpSpPr/>
        <p:nvPr/>
      </p:nvGrpSpPr>
      <p:grpSpPr>
        <a:xfrm>
          <a:off x="0" y="0"/>
          <a:ext cx="0" cy="0"/>
          <a:chOff x="0" y="0"/>
          <a:chExt cx="0" cy="0"/>
        </a:xfrm>
      </p:grpSpPr>
      <p:sp>
        <p:nvSpPr>
          <p:cNvPr id="27" name="Shape 5">
            <a:extLst>
              <a:ext uri="{FF2B5EF4-FFF2-40B4-BE49-F238E27FC236}">
                <a16:creationId xmlns:a16="http://schemas.microsoft.com/office/drawing/2014/main" id="{61E0C8B0-3E49-1B50-F381-3B7B9F531848}"/>
              </a:ext>
            </a:extLst>
          </p:cNvPr>
          <p:cNvSpPr/>
          <p:nvPr/>
        </p:nvSpPr>
        <p:spPr>
          <a:xfrm>
            <a:off x="502920" y="1510864"/>
            <a:ext cx="3520440" cy="4334312"/>
          </a:xfrm>
          <a:prstGeom prst="roundRect">
            <a:avLst>
              <a:gd name="adj" fmla="val 3000"/>
            </a:avLst>
          </a:prstGeom>
          <a:solidFill>
            <a:srgbClr val="03B2DB"/>
          </a:solidFill>
          <a:ln w="9525">
            <a:noFill/>
            <a:prstDash val="solid"/>
          </a:ln>
          <a:effectLst>
            <a:outerShdw blurRad="88900" dist="38100" dir="5400000" algn="bl" rotWithShape="0">
              <a:srgbClr val="5A6B7B">
                <a:alpha val="18000"/>
              </a:srgbClr>
            </a:outerShdw>
          </a:effectLst>
        </p:spPr>
        <p:txBody>
          <a:bodyPr/>
          <a:lstStyle/>
          <a:p>
            <a:endParaRPr lang="en-US" sz="2000" noProof="0">
              <a:latin typeface="Aptos" panose="020B0004020202020204" pitchFamily="34" charset="0"/>
            </a:endParaRPr>
          </a:p>
        </p:txBody>
      </p:sp>
      <p:sp>
        <p:nvSpPr>
          <p:cNvPr id="33" name="Shape 2">
            <a:extLst>
              <a:ext uri="{FF2B5EF4-FFF2-40B4-BE49-F238E27FC236}">
                <a16:creationId xmlns:a16="http://schemas.microsoft.com/office/drawing/2014/main" id="{8D295512-0F41-4CE3-D3B3-CF171571E4BB}"/>
              </a:ext>
            </a:extLst>
          </p:cNvPr>
          <p:cNvSpPr/>
          <p:nvPr/>
        </p:nvSpPr>
        <p:spPr>
          <a:xfrm>
            <a:off x="4329255" y="1510864"/>
            <a:ext cx="3520440" cy="4334312"/>
          </a:xfrm>
          <a:prstGeom prst="roundRect">
            <a:avLst>
              <a:gd name="adj" fmla="val 3000"/>
            </a:avLst>
          </a:prstGeom>
          <a:solidFill>
            <a:srgbClr val="005B96"/>
          </a:solidFill>
          <a:ln w="9525">
            <a:noFill/>
            <a:prstDash val="solid"/>
          </a:ln>
          <a:effectLst>
            <a:outerShdw blurRad="88900" dist="38100" dir="5400000" algn="bl" rotWithShape="0">
              <a:srgbClr val="5A6B7B">
                <a:alpha val="18000"/>
              </a:srgbClr>
            </a:outerShdw>
          </a:effectLst>
        </p:spPr>
        <p:txBody>
          <a:bodyPr/>
          <a:lstStyle/>
          <a:p>
            <a:endParaRPr lang="en-US" sz="2000" noProof="0">
              <a:latin typeface="Aptos" panose="020B0004020202020204" pitchFamily="34" charset="0"/>
            </a:endParaRPr>
          </a:p>
        </p:txBody>
      </p:sp>
      <p:sp>
        <p:nvSpPr>
          <p:cNvPr id="40" name="Shape 8">
            <a:extLst>
              <a:ext uri="{FF2B5EF4-FFF2-40B4-BE49-F238E27FC236}">
                <a16:creationId xmlns:a16="http://schemas.microsoft.com/office/drawing/2014/main" id="{D94E9DF9-2BFC-7A49-3B0A-6CC9C70C048D}"/>
              </a:ext>
            </a:extLst>
          </p:cNvPr>
          <p:cNvSpPr/>
          <p:nvPr/>
        </p:nvSpPr>
        <p:spPr>
          <a:xfrm>
            <a:off x="8163972" y="1510864"/>
            <a:ext cx="3520440" cy="4334312"/>
          </a:xfrm>
          <a:prstGeom prst="roundRect">
            <a:avLst>
              <a:gd name="adj" fmla="val 3000"/>
            </a:avLst>
          </a:prstGeom>
          <a:solidFill>
            <a:srgbClr val="009AA4"/>
          </a:solidFill>
          <a:ln w="9525">
            <a:noFill/>
            <a:prstDash val="solid"/>
          </a:ln>
          <a:effectLst>
            <a:outerShdw blurRad="88900" dist="38100" dir="5400000" algn="bl" rotWithShape="0">
              <a:srgbClr val="5A6B7B">
                <a:alpha val="18000"/>
              </a:srgbClr>
            </a:outerShdw>
          </a:effectLst>
        </p:spPr>
        <p:txBody>
          <a:bodyPr/>
          <a:lstStyle/>
          <a:p>
            <a:endParaRPr lang="en-US" sz="2000" noProof="0">
              <a:latin typeface="Aptos" panose="020B0004020202020204" pitchFamily="34" charset="0"/>
            </a:endParaRPr>
          </a:p>
        </p:txBody>
      </p:sp>
      <p:sp>
        <p:nvSpPr>
          <p:cNvPr id="35" name="Text 3">
            <a:extLst>
              <a:ext uri="{FF2B5EF4-FFF2-40B4-BE49-F238E27FC236}">
                <a16:creationId xmlns:a16="http://schemas.microsoft.com/office/drawing/2014/main" id="{46B585DF-0C93-76DE-1AD8-1ABCC74C628C}"/>
              </a:ext>
            </a:extLst>
          </p:cNvPr>
          <p:cNvSpPr/>
          <p:nvPr/>
        </p:nvSpPr>
        <p:spPr>
          <a:xfrm>
            <a:off x="788670" y="1714698"/>
            <a:ext cx="3051810" cy="589590"/>
          </a:xfrm>
          <a:prstGeom prst="rect">
            <a:avLst/>
          </a:prstGeom>
          <a:noFill/>
          <a:ln/>
        </p:spPr>
        <p:txBody>
          <a:bodyPr wrap="square" rtlCol="0" anchor="ctr"/>
          <a:lstStyle/>
          <a:p>
            <a:pPr marL="0" indent="0">
              <a:buNone/>
            </a:pPr>
            <a:r>
              <a:rPr lang="en-US" b="1" noProof="0">
                <a:solidFill>
                  <a:schemeClr val="bg1"/>
                </a:solidFill>
                <a:latin typeface="Aptos" panose="020B0004020202020204" pitchFamily="34" charset="0"/>
                <a:ea typeface="Arial" pitchFamily="34" charset="-122"/>
                <a:cs typeface="Arial" pitchFamily="34" charset="-120"/>
              </a:rPr>
              <a:t>Regulatory pressure</a:t>
            </a:r>
            <a:endParaRPr lang="en-US" noProof="0">
              <a:solidFill>
                <a:schemeClr val="bg1"/>
              </a:solidFill>
              <a:latin typeface="Aptos" panose="020B0004020202020204" pitchFamily="34" charset="0"/>
            </a:endParaRPr>
          </a:p>
        </p:txBody>
      </p:sp>
      <p:sp>
        <p:nvSpPr>
          <p:cNvPr id="36" name="Text 4">
            <a:extLst>
              <a:ext uri="{FF2B5EF4-FFF2-40B4-BE49-F238E27FC236}">
                <a16:creationId xmlns:a16="http://schemas.microsoft.com/office/drawing/2014/main" id="{2165D052-A8E3-76F8-55EA-4F873AA470D8}"/>
              </a:ext>
            </a:extLst>
          </p:cNvPr>
          <p:cNvSpPr/>
          <p:nvPr/>
        </p:nvSpPr>
        <p:spPr>
          <a:xfrm>
            <a:off x="685800" y="2674545"/>
            <a:ext cx="3154680" cy="1188720"/>
          </a:xfrm>
          <a:prstGeom prst="rect">
            <a:avLst/>
          </a:prstGeom>
          <a:noFill/>
          <a:ln/>
        </p:spPr>
        <p:txBody>
          <a:bodyPr wrap="square" rtlCol="0" anchor="t"/>
          <a:lstStyle/>
          <a:p>
            <a:pPr marL="0" indent="0">
              <a:lnSpc>
                <a:spcPct val="105000"/>
              </a:lnSpc>
              <a:buNone/>
            </a:pPr>
            <a:r>
              <a:rPr lang="en-US" sz="1200" b="1" noProof="0">
                <a:solidFill>
                  <a:schemeClr val="bg1"/>
                </a:solidFill>
                <a:latin typeface="Aptos" panose="020B0004020202020204" pitchFamily="34" charset="0"/>
                <a:ea typeface="Arial" pitchFamily="34" charset="-122"/>
                <a:cs typeface="Arial" pitchFamily="34" charset="-120"/>
              </a:rPr>
              <a:t>New European and extraterritorial regulations are redefining how </a:t>
            </a:r>
            <a:r>
              <a:rPr lang="en-US" sz="1200" b="1" noProof="0" err="1">
                <a:solidFill>
                  <a:schemeClr val="bg1"/>
                </a:solidFill>
                <a:latin typeface="Aptos" panose="020B0004020202020204" pitchFamily="34" charset="0"/>
                <a:ea typeface="Arial" pitchFamily="34" charset="-122"/>
                <a:cs typeface="Arial" pitchFamily="34" charset="-120"/>
              </a:rPr>
              <a:t>organisations</a:t>
            </a:r>
            <a:r>
              <a:rPr lang="en-US" sz="1200" b="1" noProof="0">
                <a:solidFill>
                  <a:schemeClr val="bg1"/>
                </a:solidFill>
                <a:latin typeface="Aptos" panose="020B0004020202020204" pitchFamily="34" charset="0"/>
                <a:ea typeface="Arial" pitchFamily="34" charset="-122"/>
                <a:cs typeface="Arial" pitchFamily="34" charset="-120"/>
              </a:rPr>
              <a:t> govern data, cloud services, AI and critical ICT.</a:t>
            </a:r>
          </a:p>
        </p:txBody>
      </p:sp>
      <p:sp>
        <p:nvSpPr>
          <p:cNvPr id="38" name="Text 6">
            <a:extLst>
              <a:ext uri="{FF2B5EF4-FFF2-40B4-BE49-F238E27FC236}">
                <a16:creationId xmlns:a16="http://schemas.microsoft.com/office/drawing/2014/main" id="{C30FC1D4-B095-8380-B5E4-5D92D74E3F3A}"/>
              </a:ext>
            </a:extLst>
          </p:cNvPr>
          <p:cNvSpPr/>
          <p:nvPr/>
        </p:nvSpPr>
        <p:spPr>
          <a:xfrm>
            <a:off x="4720209" y="1841698"/>
            <a:ext cx="2385761" cy="356235"/>
          </a:xfrm>
          <a:prstGeom prst="rect">
            <a:avLst/>
          </a:prstGeom>
          <a:noFill/>
          <a:ln/>
        </p:spPr>
        <p:txBody>
          <a:bodyPr wrap="square" rtlCol="0" anchor="ctr"/>
          <a:lstStyle/>
          <a:p>
            <a:pPr marL="0" indent="0">
              <a:buNone/>
            </a:pPr>
            <a:r>
              <a:rPr lang="en-US" b="1" noProof="0">
                <a:solidFill>
                  <a:schemeClr val="bg1"/>
                </a:solidFill>
                <a:latin typeface="Aptos" panose="020B0004020202020204" pitchFamily="34" charset="0"/>
                <a:ea typeface="Arial" pitchFamily="34" charset="-122"/>
                <a:cs typeface="Arial" pitchFamily="34" charset="-120"/>
              </a:rPr>
              <a:t>Geopolitical </a:t>
            </a:r>
            <a:r>
              <a:rPr lang="en-US" b="1" noProof="0" err="1">
                <a:solidFill>
                  <a:schemeClr val="bg1"/>
                </a:solidFill>
                <a:latin typeface="Aptos" panose="020B0004020202020204" pitchFamily="34" charset="0"/>
                <a:ea typeface="Arial" pitchFamily="34" charset="-122"/>
                <a:cs typeface="Arial" pitchFamily="34" charset="-120"/>
              </a:rPr>
              <a:t>lansdcape</a:t>
            </a:r>
            <a:endParaRPr lang="en-US" noProof="0">
              <a:solidFill>
                <a:schemeClr val="bg1"/>
              </a:solidFill>
              <a:latin typeface="Aptos" panose="020B0004020202020204" pitchFamily="34" charset="0"/>
            </a:endParaRPr>
          </a:p>
        </p:txBody>
      </p:sp>
      <p:sp>
        <p:nvSpPr>
          <p:cNvPr id="41" name="Text 9">
            <a:extLst>
              <a:ext uri="{FF2B5EF4-FFF2-40B4-BE49-F238E27FC236}">
                <a16:creationId xmlns:a16="http://schemas.microsoft.com/office/drawing/2014/main" id="{DAE1E77E-6D86-B640-1C88-24259C057667}"/>
              </a:ext>
            </a:extLst>
          </p:cNvPr>
          <p:cNvSpPr/>
          <p:nvPr/>
        </p:nvSpPr>
        <p:spPr>
          <a:xfrm>
            <a:off x="8572785" y="1832173"/>
            <a:ext cx="2349614" cy="365760"/>
          </a:xfrm>
          <a:prstGeom prst="rect">
            <a:avLst/>
          </a:prstGeom>
          <a:noFill/>
          <a:ln/>
        </p:spPr>
        <p:txBody>
          <a:bodyPr wrap="square" rtlCol="0" anchor="ctr"/>
          <a:lstStyle/>
          <a:p>
            <a:pPr marL="0" indent="0">
              <a:buNone/>
            </a:pPr>
            <a:r>
              <a:rPr lang="en-US" b="1" noProof="0">
                <a:solidFill>
                  <a:schemeClr val="bg1"/>
                </a:solidFill>
                <a:latin typeface="Aptos" panose="020B0004020202020204" pitchFamily="34" charset="0"/>
                <a:ea typeface="Arial" pitchFamily="34" charset="-122"/>
                <a:cs typeface="Arial" pitchFamily="34" charset="-120"/>
              </a:rPr>
              <a:t>Reputation &amp; Business resilience</a:t>
            </a:r>
            <a:endParaRPr lang="en-US" noProof="0">
              <a:solidFill>
                <a:schemeClr val="bg1"/>
              </a:solidFill>
              <a:latin typeface="Aptos" panose="020B0004020202020204" pitchFamily="34" charset="0"/>
            </a:endParaRPr>
          </a:p>
        </p:txBody>
      </p:sp>
      <p:sp>
        <p:nvSpPr>
          <p:cNvPr id="9" name="Text 3">
            <a:extLst>
              <a:ext uri="{FF2B5EF4-FFF2-40B4-BE49-F238E27FC236}">
                <a16:creationId xmlns:a16="http://schemas.microsoft.com/office/drawing/2014/main" id="{3674DDC9-021E-51C2-D84F-A88BD922D0A6}"/>
              </a:ext>
            </a:extLst>
          </p:cNvPr>
          <p:cNvSpPr/>
          <p:nvPr/>
        </p:nvSpPr>
        <p:spPr>
          <a:xfrm>
            <a:off x="333939" y="1807527"/>
            <a:ext cx="285750" cy="365760"/>
          </a:xfrm>
          <a:prstGeom prst="rect">
            <a:avLst/>
          </a:prstGeom>
          <a:noFill/>
          <a:ln/>
        </p:spPr>
        <p:txBody>
          <a:bodyPr wrap="square" rtlCol="0" anchor="ctr"/>
          <a:lstStyle/>
          <a:p>
            <a:pPr marL="0" indent="0">
              <a:buNone/>
            </a:pPr>
            <a:r>
              <a:rPr lang="en-US" sz="7200" b="1" noProof="0">
                <a:solidFill>
                  <a:schemeClr val="bg1"/>
                </a:solidFill>
                <a:latin typeface="Aptos" panose="020B0004020202020204" pitchFamily="34" charset="0"/>
                <a:ea typeface="Arial" pitchFamily="34" charset="-122"/>
                <a:cs typeface="Arial" pitchFamily="34" charset="-120"/>
              </a:rPr>
              <a:t>1</a:t>
            </a:r>
            <a:endParaRPr lang="en-US" sz="7200" noProof="0">
              <a:solidFill>
                <a:schemeClr val="bg1"/>
              </a:solidFill>
              <a:latin typeface="Aptos" panose="020B0004020202020204" pitchFamily="34" charset="0"/>
            </a:endParaRPr>
          </a:p>
        </p:txBody>
      </p:sp>
      <p:sp>
        <p:nvSpPr>
          <p:cNvPr id="10" name="Text 3">
            <a:extLst>
              <a:ext uri="{FF2B5EF4-FFF2-40B4-BE49-F238E27FC236}">
                <a16:creationId xmlns:a16="http://schemas.microsoft.com/office/drawing/2014/main" id="{D1F107F4-FBFC-1765-2A50-16F431BD34D0}"/>
              </a:ext>
            </a:extLst>
          </p:cNvPr>
          <p:cNvSpPr/>
          <p:nvPr/>
        </p:nvSpPr>
        <p:spPr>
          <a:xfrm>
            <a:off x="4165473" y="1807527"/>
            <a:ext cx="285750" cy="365760"/>
          </a:xfrm>
          <a:prstGeom prst="rect">
            <a:avLst/>
          </a:prstGeom>
          <a:noFill/>
          <a:ln/>
        </p:spPr>
        <p:txBody>
          <a:bodyPr wrap="square" rtlCol="0" anchor="ctr"/>
          <a:lstStyle/>
          <a:p>
            <a:pPr marL="0" indent="0">
              <a:buNone/>
            </a:pPr>
            <a:r>
              <a:rPr lang="en-US" sz="7200" b="1" noProof="0">
                <a:solidFill>
                  <a:schemeClr val="bg1"/>
                </a:solidFill>
                <a:latin typeface="Aptos" panose="020B0004020202020204" pitchFamily="34" charset="0"/>
                <a:ea typeface="Arial" pitchFamily="34" charset="-122"/>
                <a:cs typeface="Arial" pitchFamily="34" charset="-120"/>
              </a:rPr>
              <a:t>2</a:t>
            </a:r>
            <a:endParaRPr lang="en-US" sz="7200" noProof="0">
              <a:solidFill>
                <a:schemeClr val="bg1"/>
              </a:solidFill>
              <a:latin typeface="Aptos" panose="020B0004020202020204" pitchFamily="34" charset="0"/>
            </a:endParaRPr>
          </a:p>
        </p:txBody>
      </p:sp>
      <p:sp>
        <p:nvSpPr>
          <p:cNvPr id="11" name="Text 3">
            <a:extLst>
              <a:ext uri="{FF2B5EF4-FFF2-40B4-BE49-F238E27FC236}">
                <a16:creationId xmlns:a16="http://schemas.microsoft.com/office/drawing/2014/main" id="{E1285A9F-EE69-FA82-2924-A75DFC039156}"/>
              </a:ext>
            </a:extLst>
          </p:cNvPr>
          <p:cNvSpPr/>
          <p:nvPr/>
        </p:nvSpPr>
        <p:spPr>
          <a:xfrm>
            <a:off x="8000190" y="1807527"/>
            <a:ext cx="285750" cy="365760"/>
          </a:xfrm>
          <a:prstGeom prst="rect">
            <a:avLst/>
          </a:prstGeom>
          <a:noFill/>
          <a:ln/>
        </p:spPr>
        <p:txBody>
          <a:bodyPr wrap="square" rtlCol="0" anchor="ctr"/>
          <a:lstStyle/>
          <a:p>
            <a:pPr marL="0" indent="0">
              <a:buNone/>
            </a:pPr>
            <a:r>
              <a:rPr lang="en-US" sz="7200" b="1" noProof="0">
                <a:solidFill>
                  <a:schemeClr val="bg1"/>
                </a:solidFill>
                <a:latin typeface="Aptos" panose="020B0004020202020204" pitchFamily="34" charset="0"/>
                <a:ea typeface="Arial" pitchFamily="34" charset="-122"/>
                <a:cs typeface="Arial" pitchFamily="34" charset="-120"/>
              </a:rPr>
              <a:t>3</a:t>
            </a:r>
            <a:endParaRPr lang="en-US" sz="7200" noProof="0">
              <a:solidFill>
                <a:schemeClr val="bg1"/>
              </a:solidFill>
              <a:latin typeface="Aptos" panose="020B0004020202020204" pitchFamily="34" charset="0"/>
            </a:endParaRPr>
          </a:p>
        </p:txBody>
      </p:sp>
      <p:sp>
        <p:nvSpPr>
          <p:cNvPr id="12" name="Text 4">
            <a:extLst>
              <a:ext uri="{FF2B5EF4-FFF2-40B4-BE49-F238E27FC236}">
                <a16:creationId xmlns:a16="http://schemas.microsoft.com/office/drawing/2014/main" id="{0834A9A1-7B8D-C85B-52E3-8F67A000AD78}"/>
              </a:ext>
            </a:extLst>
          </p:cNvPr>
          <p:cNvSpPr/>
          <p:nvPr/>
        </p:nvSpPr>
        <p:spPr>
          <a:xfrm>
            <a:off x="708660" y="3848805"/>
            <a:ext cx="1533797" cy="521369"/>
          </a:xfrm>
          <a:prstGeom prst="rect">
            <a:avLst/>
          </a:prstGeom>
          <a:solidFill>
            <a:srgbClr val="03C2EF"/>
          </a:solidFill>
          <a:ln/>
        </p:spPr>
        <p:txBody>
          <a:bodyPr wrap="square" tIns="36000" bIns="36000" rtlCol="0" anchor="ctr"/>
          <a:lstStyle/>
          <a:p>
            <a:pPr marL="0" indent="0" algn="ctr">
              <a:buNone/>
            </a:pPr>
            <a:r>
              <a:rPr lang="en-US" sz="1200" b="1" noProof="0">
                <a:solidFill>
                  <a:schemeClr val="bg1"/>
                </a:solidFill>
                <a:latin typeface="Aptos" panose="020B0004020202020204" pitchFamily="34" charset="0"/>
                <a:ea typeface="Arial" pitchFamily="34" charset="-122"/>
                <a:cs typeface="Arial" pitchFamily="34" charset="-120"/>
              </a:rPr>
              <a:t>US extraterritorial law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prstClr val="white"/>
                </a:solidFill>
                <a:effectLst/>
                <a:uLnTx/>
                <a:uFillTx/>
                <a:latin typeface="Aptos" panose="020B0004020202020204" pitchFamily="34" charset="0"/>
                <a:ea typeface="Arial" pitchFamily="34" charset="-122"/>
                <a:cs typeface="Arial" pitchFamily="34" charset="-120"/>
              </a:rPr>
              <a:t>CLOUD Act · FISA 702</a:t>
            </a:r>
          </a:p>
        </p:txBody>
      </p:sp>
      <p:sp>
        <p:nvSpPr>
          <p:cNvPr id="14" name="Text 9">
            <a:extLst>
              <a:ext uri="{FF2B5EF4-FFF2-40B4-BE49-F238E27FC236}">
                <a16:creationId xmlns:a16="http://schemas.microsoft.com/office/drawing/2014/main" id="{EC6FF085-841E-8C91-77FB-DE98238A95A1}"/>
              </a:ext>
            </a:extLst>
          </p:cNvPr>
          <p:cNvSpPr/>
          <p:nvPr/>
        </p:nvSpPr>
        <p:spPr>
          <a:xfrm>
            <a:off x="708660" y="4464153"/>
            <a:ext cx="1533797" cy="521369"/>
          </a:xfrm>
          <a:prstGeom prst="rect">
            <a:avLst/>
          </a:prstGeom>
          <a:solidFill>
            <a:srgbClr val="03C2EF"/>
          </a:solidFill>
          <a:ln/>
        </p:spPr>
        <p:txBody>
          <a:bodyPr wrap="square" t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a:solidFill>
                  <a:schemeClr val="bg1"/>
                </a:solidFill>
                <a:latin typeface="Aptos" panose="020B0004020202020204" pitchFamily="34" charset="0"/>
                <a:ea typeface="Arial" pitchFamily="34" charset="-122"/>
                <a:cs typeface="Arial" pitchFamily="34" charset="-120"/>
              </a:rPr>
              <a:t>GDPR / UK GDPR</a:t>
            </a:r>
            <a:br>
              <a:rPr lang="en-US" sz="1200" b="1" noProof="0">
                <a:solidFill>
                  <a:schemeClr val="bg1"/>
                </a:solidFill>
                <a:latin typeface="Aptos" panose="020B0004020202020204" pitchFamily="34" charset="0"/>
                <a:ea typeface="Arial" pitchFamily="34" charset="-122"/>
                <a:cs typeface="Arial" pitchFamily="34" charset="-120"/>
              </a:rPr>
            </a:br>
            <a:r>
              <a:rPr kumimoji="0" lang="en-US" sz="1050" b="0" i="1" u="none" strike="noStrike" kern="1200" cap="none" spc="0" normalizeH="0" baseline="0" noProof="0">
                <a:ln>
                  <a:noFill/>
                </a:ln>
                <a:solidFill>
                  <a:prstClr val="white"/>
                </a:solidFill>
                <a:effectLst/>
                <a:uLnTx/>
                <a:uFillTx/>
                <a:latin typeface="Aptos" panose="020B0004020202020204" pitchFamily="34" charset="0"/>
                <a:ea typeface="Arial" pitchFamily="34" charset="-122"/>
                <a:cs typeface="Arial" pitchFamily="34" charset="-120"/>
              </a:rPr>
              <a:t>Data protection &amp; transfers</a:t>
            </a:r>
            <a:endParaRPr lang="en-US" sz="1200" noProof="0">
              <a:solidFill>
                <a:schemeClr val="bg1"/>
              </a:solidFill>
              <a:latin typeface="Aptos" panose="020B0004020202020204" pitchFamily="34" charset="0"/>
            </a:endParaRPr>
          </a:p>
        </p:txBody>
      </p:sp>
      <p:sp>
        <p:nvSpPr>
          <p:cNvPr id="16" name="Shape 13">
            <a:extLst>
              <a:ext uri="{FF2B5EF4-FFF2-40B4-BE49-F238E27FC236}">
                <a16:creationId xmlns:a16="http://schemas.microsoft.com/office/drawing/2014/main" id="{90550719-F3F8-EAAF-7449-4733CFF4DE87}"/>
              </a:ext>
            </a:extLst>
          </p:cNvPr>
          <p:cNvSpPr/>
          <p:nvPr/>
        </p:nvSpPr>
        <p:spPr>
          <a:xfrm>
            <a:off x="708660" y="5079502"/>
            <a:ext cx="1533797" cy="521369"/>
          </a:xfrm>
          <a:prstGeom prst="roundRect">
            <a:avLst>
              <a:gd name="adj" fmla="val 0"/>
            </a:avLst>
          </a:prstGeom>
          <a:solidFill>
            <a:srgbClr val="03C2EF"/>
          </a:solidFill>
          <a:ln/>
        </p:spPr>
        <p:txBody>
          <a:bodyPr wrap="square" tIns="36000" bIns="36000"/>
          <a:lstStyle/>
          <a:p>
            <a:pPr algn="ctr"/>
            <a:r>
              <a:rPr kumimoji="0" lang="en-US" sz="1200" b="1" i="0" u="none" strike="noStrike" kern="1200" cap="none" spc="0" normalizeH="0" baseline="0" noProof="0">
                <a:ln>
                  <a:noFill/>
                </a:ln>
                <a:solidFill>
                  <a:srgbClr val="FFFFFF"/>
                </a:solidFill>
                <a:effectLst/>
                <a:uLnTx/>
                <a:uFillTx/>
                <a:latin typeface="Aptos" panose="020B0004020202020204" pitchFamily="34" charset="0"/>
                <a:ea typeface="Arial" pitchFamily="34" charset="-122"/>
                <a:cs typeface="Arial" pitchFamily="34" charset="-120"/>
              </a:rPr>
              <a:t>NIS2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prstClr val="white"/>
                </a:solidFill>
                <a:effectLst/>
                <a:uLnTx/>
                <a:uFillTx/>
                <a:latin typeface="Aptos" panose="020B0004020202020204" pitchFamily="34" charset="0"/>
                <a:ea typeface="Arial" pitchFamily="34" charset="-122"/>
                <a:cs typeface="Arial" pitchFamily="34" charset="-120"/>
              </a:rPr>
              <a:t>Cyber resilience · air transport</a:t>
            </a:r>
            <a:endParaRPr kumimoji="0" lang="en-US" sz="105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8" name="Text 19">
            <a:extLst>
              <a:ext uri="{FF2B5EF4-FFF2-40B4-BE49-F238E27FC236}">
                <a16:creationId xmlns:a16="http://schemas.microsoft.com/office/drawing/2014/main" id="{770EF6A6-7B9C-F79F-350E-FCB177C12856}"/>
              </a:ext>
            </a:extLst>
          </p:cNvPr>
          <p:cNvSpPr/>
          <p:nvPr/>
        </p:nvSpPr>
        <p:spPr>
          <a:xfrm>
            <a:off x="2306683" y="3848804"/>
            <a:ext cx="1533797" cy="521369"/>
          </a:xfrm>
          <a:prstGeom prst="rect">
            <a:avLst/>
          </a:prstGeom>
          <a:solidFill>
            <a:srgbClr val="03C2EF"/>
          </a:solidFill>
          <a:ln/>
        </p:spPr>
        <p:txBody>
          <a:bodyPr wrap="square" tIns="36000" bIns="36000" rtlCol="0" anchor="ctr"/>
          <a:lstStyle/>
          <a:p>
            <a:pPr marL="0" indent="0" algn="ctr">
              <a:buNone/>
            </a:pPr>
            <a:r>
              <a:rPr lang="en-US" sz="1100" b="1" noProof="0">
                <a:solidFill>
                  <a:schemeClr val="bg1"/>
                </a:solidFill>
                <a:latin typeface="Aptos" panose="020B0004020202020204" pitchFamily="34" charset="0"/>
                <a:ea typeface="Arial" pitchFamily="34" charset="-122"/>
                <a:cs typeface="Arial" pitchFamily="34" charset="-120"/>
              </a:rPr>
              <a:t>EU AI Act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prstClr val="white"/>
                </a:solidFill>
                <a:effectLst/>
                <a:uLnTx/>
                <a:uFillTx/>
                <a:latin typeface="Aptos" panose="020B0004020202020204" pitchFamily="34" charset="0"/>
                <a:ea typeface="Arial" pitchFamily="34" charset="-122"/>
                <a:cs typeface="Arial" pitchFamily="34" charset="-120"/>
              </a:rPr>
              <a:t>High-risk AI · in force</a:t>
            </a:r>
            <a:endParaRPr kumimoji="0" lang="en-US"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0" name="Text 24">
            <a:extLst>
              <a:ext uri="{FF2B5EF4-FFF2-40B4-BE49-F238E27FC236}">
                <a16:creationId xmlns:a16="http://schemas.microsoft.com/office/drawing/2014/main" id="{5BD64E6B-B793-DDD3-B6B9-36392A73A5BF}"/>
              </a:ext>
            </a:extLst>
          </p:cNvPr>
          <p:cNvSpPr/>
          <p:nvPr/>
        </p:nvSpPr>
        <p:spPr>
          <a:xfrm>
            <a:off x="2306683" y="4464153"/>
            <a:ext cx="1533797" cy="521369"/>
          </a:xfrm>
          <a:prstGeom prst="rect">
            <a:avLst/>
          </a:prstGeom>
          <a:solidFill>
            <a:srgbClr val="03C2EF"/>
          </a:solidFill>
          <a:ln/>
        </p:spPr>
        <p:txBody>
          <a:bodyPr wrap="square" t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chemeClr val="bg1"/>
                </a:solidFill>
                <a:latin typeface="Aptos" panose="020B0004020202020204" pitchFamily="34" charset="0"/>
                <a:ea typeface="Arial" pitchFamily="34" charset="-122"/>
                <a:cs typeface="Arial" pitchFamily="34" charset="-120"/>
              </a:rPr>
              <a:t>DORA</a:t>
            </a:r>
            <a:br>
              <a:rPr lang="en-US" sz="1100" b="1" noProof="0">
                <a:solidFill>
                  <a:schemeClr val="bg1"/>
                </a:solidFill>
                <a:latin typeface="Aptos" panose="020B0004020202020204" pitchFamily="34" charset="0"/>
                <a:ea typeface="Arial" pitchFamily="34" charset="-122"/>
                <a:cs typeface="Arial" pitchFamily="34" charset="-120"/>
              </a:rPr>
            </a:br>
            <a:r>
              <a:rPr kumimoji="0" lang="en-US" sz="1000" b="0" i="1" u="none" strike="noStrike" kern="1200" cap="none" spc="0" normalizeH="0" baseline="0" noProof="0">
                <a:ln>
                  <a:noFill/>
                </a:ln>
                <a:solidFill>
                  <a:prstClr val="white"/>
                </a:solidFill>
                <a:effectLst/>
                <a:uLnTx/>
                <a:uFillTx/>
                <a:latin typeface="Aptos" panose="020B0004020202020204" pitchFamily="34" charset="0"/>
                <a:ea typeface="Arial" pitchFamily="34" charset="-122"/>
                <a:cs typeface="Arial" pitchFamily="34" charset="-120"/>
              </a:rPr>
              <a:t>Operational resilience</a:t>
            </a:r>
            <a:endParaRPr kumimoji="0" lang="en-US"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2" name="Text 29">
            <a:extLst>
              <a:ext uri="{FF2B5EF4-FFF2-40B4-BE49-F238E27FC236}">
                <a16:creationId xmlns:a16="http://schemas.microsoft.com/office/drawing/2014/main" id="{B5BBAD43-A2F2-FDD5-9C3A-C6C009B42CA8}"/>
              </a:ext>
            </a:extLst>
          </p:cNvPr>
          <p:cNvSpPr/>
          <p:nvPr/>
        </p:nvSpPr>
        <p:spPr>
          <a:xfrm>
            <a:off x="2306683" y="5079502"/>
            <a:ext cx="1533797" cy="521369"/>
          </a:xfrm>
          <a:prstGeom prst="rect">
            <a:avLst/>
          </a:prstGeom>
          <a:solidFill>
            <a:srgbClr val="03C2EF"/>
          </a:solidFill>
          <a:ln/>
        </p:spPr>
        <p:txBody>
          <a:bodyPr wrap="square" tIns="36000" bIns="36000" rtlCol="0" anchor="ctr"/>
          <a:lstStyle/>
          <a:p>
            <a:pPr algn="ctr"/>
            <a:r>
              <a:rPr lang="en-US" sz="1100" b="1" noProof="0">
                <a:solidFill>
                  <a:schemeClr val="bg1"/>
                </a:solidFill>
                <a:latin typeface="Aptos" panose="020B0004020202020204" pitchFamily="34" charset="0"/>
                <a:ea typeface="Arial" pitchFamily="34" charset="-122"/>
                <a:cs typeface="Arial" pitchFamily="34" charset="-120"/>
              </a:rPr>
              <a:t>EUCS &amp; SEAL</a:t>
            </a:r>
            <a:br>
              <a:rPr lang="en-US" sz="1100" b="1" noProof="0">
                <a:solidFill>
                  <a:schemeClr val="bg1"/>
                </a:solidFill>
                <a:latin typeface="Aptos" panose="020B0004020202020204" pitchFamily="34" charset="0"/>
                <a:ea typeface="Arial" pitchFamily="34" charset="-122"/>
                <a:cs typeface="Arial" pitchFamily="34" charset="-120"/>
              </a:rPr>
            </a:br>
            <a:r>
              <a:rPr lang="en-US" sz="1100" i="1" noProof="0">
                <a:solidFill>
                  <a:schemeClr val="bg1"/>
                </a:solidFill>
                <a:latin typeface="Aptos" panose="020B0004020202020204" pitchFamily="34" charset="0"/>
                <a:ea typeface="Arial" pitchFamily="34" charset="-122"/>
                <a:cs typeface="Arial" pitchFamily="34" charset="-120"/>
              </a:rPr>
              <a:t>EU cloud certification &amp; sovereignty</a:t>
            </a:r>
            <a:endParaRPr lang="en-US" sz="1100" noProof="0">
              <a:solidFill>
                <a:schemeClr val="bg1"/>
              </a:solidFill>
              <a:latin typeface="Aptos" panose="020B0004020202020204" pitchFamily="34" charset="0"/>
            </a:endParaRPr>
          </a:p>
        </p:txBody>
      </p:sp>
      <p:pic>
        <p:nvPicPr>
          <p:cNvPr id="24" name="Gráfico 81" descr="Martillo de juez con relleno sólido">
            <a:extLst>
              <a:ext uri="{FF2B5EF4-FFF2-40B4-BE49-F238E27FC236}">
                <a16:creationId xmlns:a16="http://schemas.microsoft.com/office/drawing/2014/main" id="{F1F5B4C4-F4E1-DD69-D9FA-4AA8A240BD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3569" y="1510863"/>
            <a:ext cx="877242" cy="877242"/>
          </a:xfrm>
          <a:prstGeom prst="rect">
            <a:avLst/>
          </a:prstGeom>
        </p:spPr>
      </p:pic>
      <p:pic>
        <p:nvPicPr>
          <p:cNvPr id="26" name="Imagen 25">
            <a:extLst>
              <a:ext uri="{FF2B5EF4-FFF2-40B4-BE49-F238E27FC236}">
                <a16:creationId xmlns:a16="http://schemas.microsoft.com/office/drawing/2014/main" id="{3B41717F-9F41-E5D1-129D-5D56FA6B9A22}"/>
              </a:ext>
            </a:extLst>
          </p:cNvPr>
          <p:cNvPicPr>
            <a:picLocks noChangeAspect="1"/>
          </p:cNvPicPr>
          <p:nvPr/>
        </p:nvPicPr>
        <p:blipFill>
          <a:blip r:embed="rId4">
            <a:clrChange>
              <a:clrFrom>
                <a:srgbClr val="F7F7F7"/>
              </a:clrFrom>
              <a:clrTo>
                <a:srgbClr val="F7F7F7">
                  <a:alpha val="0"/>
                </a:srgbClr>
              </a:clrTo>
            </a:clrChange>
            <a:duotone>
              <a:srgbClr val="5B9BD5">
                <a:shade val="45000"/>
                <a:satMod val="135000"/>
              </a:srgbClr>
              <a:prstClr val="white"/>
            </a:duotone>
            <a:extLst>
              <a:ext uri="{BEBA8EAE-BF5A-486C-A8C5-ECC9F3942E4B}">
                <a14:imgProps xmlns:a14="http://schemas.microsoft.com/office/drawing/2010/main">
                  <a14:imgLayer r:embed="rId5">
                    <a14:imgEffect>
                      <a14:backgroundRemoval t="9824" b="89673" l="5301" r="94458">
                        <a14:foregroundMark x1="59277" y1="46851" x2="59277" y2="46851"/>
                        <a14:foregroundMark x1="20241" y1="54408" x2="20241" y2="54408"/>
                        <a14:foregroundMark x1="17590" y1="63224" x2="17590" y2="63224"/>
                        <a14:foregroundMark x1="17349" y1="71537" x2="17349" y2="71537"/>
                        <a14:foregroundMark x1="17349" y1="87154" x2="17349" y2="87154"/>
                        <a14:foregroundMark x1="5542" y1="86146" x2="5542" y2="86146"/>
                        <a14:foregroundMark x1="20000" y1="23678" x2="20000" y2="23678"/>
                        <a14:foregroundMark x1="89880" y1="53149" x2="89880" y2="53149"/>
                        <a14:foregroundMark x1="85783" y1="62720" x2="85783" y2="62720"/>
                        <a14:foregroundMark x1="83855" y1="71537" x2="83855" y2="71537"/>
                        <a14:foregroundMark x1="82651" y1="88413" x2="82651" y2="88413"/>
                        <a14:foregroundMark x1="94458" y1="86398" x2="94458" y2="86398"/>
                      </a14:backgroundRemoval>
                    </a14:imgEffect>
                  </a14:imgLayer>
                </a14:imgProps>
              </a:ext>
            </a:extLst>
          </a:blip>
          <a:stretch>
            <a:fillRect/>
          </a:stretch>
        </p:blipFill>
        <p:spPr>
          <a:xfrm>
            <a:off x="6868887" y="1540745"/>
            <a:ext cx="919020" cy="879159"/>
          </a:xfrm>
          <a:prstGeom prst="rect">
            <a:avLst/>
          </a:prstGeom>
        </p:spPr>
      </p:pic>
      <p:sp>
        <p:nvSpPr>
          <p:cNvPr id="31" name="Text 4">
            <a:extLst>
              <a:ext uri="{FF2B5EF4-FFF2-40B4-BE49-F238E27FC236}">
                <a16:creationId xmlns:a16="http://schemas.microsoft.com/office/drawing/2014/main" id="{F906D025-1B72-9E64-E27C-45B671EE5FF6}"/>
              </a:ext>
            </a:extLst>
          </p:cNvPr>
          <p:cNvSpPr/>
          <p:nvPr/>
        </p:nvSpPr>
        <p:spPr>
          <a:xfrm>
            <a:off x="4579239" y="3848805"/>
            <a:ext cx="3025139" cy="260205"/>
          </a:xfrm>
          <a:prstGeom prst="rect">
            <a:avLst/>
          </a:prstGeom>
          <a:solidFill>
            <a:srgbClr val="2E6CA4"/>
          </a:solidFill>
          <a:ln/>
        </p:spPr>
        <p:txBody>
          <a:bodyPr wrap="square" tIns="36000" bIns="36000" rtlCol="0" anchor="ctr"/>
          <a:lstStyle/>
          <a:p>
            <a:pPr lvl="0" algn="ctr">
              <a:defRPr/>
            </a:pPr>
            <a:r>
              <a:rPr lang="en-US" sz="1200" b="1" noProof="0">
                <a:solidFill>
                  <a:schemeClr val="bg1"/>
                </a:solidFill>
                <a:latin typeface="Aptos" panose="020B0004020202020204" pitchFamily="34" charset="0"/>
                <a:ea typeface="Arial" pitchFamily="34" charset="-122"/>
                <a:cs typeface="Arial" pitchFamily="34" charset="-120"/>
              </a:rPr>
              <a:t>Concentration on non-EU hyperscalers</a:t>
            </a:r>
          </a:p>
        </p:txBody>
      </p:sp>
      <p:sp>
        <p:nvSpPr>
          <p:cNvPr id="32" name="Text 9">
            <a:extLst>
              <a:ext uri="{FF2B5EF4-FFF2-40B4-BE49-F238E27FC236}">
                <a16:creationId xmlns:a16="http://schemas.microsoft.com/office/drawing/2014/main" id="{4081F9D8-7190-AC7B-2F63-773A0A32FD4E}"/>
              </a:ext>
            </a:extLst>
          </p:cNvPr>
          <p:cNvSpPr/>
          <p:nvPr/>
        </p:nvSpPr>
        <p:spPr>
          <a:xfrm>
            <a:off x="4579239" y="4572103"/>
            <a:ext cx="3025139" cy="260205"/>
          </a:xfrm>
          <a:prstGeom prst="rect">
            <a:avLst/>
          </a:prstGeom>
          <a:solidFill>
            <a:srgbClr val="2E6CA4"/>
          </a:solidFill>
          <a:ln/>
        </p:spPr>
        <p:txBody>
          <a:bodyPr wrap="square" t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a:solidFill>
                  <a:schemeClr val="bg1"/>
                </a:solidFill>
                <a:latin typeface="Aptos" panose="020B0004020202020204" pitchFamily="34" charset="0"/>
                <a:ea typeface="Arial" pitchFamily="34" charset="-122"/>
                <a:cs typeface="Arial" pitchFamily="34" charset="-120"/>
              </a:rPr>
              <a:t>Supply chain dependency</a:t>
            </a:r>
          </a:p>
        </p:txBody>
      </p:sp>
      <p:sp>
        <p:nvSpPr>
          <p:cNvPr id="34" name="Shape 13">
            <a:extLst>
              <a:ext uri="{FF2B5EF4-FFF2-40B4-BE49-F238E27FC236}">
                <a16:creationId xmlns:a16="http://schemas.microsoft.com/office/drawing/2014/main" id="{43E56677-2CBB-8308-DCF8-85EA12203997}"/>
              </a:ext>
            </a:extLst>
          </p:cNvPr>
          <p:cNvSpPr/>
          <p:nvPr/>
        </p:nvSpPr>
        <p:spPr>
          <a:xfrm>
            <a:off x="4579239" y="5295402"/>
            <a:ext cx="3025139" cy="260205"/>
          </a:xfrm>
          <a:prstGeom prst="roundRect">
            <a:avLst>
              <a:gd name="adj" fmla="val 0"/>
            </a:avLst>
          </a:prstGeom>
          <a:solidFill>
            <a:srgbClr val="2E6CA4"/>
          </a:solidFill>
          <a:ln/>
        </p:spPr>
        <p:txBody>
          <a:bodyPr wrap="square" tIns="36000" bIns="36000" anchor="ctr"/>
          <a:lstStyle/>
          <a:p>
            <a:pPr algn="ctr"/>
            <a:r>
              <a:rPr kumimoji="0" lang="en-US" sz="1200" b="1" i="0" u="none" strike="noStrike" kern="1200" cap="none" spc="0" normalizeH="0" baseline="0" noProof="0">
                <a:ln>
                  <a:noFill/>
                </a:ln>
                <a:solidFill>
                  <a:srgbClr val="FFFFFF"/>
                </a:solidFill>
                <a:effectLst/>
                <a:uLnTx/>
                <a:uFillTx/>
                <a:latin typeface="Aptos" panose="020B0004020202020204" pitchFamily="34" charset="0"/>
                <a:ea typeface="Arial" pitchFamily="34" charset="-122"/>
                <a:cs typeface="Arial" pitchFamily="34" charset="-120"/>
              </a:rPr>
              <a:t>Operational resilience</a:t>
            </a:r>
          </a:p>
        </p:txBody>
      </p:sp>
      <p:pic>
        <p:nvPicPr>
          <p:cNvPr id="59" name="Imagen 58">
            <a:extLst>
              <a:ext uri="{FF2B5EF4-FFF2-40B4-BE49-F238E27FC236}">
                <a16:creationId xmlns:a16="http://schemas.microsoft.com/office/drawing/2014/main" id="{94C89D08-1575-1DC1-D635-F267C68069C7}"/>
              </a:ext>
            </a:extLst>
          </p:cNvPr>
          <p:cNvPicPr>
            <a:picLocks noChangeAspect="1"/>
          </p:cNvPicPr>
          <p:nvPr/>
        </p:nvPicPr>
        <p:blipFill>
          <a:blip r:embed="rId6">
            <a:clrChange>
              <a:clrFrom>
                <a:srgbClr val="F7F7F7"/>
              </a:clrFrom>
              <a:clrTo>
                <a:srgbClr val="F7F7F7">
                  <a:alpha val="0"/>
                </a:srgbClr>
              </a:clrTo>
            </a:clrChange>
            <a:duotone>
              <a:schemeClr val="accent3">
                <a:shade val="45000"/>
                <a:satMod val="135000"/>
              </a:schemeClr>
              <a:prstClr val="white"/>
            </a:duotone>
            <a:extLst>
              <a:ext uri="{BEBA8EAE-BF5A-486C-A8C5-ECC9F3942E4B}">
                <a14:imgProps xmlns:a14="http://schemas.microsoft.com/office/drawing/2010/main">
                  <a14:imgLayer r:embed="rId7">
                    <a14:imgEffect>
                      <a14:backgroundRemoval t="6400" b="93067" l="9494" r="90190">
                        <a14:foregroundMark x1="51266" y1="25067" x2="51266" y2="25067"/>
                        <a14:foregroundMark x1="40506" y1="6933" x2="40506" y2="6933"/>
                        <a14:foregroundMark x1="37975" y1="77067" x2="37975" y2="77067"/>
                        <a14:foregroundMark x1="72785" y1="76533" x2="72785" y2="76533"/>
                        <a14:foregroundMark x1="38608" y1="93067" x2="38608" y2="93067"/>
                        <a14:foregroundMark x1="90506" y1="38400" x2="90506" y2="38400"/>
                        <a14:foregroundMark x1="63924" y1="6400" x2="63924" y2="6400"/>
                      </a14:backgroundRemoval>
                    </a14:imgEffect>
                  </a14:imgLayer>
                </a14:imgProps>
              </a:ext>
            </a:extLst>
          </a:blip>
          <a:stretch>
            <a:fillRect/>
          </a:stretch>
        </p:blipFill>
        <p:spPr>
          <a:xfrm>
            <a:off x="10827863" y="1540745"/>
            <a:ext cx="800875" cy="950406"/>
          </a:xfrm>
          <a:prstGeom prst="rect">
            <a:avLst/>
          </a:prstGeom>
        </p:spPr>
      </p:pic>
      <p:sp>
        <p:nvSpPr>
          <p:cNvPr id="60" name="Text 4">
            <a:extLst>
              <a:ext uri="{FF2B5EF4-FFF2-40B4-BE49-F238E27FC236}">
                <a16:creationId xmlns:a16="http://schemas.microsoft.com/office/drawing/2014/main" id="{A959B2D9-FF43-8853-67B0-FB6EB308C0F5}"/>
              </a:ext>
            </a:extLst>
          </p:cNvPr>
          <p:cNvSpPr/>
          <p:nvPr/>
        </p:nvSpPr>
        <p:spPr>
          <a:xfrm>
            <a:off x="4579239" y="4210454"/>
            <a:ext cx="3025139" cy="260205"/>
          </a:xfrm>
          <a:prstGeom prst="rect">
            <a:avLst/>
          </a:prstGeom>
          <a:solidFill>
            <a:srgbClr val="2E6CA4"/>
          </a:solidFill>
          <a:ln/>
        </p:spPr>
        <p:txBody>
          <a:bodyPr wrap="square" t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prstClr val="white"/>
                </a:solidFill>
                <a:effectLst/>
                <a:uLnTx/>
                <a:uFillTx/>
                <a:latin typeface="Aptos" panose="020B0004020202020204" pitchFamily="34" charset="0"/>
                <a:ea typeface="Arial" pitchFamily="34" charset="-122"/>
                <a:cs typeface="Arial" pitchFamily="34" charset="-120"/>
              </a:rPr>
              <a:t>Extraterritorial jurisdiction</a:t>
            </a:r>
          </a:p>
        </p:txBody>
      </p:sp>
      <p:sp>
        <p:nvSpPr>
          <p:cNvPr id="61" name="Shape 13">
            <a:extLst>
              <a:ext uri="{FF2B5EF4-FFF2-40B4-BE49-F238E27FC236}">
                <a16:creationId xmlns:a16="http://schemas.microsoft.com/office/drawing/2014/main" id="{7A11B550-0CB0-600A-33FA-54EB7D37D27F}"/>
              </a:ext>
            </a:extLst>
          </p:cNvPr>
          <p:cNvSpPr/>
          <p:nvPr/>
        </p:nvSpPr>
        <p:spPr>
          <a:xfrm>
            <a:off x="4579239" y="4933752"/>
            <a:ext cx="3025139" cy="260205"/>
          </a:xfrm>
          <a:prstGeom prst="roundRect">
            <a:avLst>
              <a:gd name="adj" fmla="val 0"/>
            </a:avLst>
          </a:prstGeom>
          <a:solidFill>
            <a:srgbClr val="2E6CA4"/>
          </a:solidFill>
          <a:ln/>
        </p:spPr>
        <p:txBody>
          <a:bodyPr wrap="square" tIns="36000" bIns="36000" anchor="ctr"/>
          <a:lstStyle/>
          <a:p>
            <a:pPr algn="ctr"/>
            <a:r>
              <a:rPr kumimoji="0" lang="en-US" sz="1200" b="1" i="0" u="none" strike="noStrike" kern="1200" cap="none" spc="0" normalizeH="0" baseline="0" noProof="0">
                <a:ln>
                  <a:noFill/>
                </a:ln>
                <a:solidFill>
                  <a:srgbClr val="FFFFFF"/>
                </a:solidFill>
                <a:effectLst/>
                <a:uLnTx/>
                <a:uFillTx/>
                <a:latin typeface="Aptos" panose="020B0004020202020204" pitchFamily="34" charset="0"/>
                <a:ea typeface="Arial" pitchFamily="34" charset="-122"/>
                <a:cs typeface="Arial" pitchFamily="34" charset="-120"/>
              </a:rPr>
              <a:t>Cross-border operations</a:t>
            </a:r>
          </a:p>
        </p:txBody>
      </p:sp>
      <p:sp>
        <p:nvSpPr>
          <p:cNvPr id="64" name="Text 4">
            <a:extLst>
              <a:ext uri="{FF2B5EF4-FFF2-40B4-BE49-F238E27FC236}">
                <a16:creationId xmlns:a16="http://schemas.microsoft.com/office/drawing/2014/main" id="{8FB0F18A-2084-8797-8964-9C03729A2633}"/>
              </a:ext>
            </a:extLst>
          </p:cNvPr>
          <p:cNvSpPr/>
          <p:nvPr/>
        </p:nvSpPr>
        <p:spPr>
          <a:xfrm>
            <a:off x="4500626" y="2674545"/>
            <a:ext cx="3154680" cy="1188720"/>
          </a:xfrm>
          <a:prstGeom prst="rect">
            <a:avLst/>
          </a:prstGeom>
          <a:noFill/>
          <a:ln/>
        </p:spPr>
        <p:txBody>
          <a:bodyPr wrap="square" rtlCol="0" anchor="t"/>
          <a:lstStyle/>
          <a:p>
            <a:pPr marL="0" indent="0">
              <a:lnSpc>
                <a:spcPct val="105000"/>
              </a:lnSpc>
              <a:buNone/>
            </a:pPr>
            <a:r>
              <a:rPr lang="en-US" sz="1200" b="1" noProof="0">
                <a:solidFill>
                  <a:schemeClr val="bg1"/>
                </a:solidFill>
                <a:latin typeface="Aptos" panose="020B0004020202020204" pitchFamily="34" charset="0"/>
                <a:ea typeface="Arial" pitchFamily="34" charset="-122"/>
                <a:cs typeface="Arial" pitchFamily="34" charset="-120"/>
              </a:rPr>
              <a:t>Increasing reliance on a small number of global technology providers creates new strategic dependencies beyond traditional cybersecurity risks.</a:t>
            </a:r>
          </a:p>
        </p:txBody>
      </p:sp>
      <p:sp>
        <p:nvSpPr>
          <p:cNvPr id="65" name="Text 4">
            <a:extLst>
              <a:ext uri="{FF2B5EF4-FFF2-40B4-BE49-F238E27FC236}">
                <a16:creationId xmlns:a16="http://schemas.microsoft.com/office/drawing/2014/main" id="{99E9BF64-BAEC-737D-A1A5-0899831FAF85}"/>
              </a:ext>
            </a:extLst>
          </p:cNvPr>
          <p:cNvSpPr/>
          <p:nvPr/>
        </p:nvSpPr>
        <p:spPr>
          <a:xfrm>
            <a:off x="8442102" y="3848805"/>
            <a:ext cx="3025139" cy="260205"/>
          </a:xfrm>
          <a:prstGeom prst="rect">
            <a:avLst/>
          </a:prstGeom>
          <a:solidFill>
            <a:srgbClr val="02A4AC"/>
          </a:solidFill>
          <a:ln/>
        </p:spPr>
        <p:txBody>
          <a:bodyPr wrap="square" tIns="36000" bIns="36000" rtlCol="0" anchor="ctr"/>
          <a:lstStyle/>
          <a:p>
            <a:pPr lvl="0" algn="ctr">
              <a:defRPr/>
            </a:pPr>
            <a:r>
              <a:rPr lang="en-US" sz="1200" b="1" noProof="0">
                <a:solidFill>
                  <a:schemeClr val="bg1"/>
                </a:solidFill>
                <a:latin typeface="Aptos" panose="020B0004020202020204" pitchFamily="34" charset="0"/>
                <a:ea typeface="Arial" pitchFamily="34" charset="-122"/>
                <a:cs typeface="Arial" pitchFamily="34" charset="-120"/>
              </a:rPr>
              <a:t>Regulatory exposure</a:t>
            </a:r>
          </a:p>
        </p:txBody>
      </p:sp>
      <p:sp>
        <p:nvSpPr>
          <p:cNvPr id="66" name="Text 9">
            <a:extLst>
              <a:ext uri="{FF2B5EF4-FFF2-40B4-BE49-F238E27FC236}">
                <a16:creationId xmlns:a16="http://schemas.microsoft.com/office/drawing/2014/main" id="{5783E62B-F610-F52C-1EBC-021F524F13A7}"/>
              </a:ext>
            </a:extLst>
          </p:cNvPr>
          <p:cNvSpPr/>
          <p:nvPr/>
        </p:nvSpPr>
        <p:spPr>
          <a:xfrm>
            <a:off x="8442102" y="4572103"/>
            <a:ext cx="3025139" cy="260205"/>
          </a:xfrm>
          <a:prstGeom prst="rect">
            <a:avLst/>
          </a:prstGeom>
          <a:solidFill>
            <a:srgbClr val="02A4AC"/>
          </a:solidFill>
          <a:ln/>
        </p:spPr>
        <p:txBody>
          <a:bodyPr wrap="square" t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a:solidFill>
                  <a:schemeClr val="bg1"/>
                </a:solidFill>
                <a:latin typeface="Aptos" panose="020B0004020202020204" pitchFamily="34" charset="0"/>
                <a:ea typeface="Arial" pitchFamily="34" charset="-122"/>
                <a:cs typeface="Arial" pitchFamily="34" charset="-120"/>
              </a:rPr>
              <a:t>Loss of operational control</a:t>
            </a:r>
          </a:p>
        </p:txBody>
      </p:sp>
      <p:sp>
        <p:nvSpPr>
          <p:cNvPr id="67" name="Shape 13">
            <a:extLst>
              <a:ext uri="{FF2B5EF4-FFF2-40B4-BE49-F238E27FC236}">
                <a16:creationId xmlns:a16="http://schemas.microsoft.com/office/drawing/2014/main" id="{6263D767-9D0A-267D-E718-B230C630D784}"/>
              </a:ext>
            </a:extLst>
          </p:cNvPr>
          <p:cNvSpPr/>
          <p:nvPr/>
        </p:nvSpPr>
        <p:spPr>
          <a:xfrm>
            <a:off x="8442102" y="5295402"/>
            <a:ext cx="3025139" cy="260205"/>
          </a:xfrm>
          <a:prstGeom prst="roundRect">
            <a:avLst>
              <a:gd name="adj" fmla="val 0"/>
            </a:avLst>
          </a:prstGeom>
          <a:solidFill>
            <a:srgbClr val="02A4AC"/>
          </a:solidFill>
          <a:ln/>
        </p:spPr>
        <p:txBody>
          <a:bodyPr wrap="square" tIns="36000" bIns="36000" anchor="ctr"/>
          <a:lstStyle/>
          <a:p>
            <a:pPr algn="ctr"/>
            <a:r>
              <a:rPr kumimoji="0" lang="en-US" sz="1200" b="1" i="0" u="none" strike="noStrike" kern="1200" cap="none" spc="0" normalizeH="0" baseline="0" noProof="0">
                <a:ln>
                  <a:noFill/>
                </a:ln>
                <a:solidFill>
                  <a:srgbClr val="FFFFFF"/>
                </a:solidFill>
                <a:effectLst/>
                <a:uLnTx/>
                <a:uFillTx/>
                <a:latin typeface="Aptos" panose="020B0004020202020204" pitchFamily="34" charset="0"/>
                <a:ea typeface="Arial" pitchFamily="34" charset="-122"/>
                <a:cs typeface="Arial" pitchFamily="34" charset="-120"/>
              </a:rPr>
              <a:t>Reputational risk</a:t>
            </a:r>
          </a:p>
        </p:txBody>
      </p:sp>
      <p:sp>
        <p:nvSpPr>
          <p:cNvPr id="68" name="Text 4">
            <a:extLst>
              <a:ext uri="{FF2B5EF4-FFF2-40B4-BE49-F238E27FC236}">
                <a16:creationId xmlns:a16="http://schemas.microsoft.com/office/drawing/2014/main" id="{F6B24F55-D0D5-1C93-13C1-F054423D65F3}"/>
              </a:ext>
            </a:extLst>
          </p:cNvPr>
          <p:cNvSpPr/>
          <p:nvPr/>
        </p:nvSpPr>
        <p:spPr>
          <a:xfrm>
            <a:off x="8442102" y="4210454"/>
            <a:ext cx="3025139" cy="260205"/>
          </a:xfrm>
          <a:prstGeom prst="rect">
            <a:avLst/>
          </a:prstGeom>
          <a:solidFill>
            <a:srgbClr val="02A4AC"/>
          </a:solidFill>
          <a:ln/>
        </p:spPr>
        <p:txBody>
          <a:bodyPr wrap="square" t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prstClr val="white"/>
                </a:solidFill>
                <a:effectLst/>
                <a:uLnTx/>
                <a:uFillTx/>
                <a:latin typeface="Aptos" panose="020B0004020202020204" pitchFamily="34" charset="0"/>
                <a:ea typeface="Arial" pitchFamily="34" charset="-122"/>
                <a:cs typeface="Arial" pitchFamily="34" charset="-120"/>
              </a:rPr>
              <a:t>Vendor lock-in</a:t>
            </a:r>
          </a:p>
        </p:txBody>
      </p:sp>
      <p:sp>
        <p:nvSpPr>
          <p:cNvPr id="69" name="Shape 13">
            <a:extLst>
              <a:ext uri="{FF2B5EF4-FFF2-40B4-BE49-F238E27FC236}">
                <a16:creationId xmlns:a16="http://schemas.microsoft.com/office/drawing/2014/main" id="{0C2AD57D-9E50-016E-106A-B338ED77449A}"/>
              </a:ext>
            </a:extLst>
          </p:cNvPr>
          <p:cNvSpPr/>
          <p:nvPr/>
        </p:nvSpPr>
        <p:spPr>
          <a:xfrm>
            <a:off x="8442102" y="4933752"/>
            <a:ext cx="3025139" cy="260205"/>
          </a:xfrm>
          <a:prstGeom prst="roundRect">
            <a:avLst>
              <a:gd name="adj" fmla="val 0"/>
            </a:avLst>
          </a:prstGeom>
          <a:solidFill>
            <a:srgbClr val="02A4AC"/>
          </a:solidFill>
          <a:ln/>
        </p:spPr>
        <p:txBody>
          <a:bodyPr wrap="square" tIns="36000" bIns="36000" anchor="ctr"/>
          <a:lstStyle/>
          <a:p>
            <a:pPr algn="ctr"/>
            <a:r>
              <a:rPr kumimoji="0" lang="en-US" sz="1200" b="1" i="0" u="none" strike="noStrike" kern="1200" cap="none" spc="0" normalizeH="0" baseline="0" noProof="0">
                <a:ln>
                  <a:noFill/>
                </a:ln>
                <a:solidFill>
                  <a:srgbClr val="FFFFFF"/>
                </a:solidFill>
                <a:effectLst/>
                <a:uLnTx/>
                <a:uFillTx/>
                <a:latin typeface="Aptos" panose="020B0004020202020204" pitchFamily="34" charset="0"/>
                <a:ea typeface="Arial" pitchFamily="34" charset="-122"/>
                <a:cs typeface="Arial" pitchFamily="34" charset="-120"/>
              </a:rPr>
              <a:t>Reduced negotiation leverage</a:t>
            </a:r>
          </a:p>
        </p:txBody>
      </p:sp>
      <p:sp>
        <p:nvSpPr>
          <p:cNvPr id="70" name="Text 4">
            <a:extLst>
              <a:ext uri="{FF2B5EF4-FFF2-40B4-BE49-F238E27FC236}">
                <a16:creationId xmlns:a16="http://schemas.microsoft.com/office/drawing/2014/main" id="{A63F7214-5659-6278-B005-D77F0F512E15}"/>
              </a:ext>
            </a:extLst>
          </p:cNvPr>
          <p:cNvSpPr/>
          <p:nvPr/>
        </p:nvSpPr>
        <p:spPr>
          <a:xfrm>
            <a:off x="8377331" y="2674545"/>
            <a:ext cx="3154680" cy="1188720"/>
          </a:xfrm>
          <a:prstGeom prst="rect">
            <a:avLst/>
          </a:prstGeom>
          <a:noFill/>
          <a:ln/>
        </p:spPr>
        <p:txBody>
          <a:bodyPr wrap="square" rtlCol="0" anchor="t"/>
          <a:lstStyle/>
          <a:p>
            <a:pPr marL="0" indent="0">
              <a:lnSpc>
                <a:spcPct val="105000"/>
              </a:lnSpc>
              <a:buNone/>
            </a:pPr>
            <a:r>
              <a:rPr lang="en-US" sz="1200" b="1" noProof="0">
                <a:solidFill>
                  <a:schemeClr val="bg1"/>
                </a:solidFill>
                <a:latin typeface="Aptos" panose="020B0004020202020204" pitchFamily="34" charset="0"/>
                <a:ea typeface="Arial" pitchFamily="34" charset="-122"/>
                <a:cs typeface="Arial" pitchFamily="34" charset="-120"/>
              </a:rPr>
              <a:t>Technology sovereignty is becoming a strategic capability that influences resilience, business continuity and long-term competitiveness.</a:t>
            </a:r>
          </a:p>
        </p:txBody>
      </p:sp>
      <p:sp>
        <p:nvSpPr>
          <p:cNvPr id="2" name="Text Placeholder 15">
            <a:extLst>
              <a:ext uri="{FF2B5EF4-FFF2-40B4-BE49-F238E27FC236}">
                <a16:creationId xmlns:a16="http://schemas.microsoft.com/office/drawing/2014/main" id="{52426E1E-F667-DAE4-A135-3687A5D62CD5}"/>
              </a:ext>
            </a:extLst>
          </p:cNvPr>
          <p:cNvSpPr txBox="1">
            <a:spLocks/>
          </p:cNvSpPr>
          <p:nvPr/>
        </p:nvSpPr>
        <p:spPr>
          <a:xfrm>
            <a:off x="465722" y="442618"/>
            <a:ext cx="11446877" cy="338554"/>
          </a:xfrm>
          <a:prstGeom prst="rect">
            <a:avLst/>
          </a:prstGeom>
        </p:spPr>
        <p:txBody>
          <a:bodyPr vert="horz" lIns="0" tIns="0" rIns="0" bIns="0" rtlCol="0" anchor="t" anchorCtr="0">
            <a:noAutofit/>
          </a:bodyPr>
          <a:lstStyle>
            <a:lvl1pPr marL="342900" indent="-342900" algn="l" defTabSz="914400" rtl="0" eaLnBrk="1" latinLnBrk="0" hangingPunct="1">
              <a:spcBef>
                <a:spcPct val="20000"/>
              </a:spcBef>
              <a:buFont typeface="Arial" pitchFamily="34" charset="0"/>
              <a:buChar char="•"/>
              <a:defRPr kumimoji="0" lang="en-US" sz="2400" b="1" i="0" u="none" strike="noStrike" kern="1200" cap="none" spc="0" normalizeH="0" baseline="0" smtClean="0">
                <a:ln>
                  <a:noFill/>
                </a:ln>
                <a:solidFill>
                  <a:prstClr val="black"/>
                </a:solidFill>
                <a:effectLst/>
                <a:uLnTx/>
                <a:uFillTx/>
                <a:latin typeface="Aptos" panose="02110004020202020204"/>
                <a:ea typeface="+mn-ea"/>
                <a:cs typeface="+mn-cs"/>
              </a:defRPr>
            </a:lvl1pPr>
            <a:lvl2pPr marL="742950" indent="-28575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lang="es-ES"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Font typeface="Arial" pitchFamily="34" charset="0"/>
              <a:buNone/>
            </a:pPr>
            <a:r>
              <a:rPr lang="en-US" noProof="0">
                <a:solidFill>
                  <a:srgbClr val="070F26"/>
                </a:solidFill>
                <a:latin typeface="Aptos" panose="020B0004020202020204" pitchFamily="34" charset="0"/>
              </a:rPr>
              <a:t>Why IT Sovereignty Has Become a Board Priority</a:t>
            </a:r>
          </a:p>
          <a:p>
            <a:pPr marL="0" indent="0">
              <a:spcBef>
                <a:spcPts val="0"/>
              </a:spcBef>
              <a:buFont typeface="Arial" pitchFamily="34" charset="0"/>
              <a:buNone/>
            </a:pPr>
            <a:endParaRPr lang="en-US" noProof="0">
              <a:latin typeface="Aptos" panose="020B0004020202020204" pitchFamily="34" charset="0"/>
            </a:endParaRPr>
          </a:p>
        </p:txBody>
      </p:sp>
      <p:sp>
        <p:nvSpPr>
          <p:cNvPr id="5" name="Title 12">
            <a:extLst>
              <a:ext uri="{FF2B5EF4-FFF2-40B4-BE49-F238E27FC236}">
                <a16:creationId xmlns:a16="http://schemas.microsoft.com/office/drawing/2014/main" id="{F0E57041-C078-9D86-0B98-D0BEBFB111BD}"/>
              </a:ext>
            </a:extLst>
          </p:cNvPr>
          <p:cNvSpPr txBox="1">
            <a:spLocks/>
          </p:cNvSpPr>
          <p:nvPr/>
        </p:nvSpPr>
        <p:spPr>
          <a:xfrm>
            <a:off x="465722" y="794031"/>
            <a:ext cx="11446876" cy="584775"/>
          </a:xfrm>
          <a:prstGeom prst="rect">
            <a:avLst/>
          </a:prstGeom>
          <a:noFill/>
        </p:spPr>
        <p:txBody>
          <a:bodyPr wrap="square" lIns="0">
            <a:spAutoFit/>
          </a:bodyPr>
          <a:lstStyle>
            <a:lvl1pPr algn="ctr" defTabSz="914400" rtl="0" eaLnBrk="1" latinLnBrk="0" hangingPunct="1">
              <a:spcBef>
                <a:spcPct val="0"/>
              </a:spcBef>
              <a:buNone/>
              <a:defRPr kumimoji="0" lang="es-ES" sz="1600" b="0" i="0" u="none" strike="noStrike" kern="1200" cap="none" spc="0" normalizeH="0" baseline="0">
                <a:ln>
                  <a:noFill/>
                </a:ln>
                <a:solidFill>
                  <a:prstClr val="black"/>
                </a:solidFill>
                <a:effectLst/>
                <a:uLnTx/>
                <a:uFillTx/>
                <a:latin typeface="Aptos" panose="02110004020202020204"/>
                <a:ea typeface="+mn-ea"/>
                <a:cs typeface="+mn-cs"/>
              </a:defRPr>
            </a:lvl1pPr>
          </a:lstStyle>
          <a:p>
            <a:pPr algn="l">
              <a:spcBef>
                <a:spcPts val="0"/>
              </a:spcBef>
            </a:pPr>
            <a:r>
              <a:rPr lang="en-US" noProof="0">
                <a:latin typeface="Aptos" panose="020B0004020202020204" pitchFamily="34" charset="0"/>
              </a:rPr>
              <a:t>The convergence of </a:t>
            </a:r>
            <a:r>
              <a:rPr lang="en-US" b="1" noProof="0">
                <a:latin typeface="Aptos" panose="020B0004020202020204" pitchFamily="34" charset="0"/>
              </a:rPr>
              <a:t>geopolitical, regulatory and operational factors</a:t>
            </a:r>
            <a:r>
              <a:rPr lang="en-US" noProof="0">
                <a:latin typeface="Aptos" panose="020B0004020202020204" pitchFamily="34" charset="0"/>
              </a:rPr>
              <a:t> has transformed </a:t>
            </a:r>
            <a:r>
              <a:rPr lang="en-US" b="1" noProof="0">
                <a:latin typeface="Aptos" panose="020B0004020202020204" pitchFamily="34" charset="0"/>
              </a:rPr>
              <a:t>IT Sovereignty</a:t>
            </a:r>
            <a:r>
              <a:rPr lang="en-US" noProof="0">
                <a:latin typeface="Aptos" panose="020B0004020202020204" pitchFamily="34" charset="0"/>
              </a:rPr>
              <a:t> from a technical consideration into a </a:t>
            </a:r>
            <a:r>
              <a:rPr lang="en-US" b="1" noProof="0">
                <a:latin typeface="Aptos" panose="020B0004020202020204" pitchFamily="34" charset="0"/>
              </a:rPr>
              <a:t>strategic governance priority</a:t>
            </a:r>
            <a:r>
              <a:rPr lang="en-US" noProof="0">
                <a:latin typeface="Aptos" panose="020B0004020202020204" pitchFamily="34" charset="0"/>
              </a:rPr>
              <a:t>.</a:t>
            </a:r>
          </a:p>
        </p:txBody>
      </p:sp>
      <p:sp>
        <p:nvSpPr>
          <p:cNvPr id="6" name="CuadroTexto 7">
            <a:extLst>
              <a:ext uri="{FF2B5EF4-FFF2-40B4-BE49-F238E27FC236}">
                <a16:creationId xmlns:a16="http://schemas.microsoft.com/office/drawing/2014/main" id="{9DF90547-2373-FFDF-FF41-1E01837C6FA2}"/>
              </a:ext>
            </a:extLst>
          </p:cNvPr>
          <p:cNvSpPr txBox="1"/>
          <p:nvPr/>
        </p:nvSpPr>
        <p:spPr>
          <a:xfrm>
            <a:off x="0" y="5977234"/>
            <a:ext cx="12192000" cy="461665"/>
          </a:xfrm>
          <a:prstGeom prst="rect">
            <a:avLst/>
          </a:prstGeom>
          <a:solidFill>
            <a:schemeClr val="accent2">
              <a:lumMod val="20000"/>
              <a:lumOff val="80000"/>
            </a:schemeClr>
          </a:solidFill>
        </p:spPr>
        <p:txBody>
          <a:bodyPr wrap="square" lIns="720000" rIns="720000">
            <a:spAutoFit/>
          </a:bodyPr>
          <a:lstStyle/>
          <a:p>
            <a:pPr algn="ctr">
              <a:buNone/>
            </a:pPr>
            <a:r>
              <a:rPr lang="en-US" sz="1200" b="1" i="1" noProof="0">
                <a:latin typeface="Aptos" panose="020B0004020202020204" pitchFamily="34" charset="0"/>
              </a:rPr>
              <a:t>IT Sovereignty is no longer only about compliance. It is about maintaining control over</a:t>
            </a:r>
            <a:br>
              <a:rPr lang="en-US" sz="1200" b="1" i="1" noProof="0">
                <a:latin typeface="Aptos" panose="020B0004020202020204" pitchFamily="34" charset="0"/>
              </a:rPr>
            </a:br>
            <a:r>
              <a:rPr lang="en-US" sz="1200" b="1" i="1" noProof="0">
                <a:latin typeface="Aptos" panose="020B0004020202020204" pitchFamily="34" charset="0"/>
              </a:rPr>
              <a:t>critical digital capabilities while reducing strategic dependency and operational exposure.</a:t>
            </a:r>
            <a:endParaRPr lang="en-US" sz="1200" i="1" noProof="0">
              <a:latin typeface="Aptos" panose="020B0004020202020204" pitchFamily="34" charset="0"/>
            </a:endParaRPr>
          </a:p>
        </p:txBody>
      </p:sp>
    </p:spTree>
    <p:extLst>
      <p:ext uri="{BB962C8B-B14F-4D97-AF65-F5344CB8AC3E}">
        <p14:creationId xmlns:p14="http://schemas.microsoft.com/office/powerpoint/2010/main" val="1149830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A290B-2F1C-9605-4653-00F9ECF08963}"/>
            </a:ext>
          </a:extLst>
        </p:cNvPr>
        <p:cNvGrpSpPr/>
        <p:nvPr/>
      </p:nvGrpSpPr>
      <p:grpSpPr>
        <a:xfrm>
          <a:off x="0" y="0"/>
          <a:ext cx="0" cy="0"/>
          <a:chOff x="0" y="0"/>
          <a:chExt cx="0" cy="0"/>
        </a:xfrm>
      </p:grpSpPr>
      <p:sp>
        <p:nvSpPr>
          <p:cNvPr id="942" name="Shape 14">
            <a:extLst>
              <a:ext uri="{FF2B5EF4-FFF2-40B4-BE49-F238E27FC236}">
                <a16:creationId xmlns:a16="http://schemas.microsoft.com/office/drawing/2014/main" id="{B643B87B-5671-CDE1-396C-4D530C56859B}"/>
              </a:ext>
            </a:extLst>
          </p:cNvPr>
          <p:cNvSpPr/>
          <p:nvPr/>
        </p:nvSpPr>
        <p:spPr>
          <a:xfrm>
            <a:off x="5629275" y="1486937"/>
            <a:ext cx="6197762" cy="769441"/>
          </a:xfrm>
          <a:prstGeom prst="roundRect">
            <a:avLst>
              <a:gd name="adj" fmla="val 5556"/>
            </a:avLst>
          </a:prstGeom>
          <a:solidFill>
            <a:srgbClr val="003C6E">
              <a:alpha val="30196"/>
            </a:srgbClr>
          </a:solidFill>
          <a:ln w="12700">
            <a:noFill/>
            <a:prstDash val="solid"/>
          </a:ln>
        </p:spPr>
        <p:txBody>
          <a:bodyPr/>
          <a:lstStyle/>
          <a:p>
            <a:pPr algn="ctr"/>
            <a:endParaRPr lang="en-US" sz="2800" noProof="0">
              <a:latin typeface="Aptos" panose="020B0004020202020204" pitchFamily="34" charset="0"/>
            </a:endParaRPr>
          </a:p>
        </p:txBody>
      </p:sp>
      <p:sp>
        <p:nvSpPr>
          <p:cNvPr id="43" name="Shape 14">
            <a:extLst>
              <a:ext uri="{FF2B5EF4-FFF2-40B4-BE49-F238E27FC236}">
                <a16:creationId xmlns:a16="http://schemas.microsoft.com/office/drawing/2014/main" id="{FBFD71FE-40C6-AF18-5E8C-1C9BCE0EB7B7}"/>
              </a:ext>
            </a:extLst>
          </p:cNvPr>
          <p:cNvSpPr/>
          <p:nvPr/>
        </p:nvSpPr>
        <p:spPr>
          <a:xfrm>
            <a:off x="468027" y="1486937"/>
            <a:ext cx="5275547" cy="769441"/>
          </a:xfrm>
          <a:prstGeom prst="roundRect">
            <a:avLst>
              <a:gd name="adj" fmla="val 5556"/>
            </a:avLst>
          </a:prstGeom>
          <a:solidFill>
            <a:srgbClr val="003C6E"/>
          </a:solidFill>
          <a:ln w="12700">
            <a:noFill/>
            <a:prstDash val="solid"/>
          </a:ln>
        </p:spPr>
        <p:txBody>
          <a:bodyPr/>
          <a:lstStyle/>
          <a:p>
            <a:pPr algn="ctr"/>
            <a:endParaRPr lang="en-US" sz="2800" noProof="0">
              <a:latin typeface="Aptos" panose="020B0004020202020204" pitchFamily="34" charset="0"/>
            </a:endParaRPr>
          </a:p>
        </p:txBody>
      </p:sp>
      <p:sp>
        <p:nvSpPr>
          <p:cNvPr id="44" name="Text 15">
            <a:extLst>
              <a:ext uri="{FF2B5EF4-FFF2-40B4-BE49-F238E27FC236}">
                <a16:creationId xmlns:a16="http://schemas.microsoft.com/office/drawing/2014/main" id="{88B2CFDF-A006-C618-7CB9-2F1C460C5581}"/>
              </a:ext>
            </a:extLst>
          </p:cNvPr>
          <p:cNvSpPr/>
          <p:nvPr/>
        </p:nvSpPr>
        <p:spPr>
          <a:xfrm>
            <a:off x="1047749" y="1572460"/>
            <a:ext cx="4391025" cy="551734"/>
          </a:xfrm>
          <a:prstGeom prst="rect">
            <a:avLst/>
          </a:prstGeom>
          <a:noFill/>
          <a:ln/>
        </p:spPr>
        <p:txBody>
          <a:bodyPr wrap="square" rtlCol="0" anchor="ctr"/>
          <a:lstStyle/>
          <a:p>
            <a:pPr marL="0" indent="0" algn="ctr">
              <a:buNone/>
            </a:pPr>
            <a:r>
              <a:rPr lang="en-US" sz="1600" b="1" noProof="0">
                <a:solidFill>
                  <a:schemeClr val="bg1"/>
                </a:solidFill>
                <a:latin typeface="Aptos" panose="020B0004020202020204" pitchFamily="34" charset="0"/>
                <a:ea typeface="Arial" pitchFamily="34" charset="-122"/>
                <a:cs typeface="Arial" pitchFamily="34" charset="-120"/>
              </a:rPr>
              <a:t>Where is our critical information and who ultimately controls it?</a:t>
            </a:r>
            <a:endParaRPr lang="en-US" sz="1600" noProof="0">
              <a:solidFill>
                <a:schemeClr val="bg1"/>
              </a:solidFill>
              <a:latin typeface="Aptos" panose="020B0004020202020204" pitchFamily="34" charset="0"/>
            </a:endParaRPr>
          </a:p>
        </p:txBody>
      </p:sp>
      <p:sp>
        <p:nvSpPr>
          <p:cNvPr id="941" name="Shape 17">
            <a:extLst>
              <a:ext uri="{FF2B5EF4-FFF2-40B4-BE49-F238E27FC236}">
                <a16:creationId xmlns:a16="http://schemas.microsoft.com/office/drawing/2014/main" id="{D92707A5-611F-8E23-B92A-EEF8F1B9A3E7}"/>
              </a:ext>
            </a:extLst>
          </p:cNvPr>
          <p:cNvSpPr/>
          <p:nvPr/>
        </p:nvSpPr>
        <p:spPr>
          <a:xfrm>
            <a:off x="5661113" y="5060020"/>
            <a:ext cx="6165924" cy="769441"/>
          </a:xfrm>
          <a:prstGeom prst="roundRect">
            <a:avLst>
              <a:gd name="adj" fmla="val 5556"/>
            </a:avLst>
          </a:prstGeom>
          <a:solidFill>
            <a:srgbClr val="31AAB2">
              <a:alpha val="30196"/>
            </a:srgbClr>
          </a:solidFill>
          <a:ln w="12700">
            <a:noFill/>
            <a:prstDash val="solid"/>
          </a:ln>
        </p:spPr>
        <p:txBody>
          <a:bodyPr/>
          <a:lstStyle/>
          <a:p>
            <a:pPr algn="ctr"/>
            <a:endParaRPr lang="en-US" sz="2800" noProof="0">
              <a:latin typeface="Aptos" panose="020B0004020202020204" pitchFamily="34" charset="0"/>
            </a:endParaRPr>
          </a:p>
        </p:txBody>
      </p:sp>
      <p:sp>
        <p:nvSpPr>
          <p:cNvPr id="46" name="Shape 17">
            <a:extLst>
              <a:ext uri="{FF2B5EF4-FFF2-40B4-BE49-F238E27FC236}">
                <a16:creationId xmlns:a16="http://schemas.microsoft.com/office/drawing/2014/main" id="{AB49F5F3-A900-A413-755C-621AFCADBF45}"/>
              </a:ext>
            </a:extLst>
          </p:cNvPr>
          <p:cNvSpPr/>
          <p:nvPr/>
        </p:nvSpPr>
        <p:spPr>
          <a:xfrm>
            <a:off x="468027" y="5060020"/>
            <a:ext cx="5275547" cy="769441"/>
          </a:xfrm>
          <a:prstGeom prst="roundRect">
            <a:avLst>
              <a:gd name="adj" fmla="val 5556"/>
            </a:avLst>
          </a:prstGeom>
          <a:solidFill>
            <a:srgbClr val="31AAB2"/>
          </a:solidFill>
          <a:ln w="12700">
            <a:noFill/>
            <a:prstDash val="solid"/>
          </a:ln>
        </p:spPr>
        <p:txBody>
          <a:bodyPr/>
          <a:lstStyle/>
          <a:p>
            <a:pPr algn="ctr"/>
            <a:endParaRPr lang="en-US" sz="2800" noProof="0">
              <a:latin typeface="Aptos" panose="020B0004020202020204" pitchFamily="34" charset="0"/>
            </a:endParaRPr>
          </a:p>
        </p:txBody>
      </p:sp>
      <p:sp>
        <p:nvSpPr>
          <p:cNvPr id="47" name="Text 18">
            <a:extLst>
              <a:ext uri="{FF2B5EF4-FFF2-40B4-BE49-F238E27FC236}">
                <a16:creationId xmlns:a16="http://schemas.microsoft.com/office/drawing/2014/main" id="{1BDDB972-478F-9187-5B61-9518B45AA883}"/>
              </a:ext>
            </a:extLst>
          </p:cNvPr>
          <p:cNvSpPr/>
          <p:nvPr/>
        </p:nvSpPr>
        <p:spPr>
          <a:xfrm>
            <a:off x="1236371" y="5145543"/>
            <a:ext cx="4287582" cy="609318"/>
          </a:xfrm>
          <a:prstGeom prst="rect">
            <a:avLst/>
          </a:prstGeom>
          <a:noFill/>
          <a:ln/>
        </p:spPr>
        <p:txBody>
          <a:bodyPr wrap="square" rtlCol="0" anchor="ctr"/>
          <a:lstStyle/>
          <a:p>
            <a:pPr marL="0" indent="0" algn="ctr">
              <a:buNone/>
            </a:pPr>
            <a:r>
              <a:rPr lang="en-US" sz="1600" b="1" noProof="0">
                <a:solidFill>
                  <a:schemeClr val="bg1"/>
                </a:solidFill>
                <a:latin typeface="Aptos" panose="020B0004020202020204" pitchFamily="34" charset="0"/>
                <a:ea typeface="Arial" pitchFamily="34" charset="-122"/>
                <a:cs typeface="Arial" pitchFamily="34" charset="-120"/>
              </a:rPr>
              <a:t>Where should IAG focus first?</a:t>
            </a:r>
            <a:endParaRPr lang="en-US" sz="1600" noProof="0">
              <a:solidFill>
                <a:schemeClr val="bg1"/>
              </a:solidFill>
              <a:latin typeface="Aptos" panose="020B0004020202020204" pitchFamily="34" charset="0"/>
            </a:endParaRPr>
          </a:p>
        </p:txBody>
      </p:sp>
      <p:sp>
        <p:nvSpPr>
          <p:cNvPr id="943" name="Shape 20">
            <a:extLst>
              <a:ext uri="{FF2B5EF4-FFF2-40B4-BE49-F238E27FC236}">
                <a16:creationId xmlns:a16="http://schemas.microsoft.com/office/drawing/2014/main" id="{EE50E4CD-B542-57B0-2A89-88203229C807}"/>
              </a:ext>
            </a:extLst>
          </p:cNvPr>
          <p:cNvSpPr/>
          <p:nvPr/>
        </p:nvSpPr>
        <p:spPr>
          <a:xfrm>
            <a:off x="5661114" y="2380208"/>
            <a:ext cx="6165923" cy="769441"/>
          </a:xfrm>
          <a:prstGeom prst="roundRect">
            <a:avLst>
              <a:gd name="adj" fmla="val 5556"/>
            </a:avLst>
          </a:prstGeom>
          <a:solidFill>
            <a:srgbClr val="005B96">
              <a:alpha val="30196"/>
            </a:srgbClr>
          </a:solidFill>
          <a:ln w="12700">
            <a:noFill/>
            <a:prstDash val="solid"/>
          </a:ln>
        </p:spPr>
        <p:txBody>
          <a:bodyPr/>
          <a:lstStyle/>
          <a:p>
            <a:pPr algn="ctr"/>
            <a:endParaRPr lang="en-US" sz="2800" noProof="0">
              <a:latin typeface="Aptos" panose="020B0004020202020204" pitchFamily="34" charset="0"/>
            </a:endParaRPr>
          </a:p>
        </p:txBody>
      </p:sp>
      <p:sp>
        <p:nvSpPr>
          <p:cNvPr id="49" name="Shape 20">
            <a:extLst>
              <a:ext uri="{FF2B5EF4-FFF2-40B4-BE49-F238E27FC236}">
                <a16:creationId xmlns:a16="http://schemas.microsoft.com/office/drawing/2014/main" id="{0AAB75BF-2812-1D4C-6FB3-047D9DF2B70C}"/>
              </a:ext>
            </a:extLst>
          </p:cNvPr>
          <p:cNvSpPr/>
          <p:nvPr/>
        </p:nvSpPr>
        <p:spPr>
          <a:xfrm>
            <a:off x="468027" y="2380208"/>
            <a:ext cx="5275547" cy="769441"/>
          </a:xfrm>
          <a:prstGeom prst="roundRect">
            <a:avLst>
              <a:gd name="adj" fmla="val 5556"/>
            </a:avLst>
          </a:prstGeom>
          <a:solidFill>
            <a:srgbClr val="005B96"/>
          </a:solidFill>
          <a:ln w="12700">
            <a:noFill/>
            <a:prstDash val="solid"/>
          </a:ln>
        </p:spPr>
        <p:txBody>
          <a:bodyPr/>
          <a:lstStyle/>
          <a:p>
            <a:pPr algn="ctr"/>
            <a:endParaRPr lang="en-US" sz="2800" noProof="0">
              <a:latin typeface="Aptos" panose="020B0004020202020204" pitchFamily="34" charset="0"/>
            </a:endParaRPr>
          </a:p>
        </p:txBody>
      </p:sp>
      <p:sp>
        <p:nvSpPr>
          <p:cNvPr id="50" name="Text 21">
            <a:extLst>
              <a:ext uri="{FF2B5EF4-FFF2-40B4-BE49-F238E27FC236}">
                <a16:creationId xmlns:a16="http://schemas.microsoft.com/office/drawing/2014/main" id="{F01D63A0-ECE9-588D-E532-3FC02A455E4E}"/>
              </a:ext>
            </a:extLst>
          </p:cNvPr>
          <p:cNvSpPr/>
          <p:nvPr/>
        </p:nvSpPr>
        <p:spPr>
          <a:xfrm>
            <a:off x="1156511" y="2478569"/>
            <a:ext cx="4472764" cy="609319"/>
          </a:xfrm>
          <a:prstGeom prst="rect">
            <a:avLst/>
          </a:prstGeom>
          <a:noFill/>
          <a:ln/>
        </p:spPr>
        <p:txBody>
          <a:bodyPr wrap="square" rtlCol="0" anchor="ctr"/>
          <a:lstStyle/>
          <a:p>
            <a:pPr marL="0" indent="0" algn="ctr">
              <a:buNone/>
            </a:pPr>
            <a:r>
              <a:rPr lang="en-US" sz="1600" b="1" noProof="0">
                <a:solidFill>
                  <a:schemeClr val="bg1"/>
                </a:solidFill>
                <a:latin typeface="Aptos" panose="020B0004020202020204" pitchFamily="34" charset="0"/>
                <a:ea typeface="Arial" pitchFamily="34" charset="-122"/>
                <a:cs typeface="Arial" pitchFamily="34" charset="-120"/>
              </a:rPr>
              <a:t>How dependent are we on external technology providers?</a:t>
            </a:r>
            <a:endParaRPr lang="en-US" sz="1600" noProof="0">
              <a:solidFill>
                <a:schemeClr val="bg1"/>
              </a:solidFill>
              <a:latin typeface="Aptos" panose="020B0004020202020204" pitchFamily="34" charset="0"/>
            </a:endParaRPr>
          </a:p>
        </p:txBody>
      </p:sp>
      <p:sp>
        <p:nvSpPr>
          <p:cNvPr id="944" name="Shape 23">
            <a:extLst>
              <a:ext uri="{FF2B5EF4-FFF2-40B4-BE49-F238E27FC236}">
                <a16:creationId xmlns:a16="http://schemas.microsoft.com/office/drawing/2014/main" id="{6184A6A2-B4E5-2931-326D-C93BFB8BA57F}"/>
              </a:ext>
            </a:extLst>
          </p:cNvPr>
          <p:cNvSpPr/>
          <p:nvPr/>
        </p:nvSpPr>
        <p:spPr>
          <a:xfrm>
            <a:off x="5661113" y="3273479"/>
            <a:ext cx="6165924" cy="769441"/>
          </a:xfrm>
          <a:prstGeom prst="roundRect">
            <a:avLst>
              <a:gd name="adj" fmla="val 5556"/>
            </a:avLst>
          </a:prstGeom>
          <a:solidFill>
            <a:srgbClr val="0072BC">
              <a:alpha val="30196"/>
            </a:srgbClr>
          </a:solidFill>
          <a:ln w="12700">
            <a:noFill/>
            <a:prstDash val="solid"/>
          </a:ln>
        </p:spPr>
        <p:txBody>
          <a:bodyPr/>
          <a:lstStyle/>
          <a:p>
            <a:pPr algn="ctr"/>
            <a:endParaRPr lang="en-US" sz="2800" noProof="0">
              <a:latin typeface="Aptos" panose="020B0004020202020204" pitchFamily="34" charset="0"/>
            </a:endParaRPr>
          </a:p>
        </p:txBody>
      </p:sp>
      <p:sp>
        <p:nvSpPr>
          <p:cNvPr id="59" name="Shape 23">
            <a:extLst>
              <a:ext uri="{FF2B5EF4-FFF2-40B4-BE49-F238E27FC236}">
                <a16:creationId xmlns:a16="http://schemas.microsoft.com/office/drawing/2014/main" id="{8A837038-EDF5-C26D-6A70-2A83E64AD36F}"/>
              </a:ext>
            </a:extLst>
          </p:cNvPr>
          <p:cNvSpPr/>
          <p:nvPr/>
        </p:nvSpPr>
        <p:spPr>
          <a:xfrm>
            <a:off x="457656" y="3273479"/>
            <a:ext cx="5285918" cy="769441"/>
          </a:xfrm>
          <a:prstGeom prst="roundRect">
            <a:avLst>
              <a:gd name="adj" fmla="val 5556"/>
            </a:avLst>
          </a:prstGeom>
          <a:solidFill>
            <a:srgbClr val="0072BC"/>
          </a:solidFill>
          <a:ln w="12700">
            <a:noFill/>
            <a:prstDash val="solid"/>
          </a:ln>
        </p:spPr>
        <p:txBody>
          <a:bodyPr/>
          <a:lstStyle/>
          <a:p>
            <a:pPr algn="ctr"/>
            <a:endParaRPr lang="en-US" sz="2800" noProof="0">
              <a:latin typeface="Aptos" panose="020B0004020202020204" pitchFamily="34" charset="0"/>
            </a:endParaRPr>
          </a:p>
        </p:txBody>
      </p:sp>
      <p:sp>
        <p:nvSpPr>
          <p:cNvPr id="60" name="Text 24">
            <a:extLst>
              <a:ext uri="{FF2B5EF4-FFF2-40B4-BE49-F238E27FC236}">
                <a16:creationId xmlns:a16="http://schemas.microsoft.com/office/drawing/2014/main" id="{003CCDC3-596F-C945-7089-4995B3E5D4F5}"/>
              </a:ext>
            </a:extLst>
          </p:cNvPr>
          <p:cNvSpPr/>
          <p:nvPr/>
        </p:nvSpPr>
        <p:spPr>
          <a:xfrm>
            <a:off x="1009650" y="3371842"/>
            <a:ext cx="4619625" cy="558462"/>
          </a:xfrm>
          <a:prstGeom prst="rect">
            <a:avLst/>
          </a:prstGeom>
          <a:noFill/>
          <a:ln/>
        </p:spPr>
        <p:txBody>
          <a:bodyPr wrap="square" rtlCol="0" anchor="ctr"/>
          <a:lstStyle/>
          <a:p>
            <a:pPr marL="0" indent="0" algn="ctr">
              <a:buNone/>
            </a:pPr>
            <a:r>
              <a:rPr lang="en-US" sz="1600" b="1" noProof="0">
                <a:solidFill>
                  <a:schemeClr val="bg1"/>
                </a:solidFill>
                <a:latin typeface="Aptos" panose="020B0004020202020204" pitchFamily="34" charset="0"/>
                <a:ea typeface="Arial" pitchFamily="34" charset="-122"/>
                <a:cs typeface="Arial" pitchFamily="34" charset="-120"/>
              </a:rPr>
              <a:t>How does our international footprint affect sovereignty?</a:t>
            </a:r>
            <a:endParaRPr lang="en-US" sz="1600" noProof="0">
              <a:solidFill>
                <a:schemeClr val="bg1"/>
              </a:solidFill>
              <a:latin typeface="Aptos" panose="020B0004020202020204" pitchFamily="34" charset="0"/>
            </a:endParaRPr>
          </a:p>
        </p:txBody>
      </p:sp>
      <p:sp>
        <p:nvSpPr>
          <p:cNvPr id="973" name="Shape 23">
            <a:extLst>
              <a:ext uri="{FF2B5EF4-FFF2-40B4-BE49-F238E27FC236}">
                <a16:creationId xmlns:a16="http://schemas.microsoft.com/office/drawing/2014/main" id="{5B660672-F7D2-B9FC-BD8B-0CC9ED00CA44}"/>
              </a:ext>
            </a:extLst>
          </p:cNvPr>
          <p:cNvSpPr/>
          <p:nvPr/>
        </p:nvSpPr>
        <p:spPr>
          <a:xfrm>
            <a:off x="5661114" y="4166752"/>
            <a:ext cx="6165924" cy="769441"/>
          </a:xfrm>
          <a:prstGeom prst="roundRect">
            <a:avLst>
              <a:gd name="adj" fmla="val 5556"/>
            </a:avLst>
          </a:prstGeom>
          <a:solidFill>
            <a:srgbClr val="19A3FC">
              <a:alpha val="30196"/>
            </a:srgbClr>
          </a:solidFill>
          <a:ln w="12700">
            <a:noFill/>
            <a:prstDash val="solid"/>
          </a:ln>
        </p:spPr>
        <p:txBody>
          <a:bodyPr/>
          <a:lstStyle/>
          <a:p>
            <a:pPr algn="ctr"/>
            <a:endParaRPr lang="en-US" sz="2800" noProof="0">
              <a:latin typeface="Aptos" panose="020B0004020202020204" pitchFamily="34" charset="0"/>
            </a:endParaRPr>
          </a:p>
        </p:txBody>
      </p:sp>
      <p:sp>
        <p:nvSpPr>
          <p:cNvPr id="970" name="Shape 23">
            <a:extLst>
              <a:ext uri="{FF2B5EF4-FFF2-40B4-BE49-F238E27FC236}">
                <a16:creationId xmlns:a16="http://schemas.microsoft.com/office/drawing/2014/main" id="{6C488FC4-3F2F-F61B-B713-F26F304D2289}"/>
              </a:ext>
            </a:extLst>
          </p:cNvPr>
          <p:cNvSpPr/>
          <p:nvPr/>
        </p:nvSpPr>
        <p:spPr>
          <a:xfrm>
            <a:off x="457656" y="4166752"/>
            <a:ext cx="5285918" cy="769441"/>
          </a:xfrm>
          <a:prstGeom prst="roundRect">
            <a:avLst>
              <a:gd name="adj" fmla="val 5556"/>
            </a:avLst>
          </a:prstGeom>
          <a:solidFill>
            <a:srgbClr val="19A3FC"/>
          </a:solidFill>
          <a:ln w="12700">
            <a:noFill/>
            <a:prstDash val="solid"/>
          </a:ln>
        </p:spPr>
        <p:txBody>
          <a:bodyPr/>
          <a:lstStyle/>
          <a:p>
            <a:pPr algn="ctr"/>
            <a:endParaRPr lang="en-US" sz="2800" noProof="0">
              <a:latin typeface="Aptos" panose="020B0004020202020204" pitchFamily="34" charset="0"/>
            </a:endParaRPr>
          </a:p>
        </p:txBody>
      </p:sp>
      <p:sp>
        <p:nvSpPr>
          <p:cNvPr id="971" name="Text 24">
            <a:extLst>
              <a:ext uri="{FF2B5EF4-FFF2-40B4-BE49-F238E27FC236}">
                <a16:creationId xmlns:a16="http://schemas.microsoft.com/office/drawing/2014/main" id="{6F81C346-0C8E-673F-B23A-140B18E5B5EC}"/>
              </a:ext>
            </a:extLst>
          </p:cNvPr>
          <p:cNvSpPr/>
          <p:nvPr/>
        </p:nvSpPr>
        <p:spPr>
          <a:xfrm>
            <a:off x="1320800" y="4151379"/>
            <a:ext cx="4148290" cy="760428"/>
          </a:xfrm>
          <a:prstGeom prst="rect">
            <a:avLst/>
          </a:prstGeom>
          <a:noFill/>
          <a:ln/>
        </p:spPr>
        <p:txBody>
          <a:bodyPr wrap="square" rtlCol="0" anchor="ctr"/>
          <a:lstStyle/>
          <a:p>
            <a:pPr marL="0" indent="0" algn="ctr">
              <a:buNone/>
            </a:pPr>
            <a:r>
              <a:rPr lang="en-US" sz="1600" b="1" noProof="0">
                <a:solidFill>
                  <a:schemeClr val="bg1"/>
                </a:solidFill>
                <a:latin typeface="Aptos" panose="020B0004020202020204" pitchFamily="34" charset="0"/>
                <a:ea typeface="Arial" pitchFamily="34" charset="-122"/>
                <a:cs typeface="Arial" pitchFamily="34" charset="-120"/>
              </a:rPr>
              <a:t>Are we assessing more than technology?</a:t>
            </a:r>
          </a:p>
        </p:txBody>
      </p:sp>
      <p:sp>
        <p:nvSpPr>
          <p:cNvPr id="38" name="Text Placeholder 15">
            <a:extLst>
              <a:ext uri="{FF2B5EF4-FFF2-40B4-BE49-F238E27FC236}">
                <a16:creationId xmlns:a16="http://schemas.microsoft.com/office/drawing/2014/main" id="{B737A25C-11E8-0088-581B-33A446A177BF}"/>
              </a:ext>
            </a:extLst>
          </p:cNvPr>
          <p:cNvSpPr txBox="1">
            <a:spLocks/>
          </p:cNvSpPr>
          <p:nvPr/>
        </p:nvSpPr>
        <p:spPr>
          <a:xfrm>
            <a:off x="465722" y="442618"/>
            <a:ext cx="11446877" cy="338554"/>
          </a:xfrm>
          <a:prstGeom prst="rect">
            <a:avLst/>
          </a:prstGeom>
        </p:spPr>
        <p:txBody>
          <a:bodyPr vert="horz" lIns="0" tIns="0" rIns="0" bIns="0" rtlCol="0" anchor="t" anchorCtr="0">
            <a:noAutofit/>
          </a:bodyPr>
          <a:lstStyle>
            <a:lvl1pPr marL="342900" indent="-342900" algn="l" defTabSz="914400" rtl="0" eaLnBrk="1" latinLnBrk="0" hangingPunct="1">
              <a:spcBef>
                <a:spcPct val="20000"/>
              </a:spcBef>
              <a:buFont typeface="Arial" pitchFamily="34" charset="0"/>
              <a:buChar char="•"/>
              <a:defRPr kumimoji="0" lang="en-US" sz="2400" b="1" i="0" u="none" strike="noStrike" kern="1200" cap="none" spc="0" normalizeH="0" baseline="0" smtClean="0">
                <a:ln>
                  <a:noFill/>
                </a:ln>
                <a:solidFill>
                  <a:prstClr val="black"/>
                </a:solidFill>
                <a:effectLst/>
                <a:uLnTx/>
                <a:uFillTx/>
                <a:latin typeface="Aptos" panose="02110004020202020204"/>
                <a:ea typeface="+mn-ea"/>
                <a:cs typeface="+mn-cs"/>
              </a:defRPr>
            </a:lvl1pPr>
            <a:lvl2pPr marL="742950" indent="-28575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lang="en-US" sz="1800" kern="1200" smtClean="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lang="es-ES"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Font typeface="Arial" pitchFamily="34" charset="0"/>
              <a:buNone/>
            </a:pPr>
            <a:r>
              <a:rPr lang="en-US" noProof="0">
                <a:solidFill>
                  <a:srgbClr val="070F26"/>
                </a:solidFill>
                <a:latin typeface="Aptos" panose="020B0004020202020204" pitchFamily="34" charset="0"/>
              </a:rPr>
              <a:t>How IAG’s Concerns Shape the Assessment</a:t>
            </a:r>
          </a:p>
          <a:p>
            <a:pPr marL="0" indent="0">
              <a:spcBef>
                <a:spcPts val="0"/>
              </a:spcBef>
              <a:buFont typeface="Arial" pitchFamily="34" charset="0"/>
              <a:buNone/>
            </a:pPr>
            <a:endParaRPr lang="en-US" noProof="0">
              <a:latin typeface="Aptos" panose="020B0004020202020204" pitchFamily="34" charset="0"/>
            </a:endParaRPr>
          </a:p>
        </p:txBody>
      </p:sp>
      <p:sp>
        <p:nvSpPr>
          <p:cNvPr id="42" name="Title 12">
            <a:extLst>
              <a:ext uri="{FF2B5EF4-FFF2-40B4-BE49-F238E27FC236}">
                <a16:creationId xmlns:a16="http://schemas.microsoft.com/office/drawing/2014/main" id="{995FB63D-FDD0-98B7-A2AB-5A4A78F2029B}"/>
              </a:ext>
            </a:extLst>
          </p:cNvPr>
          <p:cNvSpPr txBox="1">
            <a:spLocks/>
          </p:cNvSpPr>
          <p:nvPr/>
        </p:nvSpPr>
        <p:spPr>
          <a:xfrm>
            <a:off x="465722" y="794031"/>
            <a:ext cx="11446876" cy="584775"/>
          </a:xfrm>
          <a:prstGeom prst="rect">
            <a:avLst/>
          </a:prstGeom>
          <a:noFill/>
        </p:spPr>
        <p:txBody>
          <a:bodyPr wrap="square" lIns="0">
            <a:spAutoFit/>
          </a:bodyPr>
          <a:lstStyle>
            <a:lvl1pPr algn="ctr" defTabSz="914400" rtl="0" eaLnBrk="1" latinLnBrk="0" hangingPunct="1">
              <a:spcBef>
                <a:spcPct val="0"/>
              </a:spcBef>
              <a:buNone/>
              <a:defRPr kumimoji="0" lang="es-ES" sz="1600" b="0" i="0" u="none" strike="noStrike" kern="1200" cap="none" spc="0" normalizeH="0" baseline="0">
                <a:ln>
                  <a:noFill/>
                </a:ln>
                <a:solidFill>
                  <a:prstClr val="black"/>
                </a:solidFill>
                <a:effectLst/>
                <a:uLnTx/>
                <a:uFillTx/>
                <a:latin typeface="Aptos" panose="02110004020202020204"/>
                <a:ea typeface="+mn-ea"/>
                <a:cs typeface="+mn-cs"/>
              </a:defRPr>
            </a:lvl1pPr>
          </a:lstStyle>
          <a:p>
            <a:pPr algn="l">
              <a:spcBef>
                <a:spcPts val="0"/>
              </a:spcBef>
            </a:pPr>
            <a:r>
              <a:rPr lang="en-US" noProof="0">
                <a:latin typeface="Aptos" panose="020B0004020202020204" pitchFamily="34" charset="0"/>
              </a:rPr>
              <a:t>During the initial discussions, IAG consistently raised a number of </a:t>
            </a:r>
            <a:r>
              <a:rPr lang="en-US" b="1" noProof="0">
                <a:latin typeface="Aptos" panose="020B0004020202020204" pitchFamily="34" charset="0"/>
              </a:rPr>
              <a:t>business questions </a:t>
            </a:r>
            <a:r>
              <a:rPr lang="en-US" noProof="0">
                <a:latin typeface="Aptos" panose="020B0004020202020204" pitchFamily="34" charset="0"/>
              </a:rPr>
              <a:t>regarding </a:t>
            </a:r>
            <a:r>
              <a:rPr lang="en-US" b="1" noProof="0">
                <a:latin typeface="Aptos" panose="020B0004020202020204" pitchFamily="34" charset="0"/>
              </a:rPr>
              <a:t>technology control, dependency and resilience</a:t>
            </a:r>
            <a:r>
              <a:rPr lang="en-US" noProof="0">
                <a:latin typeface="Aptos" panose="020B0004020202020204" pitchFamily="34" charset="0"/>
              </a:rPr>
              <a:t>. These questions define the scope of the assessment.</a:t>
            </a:r>
          </a:p>
        </p:txBody>
      </p:sp>
      <p:sp>
        <p:nvSpPr>
          <p:cNvPr id="900" name="CuadroTexto 7">
            <a:extLst>
              <a:ext uri="{FF2B5EF4-FFF2-40B4-BE49-F238E27FC236}">
                <a16:creationId xmlns:a16="http://schemas.microsoft.com/office/drawing/2014/main" id="{F039A48F-B4CE-C739-93A4-90FD9274306A}"/>
              </a:ext>
            </a:extLst>
          </p:cNvPr>
          <p:cNvSpPr txBox="1"/>
          <p:nvPr/>
        </p:nvSpPr>
        <p:spPr>
          <a:xfrm>
            <a:off x="0" y="5977234"/>
            <a:ext cx="12192000" cy="461665"/>
          </a:xfrm>
          <a:prstGeom prst="rect">
            <a:avLst/>
          </a:prstGeom>
          <a:solidFill>
            <a:schemeClr val="accent2">
              <a:lumMod val="20000"/>
              <a:lumOff val="80000"/>
            </a:schemeClr>
          </a:solidFill>
        </p:spPr>
        <p:txBody>
          <a:bodyPr wrap="square" lIns="720000" rIns="720000">
            <a:spAutoFit/>
          </a:bodyPr>
          <a:lstStyle/>
          <a:p>
            <a:pPr algn="ctr">
              <a:buNone/>
            </a:pPr>
            <a:r>
              <a:rPr lang="en-US" sz="1200" b="1" i="1" noProof="0">
                <a:latin typeface="Aptos" panose="020B0004020202020204" pitchFamily="34" charset="0"/>
              </a:rPr>
              <a:t>These questions cannot be answered independently.</a:t>
            </a:r>
            <a:br>
              <a:rPr lang="en-US" sz="1200" b="1" i="1" noProof="0">
                <a:latin typeface="Aptos" panose="020B0004020202020204" pitchFamily="34" charset="0"/>
              </a:rPr>
            </a:br>
            <a:r>
              <a:rPr lang="en-US" sz="1200" b="1" i="1" noProof="0">
                <a:latin typeface="Aptos" panose="020B0004020202020204" pitchFamily="34" charset="0"/>
              </a:rPr>
              <a:t>They require a structured assessment that combines technology, legal, operational and governance perspectives.</a:t>
            </a:r>
          </a:p>
        </p:txBody>
      </p:sp>
      <p:pic>
        <p:nvPicPr>
          <p:cNvPr id="901" name="Graphic 52">
            <a:extLst>
              <a:ext uri="{FF2B5EF4-FFF2-40B4-BE49-F238E27FC236}">
                <a16:creationId xmlns:a16="http://schemas.microsoft.com/office/drawing/2014/main" id="{A4555F35-2B1C-9FBE-3A2E-DB77CFDAE5F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0711" y="2411425"/>
            <a:ext cx="685800" cy="685800"/>
          </a:xfrm>
          <a:prstGeom prst="rect">
            <a:avLst/>
          </a:prstGeom>
        </p:spPr>
      </p:pic>
      <p:grpSp>
        <p:nvGrpSpPr>
          <p:cNvPr id="902" name="Grupo 901">
            <a:extLst>
              <a:ext uri="{FF2B5EF4-FFF2-40B4-BE49-F238E27FC236}">
                <a16:creationId xmlns:a16="http://schemas.microsoft.com/office/drawing/2014/main" id="{45D14264-85AC-5426-A046-F117122D5DED}"/>
              </a:ext>
            </a:extLst>
          </p:cNvPr>
          <p:cNvGrpSpPr/>
          <p:nvPr/>
        </p:nvGrpSpPr>
        <p:grpSpPr>
          <a:xfrm>
            <a:off x="618444" y="1603705"/>
            <a:ext cx="390334" cy="472439"/>
            <a:chOff x="-911338" y="6430912"/>
            <a:chExt cx="390334" cy="472439"/>
          </a:xfrm>
        </p:grpSpPr>
        <p:sp>
          <p:nvSpPr>
            <p:cNvPr id="903" name="Forma libre: forma 902">
              <a:extLst>
                <a:ext uri="{FF2B5EF4-FFF2-40B4-BE49-F238E27FC236}">
                  <a16:creationId xmlns:a16="http://schemas.microsoft.com/office/drawing/2014/main" id="{2FE19C71-87F2-E9DD-CE79-13D04D10B5BC}"/>
                </a:ext>
              </a:extLst>
            </p:cNvPr>
            <p:cNvSpPr/>
            <p:nvPr/>
          </p:nvSpPr>
          <p:spPr>
            <a:xfrm>
              <a:off x="-911338" y="6430912"/>
              <a:ext cx="390334" cy="472439"/>
            </a:xfrm>
            <a:custGeom>
              <a:avLst/>
              <a:gdLst>
                <a:gd name="csX0" fmla="*/ 195262 w 390334"/>
                <a:gd name="csY0" fmla="*/ 0 h 472439"/>
                <a:gd name="csX1" fmla="*/ 0 w 390334"/>
                <a:gd name="csY1" fmla="*/ 82201 h 472439"/>
                <a:gd name="csX2" fmla="*/ 0 w 390334"/>
                <a:gd name="csY2" fmla="*/ 277368 h 472439"/>
                <a:gd name="csX3" fmla="*/ 195167 w 390334"/>
                <a:gd name="csY3" fmla="*/ 472440 h 472439"/>
                <a:gd name="csX4" fmla="*/ 390335 w 390334"/>
                <a:gd name="csY4" fmla="*/ 287655 h 472439"/>
                <a:gd name="csX5" fmla="*/ 390335 w 390334"/>
                <a:gd name="csY5" fmla="*/ 82201 h 472439"/>
                <a:gd name="csX6" fmla="*/ 195262 w 390334"/>
                <a:gd name="csY6" fmla="*/ 0 h 47243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90334" h="472439">
                  <a:moveTo>
                    <a:pt x="195262" y="0"/>
                  </a:moveTo>
                  <a:cubicBezTo>
                    <a:pt x="176308" y="26956"/>
                    <a:pt x="49625" y="82201"/>
                    <a:pt x="0" y="82201"/>
                  </a:cubicBezTo>
                  <a:lnTo>
                    <a:pt x="0" y="277368"/>
                  </a:lnTo>
                  <a:cubicBezTo>
                    <a:pt x="0" y="369094"/>
                    <a:pt x="184309" y="469487"/>
                    <a:pt x="195167" y="472440"/>
                  </a:cubicBezTo>
                  <a:cubicBezTo>
                    <a:pt x="206026" y="469583"/>
                    <a:pt x="390335" y="362141"/>
                    <a:pt x="390335" y="287655"/>
                  </a:cubicBezTo>
                  <a:lnTo>
                    <a:pt x="390335" y="82201"/>
                  </a:lnTo>
                  <a:cubicBezTo>
                    <a:pt x="336137" y="82201"/>
                    <a:pt x="214217" y="26956"/>
                    <a:pt x="195262" y="0"/>
                  </a:cubicBezTo>
                  <a:close/>
                </a:path>
              </a:pathLst>
            </a:custGeom>
            <a:noFill/>
            <a:ln w="19050" cap="rnd">
              <a:solidFill>
                <a:schemeClr val="bg1"/>
              </a:solidFill>
              <a:prstDash val="solid"/>
              <a:round/>
            </a:ln>
          </p:spPr>
          <p:txBody>
            <a:bodyPr/>
            <a:lstStyle/>
            <a:p>
              <a:endParaRPr lang="en-US" noProof="0"/>
            </a:p>
          </p:txBody>
        </p:sp>
        <p:pic>
          <p:nvPicPr>
            <p:cNvPr id="904" name="Gráfico 903" descr="Base de datos contorno">
              <a:extLst>
                <a:ext uri="{FF2B5EF4-FFF2-40B4-BE49-F238E27FC236}">
                  <a16:creationId xmlns:a16="http://schemas.microsoft.com/office/drawing/2014/main" id="{1F9178F1-5718-C7B8-FCDF-E123DDF246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8172" y="6505130"/>
              <a:ext cx="324001" cy="324001"/>
            </a:xfrm>
            <a:prstGeom prst="rect">
              <a:avLst/>
            </a:prstGeom>
          </p:spPr>
        </p:pic>
      </p:grpSp>
      <p:grpSp>
        <p:nvGrpSpPr>
          <p:cNvPr id="905" name="Grupo 904">
            <a:extLst>
              <a:ext uri="{FF2B5EF4-FFF2-40B4-BE49-F238E27FC236}">
                <a16:creationId xmlns:a16="http://schemas.microsoft.com/office/drawing/2014/main" id="{99C5FC0E-0B82-A918-1B55-5E8EC2A4AC36}"/>
              </a:ext>
            </a:extLst>
          </p:cNvPr>
          <p:cNvGrpSpPr>
            <a:grpSpLocks noChangeAspect="1"/>
          </p:cNvGrpSpPr>
          <p:nvPr/>
        </p:nvGrpSpPr>
        <p:grpSpPr>
          <a:xfrm>
            <a:off x="613531" y="3414295"/>
            <a:ext cx="400159" cy="451407"/>
            <a:chOff x="-1815302" y="6459649"/>
            <a:chExt cx="492663" cy="555758"/>
          </a:xfrm>
        </p:grpSpPr>
        <p:grpSp>
          <p:nvGrpSpPr>
            <p:cNvPr id="906" name="Grupo 905">
              <a:extLst>
                <a:ext uri="{FF2B5EF4-FFF2-40B4-BE49-F238E27FC236}">
                  <a16:creationId xmlns:a16="http://schemas.microsoft.com/office/drawing/2014/main" id="{EB112D67-9848-D630-5AEE-56EDD2A3C3C6}"/>
                </a:ext>
              </a:extLst>
            </p:cNvPr>
            <p:cNvGrpSpPr>
              <a:grpSpLocks noChangeAspect="1"/>
            </p:cNvGrpSpPr>
            <p:nvPr/>
          </p:nvGrpSpPr>
          <p:grpSpPr>
            <a:xfrm>
              <a:off x="-1815302" y="6459649"/>
              <a:ext cx="443702" cy="443702"/>
              <a:chOff x="-1815302" y="6579351"/>
              <a:chExt cx="324000" cy="324000"/>
            </a:xfrm>
          </p:grpSpPr>
          <p:sp>
            <p:nvSpPr>
              <p:cNvPr id="912" name="Forma libre: forma 911">
                <a:extLst>
                  <a:ext uri="{FF2B5EF4-FFF2-40B4-BE49-F238E27FC236}">
                    <a16:creationId xmlns:a16="http://schemas.microsoft.com/office/drawing/2014/main" id="{68EA0542-7C66-8313-1B51-C0252878640B}"/>
                  </a:ext>
                </a:extLst>
              </p:cNvPr>
              <p:cNvSpPr/>
              <p:nvPr/>
            </p:nvSpPr>
            <p:spPr>
              <a:xfrm>
                <a:off x="-1805889" y="6608115"/>
                <a:ext cx="283351" cy="266472"/>
              </a:xfrm>
              <a:custGeom>
                <a:avLst/>
                <a:gdLst>
                  <a:gd name="csX0" fmla="*/ 0 w 378595"/>
                  <a:gd name="csY0" fmla="*/ 384416 h 405380"/>
                  <a:gd name="csX1" fmla="*/ 21070 w 378595"/>
                  <a:gd name="csY1" fmla="*/ 405381 h 405380"/>
                  <a:gd name="csX2" fmla="*/ 95510 w 378595"/>
                  <a:gd name="csY2" fmla="*/ 85917 h 405380"/>
                  <a:gd name="csX3" fmla="*/ 142521 w 378595"/>
                  <a:gd name="csY3" fmla="*/ 139092 h 405380"/>
                  <a:gd name="csX4" fmla="*/ 147026 w 378595"/>
                  <a:gd name="csY4" fmla="*/ 165489 h 405380"/>
                  <a:gd name="csX5" fmla="*/ 163140 w 378595"/>
                  <a:gd name="csY5" fmla="*/ 198231 h 405380"/>
                  <a:gd name="csX6" fmla="*/ 176527 w 378595"/>
                  <a:gd name="csY6" fmla="*/ 235478 h 405380"/>
                  <a:gd name="csX7" fmla="*/ 192261 w 378595"/>
                  <a:gd name="csY7" fmla="*/ 266380 h 405380"/>
                  <a:gd name="csX8" fmla="*/ 210152 w 378595"/>
                  <a:gd name="csY8" fmla="*/ 232243 h 405380"/>
                  <a:gd name="csX9" fmla="*/ 222650 w 378595"/>
                  <a:gd name="csY9" fmla="*/ 205846 h 405380"/>
                  <a:gd name="csX10" fmla="*/ 255006 w 378595"/>
                  <a:gd name="csY10" fmla="*/ 166377 h 405380"/>
                  <a:gd name="csX11" fmla="*/ 228994 w 378595"/>
                  <a:gd name="csY11" fmla="*/ 142582 h 405380"/>
                  <a:gd name="csX12" fmla="*/ 205203 w 378595"/>
                  <a:gd name="csY12" fmla="*/ 137696 h 405380"/>
                  <a:gd name="csX13" fmla="*/ 176971 w 378595"/>
                  <a:gd name="csY13" fmla="*/ 120183 h 405380"/>
                  <a:gd name="csX14" fmla="*/ 138461 w 378595"/>
                  <a:gd name="csY14" fmla="*/ 95055 h 405380"/>
                  <a:gd name="csX15" fmla="*/ 174306 w 378595"/>
                  <a:gd name="csY15" fmla="*/ 89280 h 405380"/>
                  <a:gd name="csX16" fmla="*/ 201206 w 378595"/>
                  <a:gd name="csY16" fmla="*/ 76653 h 405380"/>
                  <a:gd name="csX17" fmla="*/ 207487 w 378595"/>
                  <a:gd name="csY17" fmla="*/ 47908 h 405380"/>
                  <a:gd name="csX18" fmla="*/ 193276 w 378595"/>
                  <a:gd name="csY18" fmla="*/ 5839 h 405380"/>
                  <a:gd name="csX19" fmla="*/ 348715 w 378595"/>
                  <a:gd name="csY19" fmla="*/ 249316 h 405380"/>
                  <a:gd name="csX20" fmla="*/ 337295 w 378595"/>
                  <a:gd name="csY20" fmla="*/ 193857 h 405380"/>
                  <a:gd name="csX21" fmla="*/ 305890 w 378595"/>
                  <a:gd name="csY21" fmla="*/ 163335 h 405380"/>
                  <a:gd name="csX22" fmla="*/ 295993 w 378595"/>
                  <a:gd name="csY22" fmla="*/ 125199 h 405380"/>
                  <a:gd name="csX23" fmla="*/ 341735 w 378595"/>
                  <a:gd name="csY23" fmla="*/ 115808 h 405380"/>
                  <a:gd name="csX24" fmla="*/ 378596 w 378595"/>
                  <a:gd name="csY24" fmla="*/ 113587 h 405380"/>
                  <a:gd name="csX25" fmla="*/ 262307 w 378595"/>
                  <a:gd name="csY25" fmla="*/ 5965 h 405380"/>
                  <a:gd name="csX26" fmla="*/ 243464 w 378595"/>
                  <a:gd name="csY26" fmla="*/ 38707 h 405380"/>
                  <a:gd name="csX27" fmla="*/ 222972 w 378595"/>
                  <a:gd name="csY27" fmla="*/ 0 h 405380"/>
                  <a:gd name="csX28" fmla="*/ 298660 w 378595"/>
                  <a:gd name="csY28" fmla="*/ 18846 h 405380"/>
                  <a:gd name="csX29" fmla="*/ 274044 w 378595"/>
                  <a:gd name="csY29" fmla="*/ 52096 h 405380"/>
                  <a:gd name="csX30" fmla="*/ 298660 w 378595"/>
                  <a:gd name="csY30" fmla="*/ 64215 h 405380"/>
                  <a:gd name="csX31" fmla="*/ 327399 w 378595"/>
                  <a:gd name="csY31" fmla="*/ 64215 h 405380"/>
                  <a:gd name="csX32" fmla="*/ 343133 w 378595"/>
                  <a:gd name="csY32" fmla="*/ 48986 h 405380"/>
                  <a:gd name="csX0" fmla="*/ 265 w 283351"/>
                  <a:gd name="csY0" fmla="*/ 85917 h 266472"/>
                  <a:gd name="csX1" fmla="*/ 47276 w 283351"/>
                  <a:gd name="csY1" fmla="*/ 139092 h 266472"/>
                  <a:gd name="csX2" fmla="*/ 51781 w 283351"/>
                  <a:gd name="csY2" fmla="*/ 165489 h 266472"/>
                  <a:gd name="csX3" fmla="*/ 67895 w 283351"/>
                  <a:gd name="csY3" fmla="*/ 198231 h 266472"/>
                  <a:gd name="csX4" fmla="*/ 81282 w 283351"/>
                  <a:gd name="csY4" fmla="*/ 235478 h 266472"/>
                  <a:gd name="csX5" fmla="*/ 97016 w 283351"/>
                  <a:gd name="csY5" fmla="*/ 266380 h 266472"/>
                  <a:gd name="csX6" fmla="*/ 114907 w 283351"/>
                  <a:gd name="csY6" fmla="*/ 232243 h 266472"/>
                  <a:gd name="csX7" fmla="*/ 127405 w 283351"/>
                  <a:gd name="csY7" fmla="*/ 205846 h 266472"/>
                  <a:gd name="csX8" fmla="*/ 159761 w 283351"/>
                  <a:gd name="csY8" fmla="*/ 166377 h 266472"/>
                  <a:gd name="csX9" fmla="*/ 133749 w 283351"/>
                  <a:gd name="csY9" fmla="*/ 142582 h 266472"/>
                  <a:gd name="csX10" fmla="*/ 109958 w 283351"/>
                  <a:gd name="csY10" fmla="*/ 137696 h 266472"/>
                  <a:gd name="csX11" fmla="*/ 81726 w 283351"/>
                  <a:gd name="csY11" fmla="*/ 120183 h 266472"/>
                  <a:gd name="csX12" fmla="*/ 43216 w 283351"/>
                  <a:gd name="csY12" fmla="*/ 95055 h 266472"/>
                  <a:gd name="csX13" fmla="*/ 79061 w 283351"/>
                  <a:gd name="csY13" fmla="*/ 89280 h 266472"/>
                  <a:gd name="csX14" fmla="*/ 105961 w 283351"/>
                  <a:gd name="csY14" fmla="*/ 76653 h 266472"/>
                  <a:gd name="csX15" fmla="*/ 112242 w 283351"/>
                  <a:gd name="csY15" fmla="*/ 47908 h 266472"/>
                  <a:gd name="csX16" fmla="*/ 98031 w 283351"/>
                  <a:gd name="csY16" fmla="*/ 5839 h 266472"/>
                  <a:gd name="csX17" fmla="*/ 253470 w 283351"/>
                  <a:gd name="csY17" fmla="*/ 249316 h 266472"/>
                  <a:gd name="csX18" fmla="*/ 242050 w 283351"/>
                  <a:gd name="csY18" fmla="*/ 193857 h 266472"/>
                  <a:gd name="csX19" fmla="*/ 210645 w 283351"/>
                  <a:gd name="csY19" fmla="*/ 163335 h 266472"/>
                  <a:gd name="csX20" fmla="*/ 200748 w 283351"/>
                  <a:gd name="csY20" fmla="*/ 125199 h 266472"/>
                  <a:gd name="csX21" fmla="*/ 246490 w 283351"/>
                  <a:gd name="csY21" fmla="*/ 115808 h 266472"/>
                  <a:gd name="csX22" fmla="*/ 283351 w 283351"/>
                  <a:gd name="csY22" fmla="*/ 113587 h 266472"/>
                  <a:gd name="csX23" fmla="*/ 167062 w 283351"/>
                  <a:gd name="csY23" fmla="*/ 5965 h 266472"/>
                  <a:gd name="csX24" fmla="*/ 148219 w 283351"/>
                  <a:gd name="csY24" fmla="*/ 38707 h 266472"/>
                  <a:gd name="csX25" fmla="*/ 127727 w 283351"/>
                  <a:gd name="csY25" fmla="*/ 0 h 266472"/>
                  <a:gd name="csX26" fmla="*/ 203415 w 283351"/>
                  <a:gd name="csY26" fmla="*/ 18846 h 266472"/>
                  <a:gd name="csX27" fmla="*/ 178799 w 283351"/>
                  <a:gd name="csY27" fmla="*/ 52096 h 266472"/>
                  <a:gd name="csX28" fmla="*/ 203415 w 283351"/>
                  <a:gd name="csY28" fmla="*/ 64215 h 266472"/>
                  <a:gd name="csX29" fmla="*/ 232154 w 283351"/>
                  <a:gd name="csY29" fmla="*/ 64215 h 266472"/>
                  <a:gd name="csX30" fmla="*/ 247888 w 283351"/>
                  <a:gd name="csY30" fmla="*/ 48986 h 2664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83351" h="266472">
                    <a:moveTo>
                      <a:pt x="265" y="85917"/>
                    </a:moveTo>
                    <a:cubicBezTo>
                      <a:pt x="-3732" y="111045"/>
                      <a:pt x="38775" y="129256"/>
                      <a:pt x="47276" y="139092"/>
                    </a:cubicBezTo>
                    <a:cubicBezTo>
                      <a:pt x="55778" y="148927"/>
                      <a:pt x="45500" y="155716"/>
                      <a:pt x="51781" y="165489"/>
                    </a:cubicBezTo>
                    <a:cubicBezTo>
                      <a:pt x="58062" y="175324"/>
                      <a:pt x="71068" y="184778"/>
                      <a:pt x="67895" y="198231"/>
                    </a:cubicBezTo>
                    <a:cubicBezTo>
                      <a:pt x="64723" y="211619"/>
                      <a:pt x="67515" y="220630"/>
                      <a:pt x="81282" y="235478"/>
                    </a:cubicBezTo>
                    <a:cubicBezTo>
                      <a:pt x="95049" y="250326"/>
                      <a:pt x="80394" y="264604"/>
                      <a:pt x="97016" y="266380"/>
                    </a:cubicBezTo>
                    <a:cubicBezTo>
                      <a:pt x="113638" y="268157"/>
                      <a:pt x="100632" y="243981"/>
                      <a:pt x="114907" y="232243"/>
                    </a:cubicBezTo>
                    <a:cubicBezTo>
                      <a:pt x="129245" y="220504"/>
                      <a:pt x="127405" y="220123"/>
                      <a:pt x="127405" y="205846"/>
                    </a:cubicBezTo>
                    <a:cubicBezTo>
                      <a:pt x="127405" y="191568"/>
                      <a:pt x="151640" y="181606"/>
                      <a:pt x="159761" y="166377"/>
                    </a:cubicBezTo>
                    <a:cubicBezTo>
                      <a:pt x="167882" y="151148"/>
                      <a:pt x="142758" y="140361"/>
                      <a:pt x="133749" y="142582"/>
                    </a:cubicBezTo>
                    <a:cubicBezTo>
                      <a:pt x="124740" y="144803"/>
                      <a:pt x="118967" y="153813"/>
                      <a:pt x="109958" y="137696"/>
                    </a:cubicBezTo>
                    <a:cubicBezTo>
                      <a:pt x="100949" y="121579"/>
                      <a:pt x="93843" y="121071"/>
                      <a:pt x="81726" y="120183"/>
                    </a:cubicBezTo>
                    <a:cubicBezTo>
                      <a:pt x="69608" y="119294"/>
                      <a:pt x="42264" y="109395"/>
                      <a:pt x="43216" y="95055"/>
                    </a:cubicBezTo>
                    <a:cubicBezTo>
                      <a:pt x="44167" y="80714"/>
                      <a:pt x="74620" y="95435"/>
                      <a:pt x="79061" y="89280"/>
                    </a:cubicBezTo>
                    <a:cubicBezTo>
                      <a:pt x="83501" y="83125"/>
                      <a:pt x="88958" y="78049"/>
                      <a:pt x="105961" y="76653"/>
                    </a:cubicBezTo>
                    <a:cubicBezTo>
                      <a:pt x="122964" y="75257"/>
                      <a:pt x="116239" y="56919"/>
                      <a:pt x="112242" y="47908"/>
                    </a:cubicBezTo>
                    <a:cubicBezTo>
                      <a:pt x="108245" y="38897"/>
                      <a:pt x="98031" y="5839"/>
                      <a:pt x="98031" y="5839"/>
                    </a:cubicBezTo>
                    <a:moveTo>
                      <a:pt x="253470" y="249316"/>
                    </a:moveTo>
                    <a:cubicBezTo>
                      <a:pt x="221622" y="230026"/>
                      <a:pt x="236150" y="212766"/>
                      <a:pt x="242050" y="193857"/>
                    </a:cubicBezTo>
                    <a:cubicBezTo>
                      <a:pt x="247822" y="175011"/>
                      <a:pt x="230313" y="171457"/>
                      <a:pt x="210645" y="163335"/>
                    </a:cubicBezTo>
                    <a:cubicBezTo>
                      <a:pt x="190915" y="155213"/>
                      <a:pt x="193135" y="148994"/>
                      <a:pt x="200748" y="125199"/>
                    </a:cubicBezTo>
                    <a:cubicBezTo>
                      <a:pt x="208361" y="101404"/>
                      <a:pt x="230757" y="108194"/>
                      <a:pt x="246490" y="115808"/>
                    </a:cubicBezTo>
                    <a:cubicBezTo>
                      <a:pt x="262224" y="123423"/>
                      <a:pt x="283351" y="113587"/>
                      <a:pt x="283351" y="113587"/>
                    </a:cubicBezTo>
                    <a:moveTo>
                      <a:pt x="167062" y="5965"/>
                    </a:moveTo>
                    <a:cubicBezTo>
                      <a:pt x="167062" y="5965"/>
                      <a:pt x="165285" y="38707"/>
                      <a:pt x="148219" y="38707"/>
                    </a:cubicBezTo>
                    <a:cubicBezTo>
                      <a:pt x="131154" y="38707"/>
                      <a:pt x="135531" y="4442"/>
                      <a:pt x="127727" y="0"/>
                    </a:cubicBezTo>
                    <a:moveTo>
                      <a:pt x="203415" y="18846"/>
                    </a:moveTo>
                    <a:cubicBezTo>
                      <a:pt x="203415" y="18846"/>
                      <a:pt x="175563" y="43974"/>
                      <a:pt x="178799" y="52096"/>
                    </a:cubicBezTo>
                    <a:cubicBezTo>
                      <a:pt x="182034" y="60217"/>
                      <a:pt x="190028" y="69990"/>
                      <a:pt x="203415" y="64215"/>
                    </a:cubicBezTo>
                    <a:cubicBezTo>
                      <a:pt x="216801" y="58441"/>
                      <a:pt x="224922" y="61994"/>
                      <a:pt x="232154" y="64215"/>
                    </a:cubicBezTo>
                    <a:cubicBezTo>
                      <a:pt x="239387" y="66436"/>
                      <a:pt x="247888" y="48986"/>
                      <a:pt x="247888" y="48986"/>
                    </a:cubicBezTo>
                  </a:path>
                </a:pathLst>
              </a:custGeom>
              <a:noFill/>
              <a:ln w="8996" cap="rnd">
                <a:solidFill>
                  <a:schemeClr val="bg1"/>
                </a:solidFill>
                <a:prstDash val="solid"/>
                <a:round/>
              </a:ln>
            </p:spPr>
            <p:txBody>
              <a:bodyPr/>
              <a:lstStyle/>
              <a:p>
                <a:endParaRPr lang="en-US" noProof="0"/>
              </a:p>
            </p:txBody>
          </p:sp>
          <p:sp>
            <p:nvSpPr>
              <p:cNvPr id="913" name="Elipse 912">
                <a:extLst>
                  <a:ext uri="{FF2B5EF4-FFF2-40B4-BE49-F238E27FC236}">
                    <a16:creationId xmlns:a16="http://schemas.microsoft.com/office/drawing/2014/main" id="{0B18CB68-B9BB-C36C-E65C-68E71EA88467}"/>
                  </a:ext>
                </a:extLst>
              </p:cNvPr>
              <p:cNvSpPr>
                <a:spLocks noChangeAspect="1"/>
              </p:cNvSpPr>
              <p:nvPr/>
            </p:nvSpPr>
            <p:spPr>
              <a:xfrm>
                <a:off x="-1815302" y="6579351"/>
                <a:ext cx="324000" cy="324000"/>
              </a:xfrm>
              <a:prstGeom prst="ellipse">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907" name="Grupo 906">
              <a:extLst>
                <a:ext uri="{FF2B5EF4-FFF2-40B4-BE49-F238E27FC236}">
                  <a16:creationId xmlns:a16="http://schemas.microsoft.com/office/drawing/2014/main" id="{6725464C-1108-5020-6D2B-0A36B07E8E04}"/>
                </a:ext>
              </a:extLst>
            </p:cNvPr>
            <p:cNvGrpSpPr>
              <a:grpSpLocks noChangeAspect="1"/>
            </p:cNvGrpSpPr>
            <p:nvPr/>
          </p:nvGrpSpPr>
          <p:grpSpPr>
            <a:xfrm>
              <a:off x="-1643743" y="6700592"/>
              <a:ext cx="321104" cy="314815"/>
              <a:chOff x="-881743" y="6281928"/>
              <a:chExt cx="321104" cy="314815"/>
            </a:xfrm>
          </p:grpSpPr>
          <p:sp>
            <p:nvSpPr>
              <p:cNvPr id="908" name="Elipse 907">
                <a:extLst>
                  <a:ext uri="{FF2B5EF4-FFF2-40B4-BE49-F238E27FC236}">
                    <a16:creationId xmlns:a16="http://schemas.microsoft.com/office/drawing/2014/main" id="{46E0BBE9-51B6-23BE-3CCE-59AC5AAD0858}"/>
                  </a:ext>
                </a:extLst>
              </p:cNvPr>
              <p:cNvSpPr/>
              <p:nvPr/>
            </p:nvSpPr>
            <p:spPr>
              <a:xfrm>
                <a:off x="-881743" y="6281928"/>
                <a:ext cx="321104" cy="314815"/>
              </a:xfrm>
              <a:prstGeom prst="ellipse">
                <a:avLst/>
              </a:prstGeom>
              <a:solidFill>
                <a:srgbClr val="0072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909" name="Grupo 908">
                <a:extLst>
                  <a:ext uri="{FF2B5EF4-FFF2-40B4-BE49-F238E27FC236}">
                    <a16:creationId xmlns:a16="http://schemas.microsoft.com/office/drawing/2014/main" id="{6A68C747-2759-9707-CF7B-F34CB9F63C2E}"/>
                  </a:ext>
                </a:extLst>
              </p:cNvPr>
              <p:cNvGrpSpPr>
                <a:grpSpLocks noChangeAspect="1"/>
              </p:cNvGrpSpPr>
              <p:nvPr/>
            </p:nvGrpSpPr>
            <p:grpSpPr>
              <a:xfrm>
                <a:off x="-846188" y="6294164"/>
                <a:ext cx="249994" cy="302579"/>
                <a:chOff x="542857" y="5153657"/>
                <a:chExt cx="390334" cy="472439"/>
              </a:xfrm>
            </p:grpSpPr>
            <p:sp>
              <p:nvSpPr>
                <p:cNvPr id="910" name="Forma libre: forma 909">
                  <a:extLst>
                    <a:ext uri="{FF2B5EF4-FFF2-40B4-BE49-F238E27FC236}">
                      <a16:creationId xmlns:a16="http://schemas.microsoft.com/office/drawing/2014/main" id="{19631E19-5DB6-BE83-A649-A4A090852B73}"/>
                    </a:ext>
                  </a:extLst>
                </p:cNvPr>
                <p:cNvSpPr/>
                <p:nvPr/>
              </p:nvSpPr>
              <p:spPr>
                <a:xfrm>
                  <a:off x="542857" y="5153657"/>
                  <a:ext cx="390334" cy="472439"/>
                </a:xfrm>
                <a:custGeom>
                  <a:avLst/>
                  <a:gdLst>
                    <a:gd name="csX0" fmla="*/ 195262 w 390334"/>
                    <a:gd name="csY0" fmla="*/ 0 h 472439"/>
                    <a:gd name="csX1" fmla="*/ 0 w 390334"/>
                    <a:gd name="csY1" fmla="*/ 82201 h 472439"/>
                    <a:gd name="csX2" fmla="*/ 0 w 390334"/>
                    <a:gd name="csY2" fmla="*/ 277368 h 472439"/>
                    <a:gd name="csX3" fmla="*/ 195167 w 390334"/>
                    <a:gd name="csY3" fmla="*/ 472440 h 472439"/>
                    <a:gd name="csX4" fmla="*/ 390335 w 390334"/>
                    <a:gd name="csY4" fmla="*/ 287655 h 472439"/>
                    <a:gd name="csX5" fmla="*/ 390335 w 390334"/>
                    <a:gd name="csY5" fmla="*/ 82201 h 472439"/>
                    <a:gd name="csX6" fmla="*/ 195262 w 390334"/>
                    <a:gd name="csY6" fmla="*/ 0 h 47243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90334" h="472439">
                      <a:moveTo>
                        <a:pt x="195262" y="0"/>
                      </a:moveTo>
                      <a:cubicBezTo>
                        <a:pt x="176308" y="26956"/>
                        <a:pt x="49625" y="82201"/>
                        <a:pt x="0" y="82201"/>
                      </a:cubicBezTo>
                      <a:lnTo>
                        <a:pt x="0" y="277368"/>
                      </a:lnTo>
                      <a:cubicBezTo>
                        <a:pt x="0" y="369094"/>
                        <a:pt x="184309" y="469487"/>
                        <a:pt x="195167" y="472440"/>
                      </a:cubicBezTo>
                      <a:cubicBezTo>
                        <a:pt x="206026" y="469583"/>
                        <a:pt x="390335" y="362141"/>
                        <a:pt x="390335" y="287655"/>
                      </a:cubicBezTo>
                      <a:lnTo>
                        <a:pt x="390335" y="82201"/>
                      </a:lnTo>
                      <a:cubicBezTo>
                        <a:pt x="336137" y="82201"/>
                        <a:pt x="214217" y="26956"/>
                        <a:pt x="195262" y="0"/>
                      </a:cubicBezTo>
                      <a:close/>
                    </a:path>
                  </a:pathLst>
                </a:custGeom>
                <a:noFill/>
                <a:ln w="19050" cap="rnd">
                  <a:solidFill>
                    <a:schemeClr val="bg1"/>
                  </a:solidFill>
                  <a:prstDash val="solid"/>
                  <a:round/>
                </a:ln>
              </p:spPr>
              <p:txBody>
                <a:bodyPr/>
                <a:lstStyle/>
                <a:p>
                  <a:endParaRPr lang="en-US" noProof="0"/>
                </a:p>
              </p:txBody>
            </p:sp>
            <p:sp>
              <p:nvSpPr>
                <p:cNvPr id="911" name="Forma libre: forma 910">
                  <a:extLst>
                    <a:ext uri="{FF2B5EF4-FFF2-40B4-BE49-F238E27FC236}">
                      <a16:creationId xmlns:a16="http://schemas.microsoft.com/office/drawing/2014/main" id="{45C8C01B-8236-DFE1-C2E7-9D7EF7527B4F}"/>
                    </a:ext>
                  </a:extLst>
                </p:cNvPr>
                <p:cNvSpPr/>
                <p:nvPr/>
              </p:nvSpPr>
              <p:spPr>
                <a:xfrm>
                  <a:off x="663539" y="5266814"/>
                  <a:ext cx="148970" cy="223075"/>
                </a:xfrm>
                <a:custGeom>
                  <a:avLst/>
                  <a:gdLst>
                    <a:gd name="csX0" fmla="*/ 139446 w 148970"/>
                    <a:gd name="csY0" fmla="*/ 102013 h 223075"/>
                    <a:gd name="csX1" fmla="*/ 9525 w 148970"/>
                    <a:gd name="csY1" fmla="*/ 102013 h 223075"/>
                    <a:gd name="csX2" fmla="*/ 0 w 148970"/>
                    <a:gd name="csY2" fmla="*/ 111538 h 223075"/>
                    <a:gd name="csX3" fmla="*/ 0 w 148970"/>
                    <a:gd name="csY3" fmla="*/ 213551 h 223075"/>
                    <a:gd name="csX4" fmla="*/ 9525 w 148970"/>
                    <a:gd name="csY4" fmla="*/ 223076 h 223075"/>
                    <a:gd name="csX5" fmla="*/ 139446 w 148970"/>
                    <a:gd name="csY5" fmla="*/ 223076 h 223075"/>
                    <a:gd name="csX6" fmla="*/ 148971 w 148970"/>
                    <a:gd name="csY6" fmla="*/ 213551 h 223075"/>
                    <a:gd name="csX7" fmla="*/ 148971 w 148970"/>
                    <a:gd name="csY7" fmla="*/ 110966 h 223075"/>
                    <a:gd name="csX8" fmla="*/ 139446 w 148970"/>
                    <a:gd name="csY8" fmla="*/ 102013 h 223075"/>
                    <a:gd name="csX9" fmla="*/ 28480 w 148970"/>
                    <a:gd name="csY9" fmla="*/ 102013 h 223075"/>
                    <a:gd name="csX10" fmla="*/ 28480 w 148970"/>
                    <a:gd name="csY10" fmla="*/ 46292 h 223075"/>
                    <a:gd name="csX11" fmla="*/ 74771 w 148970"/>
                    <a:gd name="csY11" fmla="*/ 0 h 223075"/>
                    <a:gd name="csX12" fmla="*/ 121063 w 148970"/>
                    <a:gd name="csY12" fmla="*/ 46292 h 223075"/>
                    <a:gd name="csX13" fmla="*/ 121063 w 148970"/>
                    <a:gd name="csY13" fmla="*/ 102013 h 223075"/>
                    <a:gd name="csX14" fmla="*/ 74771 w 148970"/>
                    <a:gd name="csY14" fmla="*/ 157163 h 223075"/>
                    <a:gd name="csX15" fmla="*/ 74771 w 148970"/>
                    <a:gd name="csY15" fmla="*/ 166688 h 223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48970" h="223075">
                      <a:moveTo>
                        <a:pt x="139446" y="102013"/>
                      </a:moveTo>
                      <a:lnTo>
                        <a:pt x="9525" y="102013"/>
                      </a:lnTo>
                      <a:cubicBezTo>
                        <a:pt x="4477" y="102013"/>
                        <a:pt x="0" y="105918"/>
                        <a:pt x="0" y="111538"/>
                      </a:cubicBezTo>
                      <a:lnTo>
                        <a:pt x="0" y="213551"/>
                      </a:lnTo>
                      <a:cubicBezTo>
                        <a:pt x="0" y="218599"/>
                        <a:pt x="4477" y="223076"/>
                        <a:pt x="9525" y="223076"/>
                      </a:cubicBezTo>
                      <a:lnTo>
                        <a:pt x="139446" y="223076"/>
                      </a:lnTo>
                      <a:cubicBezTo>
                        <a:pt x="144494" y="223076"/>
                        <a:pt x="148971" y="219170"/>
                        <a:pt x="148971" y="213551"/>
                      </a:cubicBezTo>
                      <a:lnTo>
                        <a:pt x="148971" y="110966"/>
                      </a:lnTo>
                      <a:cubicBezTo>
                        <a:pt x="148399" y="105918"/>
                        <a:pt x="144494" y="102013"/>
                        <a:pt x="139446" y="102013"/>
                      </a:cubicBezTo>
                      <a:close/>
                      <a:moveTo>
                        <a:pt x="28480" y="102013"/>
                      </a:moveTo>
                      <a:lnTo>
                        <a:pt x="28480" y="46292"/>
                      </a:lnTo>
                      <a:cubicBezTo>
                        <a:pt x="28480" y="20669"/>
                        <a:pt x="49149" y="0"/>
                        <a:pt x="74771" y="0"/>
                      </a:cubicBezTo>
                      <a:cubicBezTo>
                        <a:pt x="100394" y="0"/>
                        <a:pt x="121063" y="20669"/>
                        <a:pt x="121063" y="46292"/>
                      </a:cubicBezTo>
                      <a:lnTo>
                        <a:pt x="121063" y="102013"/>
                      </a:lnTo>
                      <a:moveTo>
                        <a:pt x="74771" y="157163"/>
                      </a:moveTo>
                      <a:lnTo>
                        <a:pt x="74771" y="166688"/>
                      </a:lnTo>
                    </a:path>
                  </a:pathLst>
                </a:custGeom>
                <a:noFill/>
                <a:ln w="9525" cap="rnd">
                  <a:solidFill>
                    <a:schemeClr val="bg1"/>
                  </a:solidFill>
                  <a:prstDash val="solid"/>
                  <a:round/>
                </a:ln>
              </p:spPr>
              <p:txBody>
                <a:bodyPr/>
                <a:lstStyle/>
                <a:p>
                  <a:endParaRPr lang="en-US" noProof="0"/>
                </a:p>
              </p:txBody>
            </p:sp>
          </p:grpSp>
        </p:grpSp>
      </p:grpSp>
      <p:grpSp>
        <p:nvGrpSpPr>
          <p:cNvPr id="914" name="Gráfico 988" descr="Insignia de portapapeles contorno">
            <a:extLst>
              <a:ext uri="{FF2B5EF4-FFF2-40B4-BE49-F238E27FC236}">
                <a16:creationId xmlns:a16="http://schemas.microsoft.com/office/drawing/2014/main" id="{F1C4FD10-2BF9-E775-0B6F-7F89F8D84467}"/>
              </a:ext>
            </a:extLst>
          </p:cNvPr>
          <p:cNvGrpSpPr/>
          <p:nvPr/>
        </p:nvGrpSpPr>
        <p:grpSpPr>
          <a:xfrm>
            <a:off x="605379" y="4307351"/>
            <a:ext cx="378152" cy="481888"/>
            <a:chOff x="872127" y="5409278"/>
            <a:chExt cx="294521" cy="392798"/>
          </a:xfrm>
          <a:solidFill>
            <a:schemeClr val="bg1"/>
          </a:solidFill>
        </p:grpSpPr>
        <p:sp>
          <p:nvSpPr>
            <p:cNvPr id="915" name="Forma libre: forma 914">
              <a:extLst>
                <a:ext uri="{FF2B5EF4-FFF2-40B4-BE49-F238E27FC236}">
                  <a16:creationId xmlns:a16="http://schemas.microsoft.com/office/drawing/2014/main" id="{20027ACB-F1C1-3F5A-0063-E697A6920422}"/>
                </a:ext>
              </a:extLst>
            </p:cNvPr>
            <p:cNvSpPr/>
            <p:nvPr/>
          </p:nvSpPr>
          <p:spPr>
            <a:xfrm>
              <a:off x="1002207" y="5433924"/>
              <a:ext cx="34361" cy="34360"/>
            </a:xfrm>
            <a:custGeom>
              <a:avLst/>
              <a:gdLst>
                <a:gd name="csX0" fmla="*/ 34361 w 34361"/>
                <a:gd name="csY0" fmla="*/ 17180 h 34360"/>
                <a:gd name="csX1" fmla="*/ 17671 w 34361"/>
                <a:gd name="csY1" fmla="*/ 0 h 34360"/>
                <a:gd name="csX2" fmla="*/ 17180 w 34361"/>
                <a:gd name="csY2" fmla="*/ 0 h 34360"/>
                <a:gd name="csX3" fmla="*/ 0 w 34361"/>
                <a:gd name="csY3" fmla="*/ 17180 h 34360"/>
                <a:gd name="csX4" fmla="*/ 17180 w 34361"/>
                <a:gd name="csY4" fmla="*/ 34361 h 34360"/>
                <a:gd name="csX5" fmla="*/ 34361 w 34361"/>
                <a:gd name="csY5" fmla="*/ 17180 h 34360"/>
                <a:gd name="csX6" fmla="*/ 24543 w 34361"/>
                <a:gd name="csY6" fmla="*/ 17102 h 34360"/>
                <a:gd name="csX7" fmla="*/ 17259 w 34361"/>
                <a:gd name="csY7" fmla="*/ 24543 h 34360"/>
                <a:gd name="csX8" fmla="*/ 9818 w 34361"/>
                <a:gd name="csY8" fmla="*/ 17259 h 34360"/>
                <a:gd name="csX9" fmla="*/ 17102 w 34361"/>
                <a:gd name="csY9" fmla="*/ 9818 h 34360"/>
                <a:gd name="csX10" fmla="*/ 17180 w 34361"/>
                <a:gd name="csY10" fmla="*/ 9817 h 34360"/>
                <a:gd name="csX11" fmla="*/ 17499 w 34361"/>
                <a:gd name="csY11" fmla="*/ 9817 h 34360"/>
                <a:gd name="csX12" fmla="*/ 24543 w 34361"/>
                <a:gd name="csY12" fmla="*/ 17102 h 34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361" h="34360">
                  <a:moveTo>
                    <a:pt x="34361" y="17180"/>
                  </a:moveTo>
                  <a:cubicBezTo>
                    <a:pt x="34465" y="7840"/>
                    <a:pt x="27011" y="167"/>
                    <a:pt x="17671" y="0"/>
                  </a:cubicBezTo>
                  <a:lnTo>
                    <a:pt x="17180" y="0"/>
                  </a:lnTo>
                  <a:cubicBezTo>
                    <a:pt x="7692" y="0"/>
                    <a:pt x="0" y="7692"/>
                    <a:pt x="0" y="17180"/>
                  </a:cubicBezTo>
                  <a:cubicBezTo>
                    <a:pt x="0" y="26669"/>
                    <a:pt x="7692" y="34361"/>
                    <a:pt x="17180" y="34361"/>
                  </a:cubicBezTo>
                  <a:cubicBezTo>
                    <a:pt x="26669" y="34361"/>
                    <a:pt x="34361" y="26669"/>
                    <a:pt x="34361" y="17180"/>
                  </a:cubicBezTo>
                  <a:close/>
                  <a:moveTo>
                    <a:pt x="24543" y="17102"/>
                  </a:moveTo>
                  <a:cubicBezTo>
                    <a:pt x="24587" y="21168"/>
                    <a:pt x="21326" y="24500"/>
                    <a:pt x="17259" y="24543"/>
                  </a:cubicBezTo>
                  <a:cubicBezTo>
                    <a:pt x="13193" y="24587"/>
                    <a:pt x="9862" y="21325"/>
                    <a:pt x="9818" y="17259"/>
                  </a:cubicBezTo>
                  <a:cubicBezTo>
                    <a:pt x="9775" y="13193"/>
                    <a:pt x="13036" y="9861"/>
                    <a:pt x="17102" y="9818"/>
                  </a:cubicBezTo>
                  <a:cubicBezTo>
                    <a:pt x="17128" y="9817"/>
                    <a:pt x="17154" y="9817"/>
                    <a:pt x="17180" y="9817"/>
                  </a:cubicBezTo>
                  <a:lnTo>
                    <a:pt x="17499" y="9817"/>
                  </a:lnTo>
                  <a:cubicBezTo>
                    <a:pt x="21452" y="9892"/>
                    <a:pt x="24601" y="13149"/>
                    <a:pt x="24543" y="17102"/>
                  </a:cubicBezTo>
                  <a:close/>
                </a:path>
              </a:pathLst>
            </a:custGeom>
            <a:solidFill>
              <a:schemeClr val="bg1"/>
            </a:solidFill>
            <a:ln w="4862" cap="flat">
              <a:noFill/>
              <a:prstDash val="solid"/>
              <a:miter/>
            </a:ln>
          </p:spPr>
          <p:txBody>
            <a:bodyPr/>
            <a:lstStyle/>
            <a:p>
              <a:endParaRPr lang="en-US" noProof="0"/>
            </a:p>
          </p:txBody>
        </p:sp>
        <p:sp>
          <p:nvSpPr>
            <p:cNvPr id="916" name="Rectángulo 915">
              <a:extLst>
                <a:ext uri="{FF2B5EF4-FFF2-40B4-BE49-F238E27FC236}">
                  <a16:creationId xmlns:a16="http://schemas.microsoft.com/office/drawing/2014/main" id="{BDFCD246-6BD0-419C-929F-99E5337233C6}"/>
                </a:ext>
              </a:extLst>
            </p:cNvPr>
            <p:cNvSpPr/>
            <p:nvPr/>
          </p:nvSpPr>
          <p:spPr>
            <a:xfrm>
              <a:off x="926122" y="5546824"/>
              <a:ext cx="191438" cy="9817"/>
            </a:xfrm>
            <a:prstGeom prst="rect">
              <a:avLst/>
            </a:prstGeom>
            <a:solidFill>
              <a:schemeClr val="bg1"/>
            </a:solidFill>
            <a:ln w="4862" cap="flat">
              <a:noFill/>
              <a:prstDash val="solid"/>
              <a:miter/>
            </a:ln>
          </p:spPr>
          <p:txBody>
            <a:bodyPr/>
            <a:lstStyle/>
            <a:p>
              <a:endParaRPr lang="en-US" noProof="0"/>
            </a:p>
          </p:txBody>
        </p:sp>
        <p:sp>
          <p:nvSpPr>
            <p:cNvPr id="945" name="Rectángulo 944">
              <a:extLst>
                <a:ext uri="{FF2B5EF4-FFF2-40B4-BE49-F238E27FC236}">
                  <a16:creationId xmlns:a16="http://schemas.microsoft.com/office/drawing/2014/main" id="{6ACC4F09-83E8-B2D4-AFDC-55EFE2CBF9F4}"/>
                </a:ext>
              </a:extLst>
            </p:cNvPr>
            <p:cNvSpPr/>
            <p:nvPr/>
          </p:nvSpPr>
          <p:spPr>
            <a:xfrm>
              <a:off x="1019388" y="5586094"/>
              <a:ext cx="98173" cy="9817"/>
            </a:xfrm>
            <a:prstGeom prst="rect">
              <a:avLst/>
            </a:prstGeom>
            <a:solidFill>
              <a:schemeClr val="bg1"/>
            </a:solidFill>
            <a:ln w="4862" cap="flat">
              <a:noFill/>
              <a:prstDash val="solid"/>
              <a:miter/>
            </a:ln>
          </p:spPr>
          <p:txBody>
            <a:bodyPr/>
            <a:lstStyle/>
            <a:p>
              <a:endParaRPr lang="en-US" noProof="0"/>
            </a:p>
          </p:txBody>
        </p:sp>
        <p:sp>
          <p:nvSpPr>
            <p:cNvPr id="947" name="Rectángulo 946">
              <a:extLst>
                <a:ext uri="{FF2B5EF4-FFF2-40B4-BE49-F238E27FC236}">
                  <a16:creationId xmlns:a16="http://schemas.microsoft.com/office/drawing/2014/main" id="{C9D50D0A-71B0-1D7A-C95E-5DDA92A6CD35}"/>
                </a:ext>
              </a:extLst>
            </p:cNvPr>
            <p:cNvSpPr/>
            <p:nvPr/>
          </p:nvSpPr>
          <p:spPr>
            <a:xfrm>
              <a:off x="921214" y="5689176"/>
              <a:ext cx="78539" cy="9817"/>
            </a:xfrm>
            <a:prstGeom prst="rect">
              <a:avLst/>
            </a:prstGeom>
            <a:solidFill>
              <a:schemeClr val="bg1"/>
            </a:solidFill>
            <a:ln w="4862" cap="flat">
              <a:noFill/>
              <a:prstDash val="solid"/>
              <a:miter/>
            </a:ln>
          </p:spPr>
          <p:txBody>
            <a:bodyPr/>
            <a:lstStyle/>
            <a:p>
              <a:endParaRPr lang="en-US" noProof="0"/>
            </a:p>
          </p:txBody>
        </p:sp>
        <p:sp>
          <p:nvSpPr>
            <p:cNvPr id="974" name="Forma libre: forma 973">
              <a:extLst>
                <a:ext uri="{FF2B5EF4-FFF2-40B4-BE49-F238E27FC236}">
                  <a16:creationId xmlns:a16="http://schemas.microsoft.com/office/drawing/2014/main" id="{642340E9-AE5B-8D59-F682-05E3A984E2A0}"/>
                </a:ext>
              </a:extLst>
            </p:cNvPr>
            <p:cNvSpPr/>
            <p:nvPr/>
          </p:nvSpPr>
          <p:spPr>
            <a:xfrm>
              <a:off x="1016604" y="5625363"/>
              <a:ext cx="102655" cy="138611"/>
            </a:xfrm>
            <a:custGeom>
              <a:avLst/>
              <a:gdLst>
                <a:gd name="csX0" fmla="*/ 82451 w 102655"/>
                <a:gd name="csY0" fmla="*/ 120076 h 138611"/>
                <a:gd name="csX1" fmla="*/ 102655 w 102655"/>
                <a:gd name="csY1" fmla="*/ 123233 h 138611"/>
                <a:gd name="csX2" fmla="*/ 80306 w 102655"/>
                <a:gd name="csY2" fmla="*/ 81092 h 138611"/>
                <a:gd name="csX3" fmla="*/ 83914 w 102655"/>
                <a:gd name="csY3" fmla="*/ 78637 h 138611"/>
                <a:gd name="csX4" fmla="*/ 87389 w 102655"/>
                <a:gd name="csY4" fmla="*/ 70729 h 138611"/>
                <a:gd name="csX5" fmla="*/ 93560 w 102655"/>
                <a:gd name="csY5" fmla="*/ 64559 h 138611"/>
                <a:gd name="csX6" fmla="*/ 93560 w 102655"/>
                <a:gd name="csY6" fmla="*/ 54909 h 138611"/>
                <a:gd name="csX7" fmla="*/ 97354 w 102655"/>
                <a:gd name="csY7" fmla="*/ 46073 h 138611"/>
                <a:gd name="csX8" fmla="*/ 94193 w 102655"/>
                <a:gd name="csY8" fmla="*/ 38008 h 138611"/>
                <a:gd name="csX9" fmla="*/ 94193 w 102655"/>
                <a:gd name="csY9" fmla="*/ 29305 h 138611"/>
                <a:gd name="csX10" fmla="*/ 87389 w 102655"/>
                <a:gd name="csY10" fmla="*/ 22502 h 138611"/>
                <a:gd name="csX11" fmla="*/ 83914 w 102655"/>
                <a:gd name="csY11" fmla="*/ 13484 h 138611"/>
                <a:gd name="csX12" fmla="*/ 76006 w 102655"/>
                <a:gd name="csY12" fmla="*/ 10004 h 138611"/>
                <a:gd name="csX13" fmla="*/ 69836 w 102655"/>
                <a:gd name="csY13" fmla="*/ 3834 h 138611"/>
                <a:gd name="csX14" fmla="*/ 65099 w 102655"/>
                <a:gd name="csY14" fmla="*/ 2827 h 138611"/>
                <a:gd name="csX15" fmla="*/ 60190 w 102655"/>
                <a:gd name="csY15" fmla="*/ 3834 h 138611"/>
                <a:gd name="csX16" fmla="*/ 51330 w 102655"/>
                <a:gd name="csY16" fmla="*/ 0 h 138611"/>
                <a:gd name="csX17" fmla="*/ 43265 w 102655"/>
                <a:gd name="csY17" fmla="*/ 3166 h 138611"/>
                <a:gd name="csX18" fmla="*/ 38975 w 102655"/>
                <a:gd name="csY18" fmla="*/ 2332 h 138611"/>
                <a:gd name="csX19" fmla="*/ 34557 w 102655"/>
                <a:gd name="csY19" fmla="*/ 3166 h 138611"/>
                <a:gd name="csX20" fmla="*/ 27754 w 102655"/>
                <a:gd name="csY20" fmla="*/ 9965 h 138611"/>
                <a:gd name="csX21" fmla="*/ 27135 w 102655"/>
                <a:gd name="csY21" fmla="*/ 9965 h 138611"/>
                <a:gd name="csX22" fmla="*/ 18741 w 102655"/>
                <a:gd name="csY22" fmla="*/ 13460 h 138611"/>
                <a:gd name="csX23" fmla="*/ 15261 w 102655"/>
                <a:gd name="csY23" fmla="*/ 21373 h 138611"/>
                <a:gd name="csX24" fmla="*/ 9091 w 102655"/>
                <a:gd name="csY24" fmla="*/ 27543 h 138611"/>
                <a:gd name="csX25" fmla="*/ 9091 w 102655"/>
                <a:gd name="csY25" fmla="*/ 37193 h 138611"/>
                <a:gd name="csX26" fmla="*/ 8458 w 102655"/>
                <a:gd name="csY26" fmla="*/ 54118 h 138611"/>
                <a:gd name="csX27" fmla="*/ 8458 w 102655"/>
                <a:gd name="csY27" fmla="*/ 62821 h 138611"/>
                <a:gd name="csX28" fmla="*/ 15261 w 102655"/>
                <a:gd name="csY28" fmla="*/ 69620 h 138611"/>
                <a:gd name="csX29" fmla="*/ 22354 w 102655"/>
                <a:gd name="csY29" fmla="*/ 81097 h 138611"/>
                <a:gd name="csX30" fmla="*/ 0 w 102655"/>
                <a:gd name="csY30" fmla="*/ 123247 h 138611"/>
                <a:gd name="csX31" fmla="*/ 20199 w 102655"/>
                <a:gd name="csY31" fmla="*/ 120091 h 138611"/>
                <a:gd name="csX32" fmla="*/ 28888 w 102655"/>
                <a:gd name="csY32" fmla="*/ 138612 h 138611"/>
                <a:gd name="csX33" fmla="*/ 51320 w 102655"/>
                <a:gd name="csY33" fmla="*/ 96397 h 138611"/>
                <a:gd name="csX34" fmla="*/ 73753 w 102655"/>
                <a:gd name="csY34" fmla="*/ 138612 h 138611"/>
                <a:gd name="csX35" fmla="*/ 17868 w 102655"/>
                <a:gd name="csY35" fmla="*/ 110504 h 138611"/>
                <a:gd name="csX36" fmla="*/ 30424 w 102655"/>
                <a:gd name="csY36" fmla="*/ 86830 h 138611"/>
                <a:gd name="csX37" fmla="*/ 32824 w 102655"/>
                <a:gd name="csY37" fmla="*/ 88273 h 138611"/>
                <a:gd name="csX38" fmla="*/ 37566 w 102655"/>
                <a:gd name="csY38" fmla="*/ 89284 h 138611"/>
                <a:gd name="csX39" fmla="*/ 42475 w 102655"/>
                <a:gd name="csY39" fmla="*/ 88273 h 138611"/>
                <a:gd name="csX40" fmla="*/ 43879 w 102655"/>
                <a:gd name="csY40" fmla="*/ 89500 h 138611"/>
                <a:gd name="csX41" fmla="*/ 29447 w 102655"/>
                <a:gd name="csY41" fmla="*/ 116655 h 138611"/>
                <a:gd name="csX42" fmla="*/ 25972 w 102655"/>
                <a:gd name="csY42" fmla="*/ 109243 h 138611"/>
                <a:gd name="csX43" fmla="*/ 83644 w 102655"/>
                <a:gd name="csY43" fmla="*/ 61638 h 138611"/>
                <a:gd name="csX44" fmla="*/ 77921 w 102655"/>
                <a:gd name="csY44" fmla="*/ 63995 h 138611"/>
                <a:gd name="csX45" fmla="*/ 77592 w 102655"/>
                <a:gd name="csY45" fmla="*/ 70194 h 138611"/>
                <a:gd name="csX46" fmla="*/ 76968 w 102655"/>
                <a:gd name="csY46" fmla="*/ 71706 h 138611"/>
                <a:gd name="csX47" fmla="*/ 75496 w 102655"/>
                <a:gd name="csY47" fmla="*/ 72325 h 138611"/>
                <a:gd name="csX48" fmla="*/ 68304 w 102655"/>
                <a:gd name="csY48" fmla="*/ 71986 h 138611"/>
                <a:gd name="csX49" fmla="*/ 65664 w 102655"/>
                <a:gd name="csY49" fmla="*/ 78735 h 138611"/>
                <a:gd name="csX50" fmla="*/ 64579 w 102655"/>
                <a:gd name="csY50" fmla="*/ 79756 h 138611"/>
                <a:gd name="csX51" fmla="*/ 63666 w 102655"/>
                <a:gd name="csY51" fmla="*/ 79943 h 138611"/>
                <a:gd name="csX52" fmla="*/ 63116 w 102655"/>
                <a:gd name="csY52" fmla="*/ 79855 h 138611"/>
                <a:gd name="csX53" fmla="*/ 57574 w 102655"/>
                <a:gd name="csY53" fmla="*/ 77557 h 138611"/>
                <a:gd name="csX54" fmla="*/ 53009 w 102655"/>
                <a:gd name="csY54" fmla="*/ 81484 h 138611"/>
                <a:gd name="csX55" fmla="*/ 51330 w 102655"/>
                <a:gd name="csY55" fmla="*/ 82284 h 138611"/>
                <a:gd name="csX56" fmla="*/ 49651 w 102655"/>
                <a:gd name="csY56" fmla="*/ 81607 h 138611"/>
                <a:gd name="csX57" fmla="*/ 44998 w 102655"/>
                <a:gd name="csY57" fmla="*/ 76576 h 138611"/>
                <a:gd name="csX58" fmla="*/ 38685 w 102655"/>
                <a:gd name="csY58" fmla="*/ 79236 h 138611"/>
                <a:gd name="csX59" fmla="*/ 37586 w 102655"/>
                <a:gd name="csY59" fmla="*/ 79477 h 138611"/>
                <a:gd name="csX60" fmla="*/ 36874 w 102655"/>
                <a:gd name="csY60" fmla="*/ 79334 h 138611"/>
                <a:gd name="csX61" fmla="*/ 35755 w 102655"/>
                <a:gd name="csY61" fmla="*/ 78377 h 138611"/>
                <a:gd name="csX62" fmla="*/ 33399 w 102655"/>
                <a:gd name="csY62" fmla="*/ 72654 h 138611"/>
                <a:gd name="csX63" fmla="*/ 27224 w 102655"/>
                <a:gd name="csY63" fmla="*/ 72315 h 138611"/>
                <a:gd name="csX64" fmla="*/ 25712 w 102655"/>
                <a:gd name="csY64" fmla="*/ 71691 h 138611"/>
                <a:gd name="csX65" fmla="*/ 25098 w 102655"/>
                <a:gd name="csY65" fmla="*/ 70086 h 138611"/>
                <a:gd name="csX66" fmla="*/ 25437 w 102655"/>
                <a:gd name="csY66" fmla="*/ 62895 h 138611"/>
                <a:gd name="csX67" fmla="*/ 18663 w 102655"/>
                <a:gd name="csY67" fmla="*/ 60377 h 138611"/>
                <a:gd name="csX68" fmla="*/ 17642 w 102655"/>
                <a:gd name="csY68" fmla="*/ 59292 h 138611"/>
                <a:gd name="csX69" fmla="*/ 17549 w 102655"/>
                <a:gd name="csY69" fmla="*/ 57820 h 138611"/>
                <a:gd name="csX70" fmla="*/ 19929 w 102655"/>
                <a:gd name="csY70" fmla="*/ 52022 h 138611"/>
                <a:gd name="csX71" fmla="*/ 15683 w 102655"/>
                <a:gd name="csY71" fmla="*/ 47423 h 138611"/>
                <a:gd name="csX72" fmla="*/ 15124 w 102655"/>
                <a:gd name="csY72" fmla="*/ 46009 h 138611"/>
                <a:gd name="csX73" fmla="*/ 15801 w 102655"/>
                <a:gd name="csY73" fmla="*/ 44330 h 138611"/>
                <a:gd name="csX74" fmla="*/ 20808 w 102655"/>
                <a:gd name="csY74" fmla="*/ 39657 h 138611"/>
                <a:gd name="csX75" fmla="*/ 18147 w 102655"/>
                <a:gd name="csY75" fmla="*/ 33379 h 138611"/>
                <a:gd name="csX76" fmla="*/ 18054 w 102655"/>
                <a:gd name="csY76" fmla="*/ 31563 h 138611"/>
                <a:gd name="csX77" fmla="*/ 19006 w 102655"/>
                <a:gd name="csY77" fmla="*/ 30444 h 138611"/>
                <a:gd name="csX78" fmla="*/ 24730 w 102655"/>
                <a:gd name="csY78" fmla="*/ 28088 h 138611"/>
                <a:gd name="csX79" fmla="*/ 25074 w 102655"/>
                <a:gd name="csY79" fmla="*/ 21912 h 138611"/>
                <a:gd name="csX80" fmla="*/ 25692 w 102655"/>
                <a:gd name="csY80" fmla="*/ 20401 h 138611"/>
                <a:gd name="csX81" fmla="*/ 27165 w 102655"/>
                <a:gd name="csY81" fmla="*/ 19777 h 138611"/>
                <a:gd name="csX82" fmla="*/ 34356 w 102655"/>
                <a:gd name="csY82" fmla="*/ 20121 h 138611"/>
                <a:gd name="csX83" fmla="*/ 36997 w 102655"/>
                <a:gd name="csY83" fmla="*/ 13371 h 138611"/>
                <a:gd name="csX84" fmla="*/ 38082 w 102655"/>
                <a:gd name="csY84" fmla="*/ 12345 h 138611"/>
                <a:gd name="csX85" fmla="*/ 38995 w 102655"/>
                <a:gd name="csY85" fmla="*/ 12159 h 138611"/>
                <a:gd name="csX86" fmla="*/ 39544 w 102655"/>
                <a:gd name="csY86" fmla="*/ 12252 h 138611"/>
                <a:gd name="csX87" fmla="*/ 45106 w 102655"/>
                <a:gd name="csY87" fmla="*/ 14545 h 138611"/>
                <a:gd name="csX88" fmla="*/ 49676 w 102655"/>
                <a:gd name="csY88" fmla="*/ 10618 h 138611"/>
                <a:gd name="csX89" fmla="*/ 51330 w 102655"/>
                <a:gd name="csY89" fmla="*/ 9817 h 138611"/>
                <a:gd name="csX90" fmla="*/ 53009 w 102655"/>
                <a:gd name="csY90" fmla="*/ 10495 h 138611"/>
                <a:gd name="csX91" fmla="*/ 57682 w 102655"/>
                <a:gd name="csY91" fmla="*/ 15502 h 138611"/>
                <a:gd name="csX92" fmla="*/ 63999 w 102655"/>
                <a:gd name="csY92" fmla="*/ 12846 h 138611"/>
                <a:gd name="csX93" fmla="*/ 65099 w 102655"/>
                <a:gd name="csY93" fmla="*/ 12606 h 138611"/>
                <a:gd name="csX94" fmla="*/ 65806 w 102655"/>
                <a:gd name="csY94" fmla="*/ 12748 h 138611"/>
                <a:gd name="csX95" fmla="*/ 66925 w 102655"/>
                <a:gd name="csY95" fmla="*/ 13730 h 138611"/>
                <a:gd name="csX96" fmla="*/ 69281 w 102655"/>
                <a:gd name="csY96" fmla="*/ 19448 h 138611"/>
                <a:gd name="csX97" fmla="*/ 75461 w 102655"/>
                <a:gd name="csY97" fmla="*/ 19792 h 138611"/>
                <a:gd name="csX98" fmla="*/ 76968 w 102655"/>
                <a:gd name="csY98" fmla="*/ 20410 h 138611"/>
                <a:gd name="csX99" fmla="*/ 77587 w 102655"/>
                <a:gd name="csY99" fmla="*/ 22020 h 138611"/>
                <a:gd name="csX100" fmla="*/ 77243 w 102655"/>
                <a:gd name="csY100" fmla="*/ 29212 h 138611"/>
                <a:gd name="csX101" fmla="*/ 83997 w 102655"/>
                <a:gd name="csY101" fmla="*/ 31700 h 138611"/>
                <a:gd name="csX102" fmla="*/ 85018 w 102655"/>
                <a:gd name="csY102" fmla="*/ 32785 h 138611"/>
                <a:gd name="csX103" fmla="*/ 85117 w 102655"/>
                <a:gd name="csY103" fmla="*/ 34258 h 138611"/>
                <a:gd name="csX104" fmla="*/ 82824 w 102655"/>
                <a:gd name="csY104" fmla="*/ 39819 h 138611"/>
                <a:gd name="csX105" fmla="*/ 86751 w 102655"/>
                <a:gd name="csY105" fmla="*/ 44384 h 138611"/>
                <a:gd name="csX106" fmla="*/ 87551 w 102655"/>
                <a:gd name="csY106" fmla="*/ 46063 h 138611"/>
                <a:gd name="csX107" fmla="*/ 86874 w 102655"/>
                <a:gd name="csY107" fmla="*/ 47747 h 138611"/>
                <a:gd name="csX108" fmla="*/ 81872 w 102655"/>
                <a:gd name="csY108" fmla="*/ 52420 h 138611"/>
                <a:gd name="csX109" fmla="*/ 84528 w 102655"/>
                <a:gd name="csY109" fmla="*/ 58733 h 138611"/>
                <a:gd name="csX110" fmla="*/ 84621 w 102655"/>
                <a:gd name="csY110" fmla="*/ 60549 h 138611"/>
                <a:gd name="csX111" fmla="*/ 83654 w 102655"/>
                <a:gd name="csY111" fmla="*/ 61638 h 138611"/>
                <a:gd name="csX112" fmla="*/ 84783 w 102655"/>
                <a:gd name="csY112" fmla="*/ 110504 h 138611"/>
                <a:gd name="csX113" fmla="*/ 76684 w 102655"/>
                <a:gd name="csY113" fmla="*/ 109243 h 138611"/>
                <a:gd name="csX114" fmla="*/ 73208 w 102655"/>
                <a:gd name="csY114" fmla="*/ 116655 h 138611"/>
                <a:gd name="csX115" fmla="*/ 58742 w 102655"/>
                <a:gd name="csY115" fmla="*/ 89402 h 138611"/>
                <a:gd name="csX116" fmla="*/ 59410 w 102655"/>
                <a:gd name="csY116" fmla="*/ 88911 h 138611"/>
                <a:gd name="csX117" fmla="*/ 63700 w 102655"/>
                <a:gd name="csY117" fmla="*/ 89741 h 138611"/>
                <a:gd name="csX118" fmla="*/ 68118 w 102655"/>
                <a:gd name="csY118" fmla="*/ 88911 h 138611"/>
                <a:gd name="csX119" fmla="*/ 72045 w 102655"/>
                <a:gd name="csY119" fmla="*/ 86418 h 1386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Lst>
              <a:rect l="l" t="t" r="r" b="b"/>
              <a:pathLst>
                <a:path w="102655" h="138611">
                  <a:moveTo>
                    <a:pt x="82451" y="120076"/>
                  </a:moveTo>
                  <a:lnTo>
                    <a:pt x="102655" y="123233"/>
                  </a:lnTo>
                  <a:lnTo>
                    <a:pt x="80306" y="81092"/>
                  </a:lnTo>
                  <a:cubicBezTo>
                    <a:pt x="81650" y="80503"/>
                    <a:pt x="82873" y="79671"/>
                    <a:pt x="83914" y="78637"/>
                  </a:cubicBezTo>
                  <a:cubicBezTo>
                    <a:pt x="86012" y="76522"/>
                    <a:pt x="87250" y="73705"/>
                    <a:pt x="87389" y="70729"/>
                  </a:cubicBezTo>
                  <a:cubicBezTo>
                    <a:pt x="90160" y="69538"/>
                    <a:pt x="92368" y="67330"/>
                    <a:pt x="93560" y="64559"/>
                  </a:cubicBezTo>
                  <a:cubicBezTo>
                    <a:pt x="94905" y="61483"/>
                    <a:pt x="94905" y="57985"/>
                    <a:pt x="93560" y="54909"/>
                  </a:cubicBezTo>
                  <a:cubicBezTo>
                    <a:pt x="95995" y="52617"/>
                    <a:pt x="97369" y="49417"/>
                    <a:pt x="97354" y="46073"/>
                  </a:cubicBezTo>
                  <a:cubicBezTo>
                    <a:pt x="97320" y="43089"/>
                    <a:pt x="96196" y="40220"/>
                    <a:pt x="94193" y="38008"/>
                  </a:cubicBezTo>
                  <a:cubicBezTo>
                    <a:pt x="95304" y="35214"/>
                    <a:pt x="95304" y="32099"/>
                    <a:pt x="94193" y="29305"/>
                  </a:cubicBezTo>
                  <a:cubicBezTo>
                    <a:pt x="93023" y="26156"/>
                    <a:pt x="90539" y="23672"/>
                    <a:pt x="87389" y="22502"/>
                  </a:cubicBezTo>
                  <a:cubicBezTo>
                    <a:pt x="87589" y="19135"/>
                    <a:pt x="86321" y="15846"/>
                    <a:pt x="83914" y="13484"/>
                  </a:cubicBezTo>
                  <a:cubicBezTo>
                    <a:pt x="81798" y="11387"/>
                    <a:pt x="78981" y="10148"/>
                    <a:pt x="76006" y="10004"/>
                  </a:cubicBezTo>
                  <a:cubicBezTo>
                    <a:pt x="74815" y="7233"/>
                    <a:pt x="72607" y="5025"/>
                    <a:pt x="69836" y="3834"/>
                  </a:cubicBezTo>
                  <a:cubicBezTo>
                    <a:pt x="68346" y="3168"/>
                    <a:pt x="66731" y="2825"/>
                    <a:pt x="65099" y="2827"/>
                  </a:cubicBezTo>
                  <a:cubicBezTo>
                    <a:pt x="63412" y="2835"/>
                    <a:pt x="61744" y="3177"/>
                    <a:pt x="60190" y="3834"/>
                  </a:cubicBezTo>
                  <a:cubicBezTo>
                    <a:pt x="57900" y="1377"/>
                    <a:pt x="54689" y="-13"/>
                    <a:pt x="51330" y="0"/>
                  </a:cubicBezTo>
                  <a:cubicBezTo>
                    <a:pt x="48346" y="35"/>
                    <a:pt x="45477" y="1162"/>
                    <a:pt x="43265" y="3166"/>
                  </a:cubicBezTo>
                  <a:cubicBezTo>
                    <a:pt x="41903" y="2611"/>
                    <a:pt x="40446" y="2328"/>
                    <a:pt x="38975" y="2332"/>
                  </a:cubicBezTo>
                  <a:cubicBezTo>
                    <a:pt x="37463" y="2333"/>
                    <a:pt x="35965" y="2616"/>
                    <a:pt x="34557" y="3166"/>
                  </a:cubicBezTo>
                  <a:cubicBezTo>
                    <a:pt x="31408" y="4334"/>
                    <a:pt x="28924" y="6816"/>
                    <a:pt x="27754" y="9965"/>
                  </a:cubicBezTo>
                  <a:cubicBezTo>
                    <a:pt x="27548" y="9965"/>
                    <a:pt x="27341" y="9965"/>
                    <a:pt x="27135" y="9965"/>
                  </a:cubicBezTo>
                  <a:cubicBezTo>
                    <a:pt x="23979" y="9943"/>
                    <a:pt x="20949" y="11204"/>
                    <a:pt x="18741" y="13460"/>
                  </a:cubicBezTo>
                  <a:cubicBezTo>
                    <a:pt x="16643" y="15577"/>
                    <a:pt x="15403" y="18395"/>
                    <a:pt x="15261" y="21373"/>
                  </a:cubicBezTo>
                  <a:cubicBezTo>
                    <a:pt x="12489" y="22561"/>
                    <a:pt x="10279" y="24770"/>
                    <a:pt x="9091" y="27543"/>
                  </a:cubicBezTo>
                  <a:cubicBezTo>
                    <a:pt x="7746" y="30619"/>
                    <a:pt x="7746" y="34117"/>
                    <a:pt x="9091" y="37193"/>
                  </a:cubicBezTo>
                  <a:cubicBezTo>
                    <a:pt x="4290" y="41714"/>
                    <a:pt x="4008" y="49251"/>
                    <a:pt x="8458" y="54118"/>
                  </a:cubicBezTo>
                  <a:cubicBezTo>
                    <a:pt x="7353" y="56914"/>
                    <a:pt x="7353" y="60025"/>
                    <a:pt x="8458" y="62821"/>
                  </a:cubicBezTo>
                  <a:cubicBezTo>
                    <a:pt x="9629" y="65969"/>
                    <a:pt x="12113" y="68451"/>
                    <a:pt x="15261" y="69620"/>
                  </a:cubicBezTo>
                  <a:cubicBezTo>
                    <a:pt x="15009" y="74548"/>
                    <a:pt x="17833" y="79118"/>
                    <a:pt x="22354" y="81097"/>
                  </a:cubicBezTo>
                  <a:lnTo>
                    <a:pt x="0" y="123247"/>
                  </a:lnTo>
                  <a:lnTo>
                    <a:pt x="20199" y="120091"/>
                  </a:lnTo>
                  <a:lnTo>
                    <a:pt x="28888" y="138612"/>
                  </a:lnTo>
                  <a:lnTo>
                    <a:pt x="51320" y="96397"/>
                  </a:lnTo>
                  <a:lnTo>
                    <a:pt x="73753" y="138612"/>
                  </a:lnTo>
                  <a:close/>
                  <a:moveTo>
                    <a:pt x="17868" y="110504"/>
                  </a:moveTo>
                  <a:lnTo>
                    <a:pt x="30424" y="86830"/>
                  </a:lnTo>
                  <a:cubicBezTo>
                    <a:pt x="31168" y="87399"/>
                    <a:pt x="31973" y="87883"/>
                    <a:pt x="32824" y="88273"/>
                  </a:cubicBezTo>
                  <a:cubicBezTo>
                    <a:pt x="34315" y="88944"/>
                    <a:pt x="35932" y="89288"/>
                    <a:pt x="37566" y="89284"/>
                  </a:cubicBezTo>
                  <a:cubicBezTo>
                    <a:pt x="39253" y="89278"/>
                    <a:pt x="40922" y="88934"/>
                    <a:pt x="42475" y="88273"/>
                  </a:cubicBezTo>
                  <a:cubicBezTo>
                    <a:pt x="42909" y="88719"/>
                    <a:pt x="43379" y="89130"/>
                    <a:pt x="43879" y="89500"/>
                  </a:cubicBezTo>
                  <a:lnTo>
                    <a:pt x="29447" y="116655"/>
                  </a:lnTo>
                  <a:lnTo>
                    <a:pt x="25972" y="109243"/>
                  </a:lnTo>
                  <a:close/>
                  <a:moveTo>
                    <a:pt x="83644" y="61638"/>
                  </a:moveTo>
                  <a:lnTo>
                    <a:pt x="77921" y="63995"/>
                  </a:lnTo>
                  <a:lnTo>
                    <a:pt x="77592" y="70194"/>
                  </a:lnTo>
                  <a:cubicBezTo>
                    <a:pt x="77581" y="70759"/>
                    <a:pt x="77359" y="71299"/>
                    <a:pt x="76968" y="71706"/>
                  </a:cubicBezTo>
                  <a:cubicBezTo>
                    <a:pt x="76598" y="72127"/>
                    <a:pt x="76055" y="72355"/>
                    <a:pt x="75496" y="72325"/>
                  </a:cubicBezTo>
                  <a:lnTo>
                    <a:pt x="68304" y="71986"/>
                  </a:lnTo>
                  <a:lnTo>
                    <a:pt x="65664" y="78735"/>
                  </a:lnTo>
                  <a:cubicBezTo>
                    <a:pt x="65476" y="79222"/>
                    <a:pt x="65076" y="79598"/>
                    <a:pt x="64579" y="79756"/>
                  </a:cubicBezTo>
                  <a:cubicBezTo>
                    <a:pt x="64289" y="79877"/>
                    <a:pt x="63979" y="79941"/>
                    <a:pt x="63666" y="79943"/>
                  </a:cubicBezTo>
                  <a:cubicBezTo>
                    <a:pt x="63478" y="79950"/>
                    <a:pt x="63292" y="79920"/>
                    <a:pt x="63116" y="79855"/>
                  </a:cubicBezTo>
                  <a:lnTo>
                    <a:pt x="57574" y="77557"/>
                  </a:lnTo>
                  <a:lnTo>
                    <a:pt x="53009" y="81484"/>
                  </a:lnTo>
                  <a:cubicBezTo>
                    <a:pt x="52576" y="81961"/>
                    <a:pt x="51973" y="82248"/>
                    <a:pt x="51330" y="82284"/>
                  </a:cubicBezTo>
                  <a:cubicBezTo>
                    <a:pt x="50700" y="82303"/>
                    <a:pt x="50092" y="82057"/>
                    <a:pt x="49651" y="81607"/>
                  </a:cubicBezTo>
                  <a:lnTo>
                    <a:pt x="44998" y="76576"/>
                  </a:lnTo>
                  <a:lnTo>
                    <a:pt x="38685" y="79236"/>
                  </a:lnTo>
                  <a:cubicBezTo>
                    <a:pt x="38338" y="79388"/>
                    <a:pt x="37965" y="79469"/>
                    <a:pt x="37586" y="79477"/>
                  </a:cubicBezTo>
                  <a:cubicBezTo>
                    <a:pt x="37341" y="79480"/>
                    <a:pt x="37099" y="79431"/>
                    <a:pt x="36874" y="79334"/>
                  </a:cubicBezTo>
                  <a:cubicBezTo>
                    <a:pt x="36398" y="79159"/>
                    <a:pt x="36002" y="78820"/>
                    <a:pt x="35755" y="78377"/>
                  </a:cubicBezTo>
                  <a:lnTo>
                    <a:pt x="33399" y="72654"/>
                  </a:lnTo>
                  <a:lnTo>
                    <a:pt x="27224" y="72315"/>
                  </a:lnTo>
                  <a:cubicBezTo>
                    <a:pt x="26660" y="72304"/>
                    <a:pt x="26120" y="72081"/>
                    <a:pt x="25712" y="71691"/>
                  </a:cubicBezTo>
                  <a:cubicBezTo>
                    <a:pt x="25260" y="71287"/>
                    <a:pt x="25031" y="70689"/>
                    <a:pt x="25098" y="70086"/>
                  </a:cubicBezTo>
                  <a:lnTo>
                    <a:pt x="25437" y="62895"/>
                  </a:lnTo>
                  <a:lnTo>
                    <a:pt x="18663" y="60377"/>
                  </a:lnTo>
                  <a:cubicBezTo>
                    <a:pt x="18178" y="60186"/>
                    <a:pt x="17803" y="59788"/>
                    <a:pt x="17642" y="59292"/>
                  </a:cubicBezTo>
                  <a:cubicBezTo>
                    <a:pt x="17435" y="58828"/>
                    <a:pt x="17401" y="58305"/>
                    <a:pt x="17549" y="57820"/>
                  </a:cubicBezTo>
                  <a:lnTo>
                    <a:pt x="19929" y="52022"/>
                  </a:lnTo>
                  <a:lnTo>
                    <a:pt x="15683" y="47423"/>
                  </a:lnTo>
                  <a:cubicBezTo>
                    <a:pt x="15330" y="47036"/>
                    <a:pt x="15132" y="46533"/>
                    <a:pt x="15124" y="46009"/>
                  </a:cubicBezTo>
                  <a:cubicBezTo>
                    <a:pt x="15104" y="45379"/>
                    <a:pt x="15350" y="44770"/>
                    <a:pt x="15801" y="44330"/>
                  </a:cubicBezTo>
                  <a:lnTo>
                    <a:pt x="20808" y="39657"/>
                  </a:lnTo>
                  <a:lnTo>
                    <a:pt x="18147" y="33379"/>
                  </a:lnTo>
                  <a:cubicBezTo>
                    <a:pt x="17878" y="32810"/>
                    <a:pt x="17844" y="32157"/>
                    <a:pt x="18054" y="31563"/>
                  </a:cubicBezTo>
                  <a:cubicBezTo>
                    <a:pt x="18229" y="31089"/>
                    <a:pt x="18567" y="30693"/>
                    <a:pt x="19006" y="30444"/>
                  </a:cubicBezTo>
                  <a:lnTo>
                    <a:pt x="24730" y="28088"/>
                  </a:lnTo>
                  <a:lnTo>
                    <a:pt x="25074" y="21912"/>
                  </a:lnTo>
                  <a:cubicBezTo>
                    <a:pt x="25080" y="21348"/>
                    <a:pt x="25301" y="20808"/>
                    <a:pt x="25692" y="20401"/>
                  </a:cubicBezTo>
                  <a:cubicBezTo>
                    <a:pt x="26062" y="19979"/>
                    <a:pt x="26604" y="19749"/>
                    <a:pt x="27165" y="19777"/>
                  </a:cubicBezTo>
                  <a:lnTo>
                    <a:pt x="34356" y="20121"/>
                  </a:lnTo>
                  <a:lnTo>
                    <a:pt x="36997" y="13371"/>
                  </a:lnTo>
                  <a:cubicBezTo>
                    <a:pt x="37186" y="12884"/>
                    <a:pt x="37584" y="12507"/>
                    <a:pt x="38082" y="12345"/>
                  </a:cubicBezTo>
                  <a:cubicBezTo>
                    <a:pt x="38372" y="12228"/>
                    <a:pt x="38681" y="12164"/>
                    <a:pt x="38995" y="12159"/>
                  </a:cubicBezTo>
                  <a:cubicBezTo>
                    <a:pt x="39182" y="12153"/>
                    <a:pt x="39369" y="12184"/>
                    <a:pt x="39544" y="12252"/>
                  </a:cubicBezTo>
                  <a:lnTo>
                    <a:pt x="45106" y="14545"/>
                  </a:lnTo>
                  <a:lnTo>
                    <a:pt x="49676" y="10618"/>
                  </a:lnTo>
                  <a:cubicBezTo>
                    <a:pt x="50103" y="10147"/>
                    <a:pt x="50696" y="9860"/>
                    <a:pt x="51330" y="9817"/>
                  </a:cubicBezTo>
                  <a:cubicBezTo>
                    <a:pt x="51960" y="9798"/>
                    <a:pt x="52569" y="10044"/>
                    <a:pt x="53009" y="10495"/>
                  </a:cubicBezTo>
                  <a:lnTo>
                    <a:pt x="57682" y="15502"/>
                  </a:lnTo>
                  <a:lnTo>
                    <a:pt x="63999" y="12846"/>
                  </a:lnTo>
                  <a:cubicBezTo>
                    <a:pt x="64347" y="12694"/>
                    <a:pt x="64720" y="12612"/>
                    <a:pt x="65099" y="12606"/>
                  </a:cubicBezTo>
                  <a:cubicBezTo>
                    <a:pt x="65342" y="12601"/>
                    <a:pt x="65584" y="12650"/>
                    <a:pt x="65806" y="12748"/>
                  </a:cubicBezTo>
                  <a:cubicBezTo>
                    <a:pt x="66286" y="12928"/>
                    <a:pt x="66685" y="13277"/>
                    <a:pt x="66925" y="13730"/>
                  </a:cubicBezTo>
                  <a:lnTo>
                    <a:pt x="69281" y="19448"/>
                  </a:lnTo>
                  <a:lnTo>
                    <a:pt x="75461" y="19792"/>
                  </a:lnTo>
                  <a:cubicBezTo>
                    <a:pt x="76023" y="19802"/>
                    <a:pt x="76561" y="20022"/>
                    <a:pt x="76968" y="20410"/>
                  </a:cubicBezTo>
                  <a:cubicBezTo>
                    <a:pt x="77419" y="20818"/>
                    <a:pt x="77649" y="21416"/>
                    <a:pt x="77587" y="22020"/>
                  </a:cubicBezTo>
                  <a:lnTo>
                    <a:pt x="77243" y="29212"/>
                  </a:lnTo>
                  <a:lnTo>
                    <a:pt x="83997" y="31700"/>
                  </a:lnTo>
                  <a:cubicBezTo>
                    <a:pt x="84483" y="31890"/>
                    <a:pt x="84858" y="32288"/>
                    <a:pt x="85018" y="32785"/>
                  </a:cubicBezTo>
                  <a:cubicBezTo>
                    <a:pt x="85224" y="33249"/>
                    <a:pt x="85259" y="33771"/>
                    <a:pt x="85117" y="34258"/>
                  </a:cubicBezTo>
                  <a:lnTo>
                    <a:pt x="82824" y="39819"/>
                  </a:lnTo>
                  <a:lnTo>
                    <a:pt x="86751" y="44384"/>
                  </a:lnTo>
                  <a:cubicBezTo>
                    <a:pt x="87228" y="44817"/>
                    <a:pt x="87515" y="45420"/>
                    <a:pt x="87551" y="46063"/>
                  </a:cubicBezTo>
                  <a:cubicBezTo>
                    <a:pt x="87571" y="46694"/>
                    <a:pt x="87325" y="47305"/>
                    <a:pt x="86874" y="47747"/>
                  </a:cubicBezTo>
                  <a:lnTo>
                    <a:pt x="81872" y="52420"/>
                  </a:lnTo>
                  <a:lnTo>
                    <a:pt x="84528" y="58733"/>
                  </a:lnTo>
                  <a:cubicBezTo>
                    <a:pt x="84797" y="59302"/>
                    <a:pt x="84831" y="59955"/>
                    <a:pt x="84621" y="60549"/>
                  </a:cubicBezTo>
                  <a:cubicBezTo>
                    <a:pt x="84438" y="61015"/>
                    <a:pt x="84095" y="61401"/>
                    <a:pt x="83654" y="61638"/>
                  </a:cubicBezTo>
                  <a:close/>
                  <a:moveTo>
                    <a:pt x="84783" y="110504"/>
                  </a:moveTo>
                  <a:lnTo>
                    <a:pt x="76684" y="109243"/>
                  </a:lnTo>
                  <a:lnTo>
                    <a:pt x="73208" y="116655"/>
                  </a:lnTo>
                  <a:lnTo>
                    <a:pt x="58742" y="89402"/>
                  </a:lnTo>
                  <a:cubicBezTo>
                    <a:pt x="58963" y="89235"/>
                    <a:pt x="59199" y="89088"/>
                    <a:pt x="59410" y="88911"/>
                  </a:cubicBezTo>
                  <a:cubicBezTo>
                    <a:pt x="60772" y="89465"/>
                    <a:pt x="62229" y="89747"/>
                    <a:pt x="63700" y="89741"/>
                  </a:cubicBezTo>
                  <a:cubicBezTo>
                    <a:pt x="65211" y="89740"/>
                    <a:pt x="66710" y="89459"/>
                    <a:pt x="68118" y="88911"/>
                  </a:cubicBezTo>
                  <a:cubicBezTo>
                    <a:pt x="69580" y="88351"/>
                    <a:pt x="70915" y="87502"/>
                    <a:pt x="72045" y="86418"/>
                  </a:cubicBezTo>
                  <a:close/>
                </a:path>
              </a:pathLst>
            </a:custGeom>
            <a:solidFill>
              <a:schemeClr val="bg1"/>
            </a:solidFill>
            <a:ln w="4862" cap="flat">
              <a:noFill/>
              <a:prstDash val="solid"/>
              <a:miter/>
            </a:ln>
          </p:spPr>
          <p:txBody>
            <a:bodyPr/>
            <a:lstStyle/>
            <a:p>
              <a:endParaRPr lang="en-US" noProof="0"/>
            </a:p>
          </p:txBody>
        </p:sp>
        <p:sp>
          <p:nvSpPr>
            <p:cNvPr id="975" name="Forma libre: forma 974">
              <a:extLst>
                <a:ext uri="{FF2B5EF4-FFF2-40B4-BE49-F238E27FC236}">
                  <a16:creationId xmlns:a16="http://schemas.microsoft.com/office/drawing/2014/main" id="{480773C8-C83C-A295-6807-40C61B0B1DFC}"/>
                </a:ext>
              </a:extLst>
            </p:cNvPr>
            <p:cNvSpPr/>
            <p:nvPr/>
          </p:nvSpPr>
          <p:spPr>
            <a:xfrm>
              <a:off x="1040573" y="5644046"/>
              <a:ext cx="54722" cy="54722"/>
            </a:xfrm>
            <a:custGeom>
              <a:avLst/>
              <a:gdLst>
                <a:gd name="csX0" fmla="*/ 54722 w 54722"/>
                <a:gd name="csY0" fmla="*/ 27351 h 54722"/>
                <a:gd name="csX1" fmla="*/ 27351 w 54722"/>
                <a:gd name="csY1" fmla="*/ 0 h 54722"/>
                <a:gd name="csX2" fmla="*/ 0 w 54722"/>
                <a:gd name="csY2" fmla="*/ 27371 h 54722"/>
                <a:gd name="csX3" fmla="*/ 27361 w 54722"/>
                <a:gd name="csY3" fmla="*/ 54722 h 54722"/>
                <a:gd name="csX4" fmla="*/ 54722 w 54722"/>
                <a:gd name="csY4" fmla="*/ 27351 h 54722"/>
                <a:gd name="csX5" fmla="*/ 44905 w 54722"/>
                <a:gd name="csY5" fmla="*/ 27351 h 54722"/>
                <a:gd name="csX6" fmla="*/ 27341 w 54722"/>
                <a:gd name="csY6" fmla="*/ 44875 h 54722"/>
                <a:gd name="csX7" fmla="*/ 9817 w 54722"/>
                <a:gd name="csY7" fmla="*/ 27312 h 54722"/>
                <a:gd name="csX8" fmla="*/ 27361 w 54722"/>
                <a:gd name="csY8" fmla="*/ 9788 h 54722"/>
                <a:gd name="csX9" fmla="*/ 44905 w 54722"/>
                <a:gd name="csY9" fmla="*/ 27351 h 547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4722" h="54722">
                  <a:moveTo>
                    <a:pt x="54722" y="27351"/>
                  </a:moveTo>
                  <a:cubicBezTo>
                    <a:pt x="54717" y="12240"/>
                    <a:pt x="42462" y="-5"/>
                    <a:pt x="27351" y="0"/>
                  </a:cubicBezTo>
                  <a:cubicBezTo>
                    <a:pt x="12240" y="5"/>
                    <a:pt x="-5" y="12260"/>
                    <a:pt x="0" y="27371"/>
                  </a:cubicBezTo>
                  <a:cubicBezTo>
                    <a:pt x="5" y="42478"/>
                    <a:pt x="12254" y="54722"/>
                    <a:pt x="27361" y="54722"/>
                  </a:cubicBezTo>
                  <a:cubicBezTo>
                    <a:pt x="42472" y="54714"/>
                    <a:pt x="54719" y="42463"/>
                    <a:pt x="54722" y="27351"/>
                  </a:cubicBezTo>
                  <a:close/>
                  <a:moveTo>
                    <a:pt x="44905" y="27351"/>
                  </a:moveTo>
                  <a:cubicBezTo>
                    <a:pt x="44894" y="37040"/>
                    <a:pt x="37031" y="44886"/>
                    <a:pt x="27341" y="44875"/>
                  </a:cubicBezTo>
                  <a:cubicBezTo>
                    <a:pt x="17652" y="44864"/>
                    <a:pt x="9807" y="37001"/>
                    <a:pt x="9817" y="27312"/>
                  </a:cubicBezTo>
                  <a:cubicBezTo>
                    <a:pt x="9828" y="17631"/>
                    <a:pt x="17680" y="9788"/>
                    <a:pt x="27361" y="9788"/>
                  </a:cubicBezTo>
                  <a:cubicBezTo>
                    <a:pt x="37052" y="9802"/>
                    <a:pt x="44902" y="17660"/>
                    <a:pt x="44905" y="27351"/>
                  </a:cubicBezTo>
                  <a:close/>
                </a:path>
              </a:pathLst>
            </a:custGeom>
            <a:solidFill>
              <a:schemeClr val="bg1"/>
            </a:solidFill>
            <a:ln w="4862" cap="flat">
              <a:noFill/>
              <a:prstDash val="solid"/>
              <a:miter/>
            </a:ln>
          </p:spPr>
          <p:txBody>
            <a:bodyPr/>
            <a:lstStyle/>
            <a:p>
              <a:endParaRPr lang="en-US" noProof="0"/>
            </a:p>
          </p:txBody>
        </p:sp>
        <p:sp>
          <p:nvSpPr>
            <p:cNvPr id="976" name="Forma libre: forma 975">
              <a:extLst>
                <a:ext uri="{FF2B5EF4-FFF2-40B4-BE49-F238E27FC236}">
                  <a16:creationId xmlns:a16="http://schemas.microsoft.com/office/drawing/2014/main" id="{594A40DF-D7CF-ADBF-3CBF-22DF3E0A613E}"/>
                </a:ext>
              </a:extLst>
            </p:cNvPr>
            <p:cNvSpPr/>
            <p:nvPr/>
          </p:nvSpPr>
          <p:spPr>
            <a:xfrm>
              <a:off x="872127" y="5409278"/>
              <a:ext cx="294521" cy="392798"/>
            </a:xfrm>
            <a:custGeom>
              <a:avLst/>
              <a:gdLst>
                <a:gd name="csX0" fmla="*/ 274887 w 294521"/>
                <a:gd name="csY0" fmla="*/ 34361 h 392798"/>
                <a:gd name="csX1" fmla="*/ 201256 w 294521"/>
                <a:gd name="csY1" fmla="*/ 34361 h 392798"/>
                <a:gd name="csX2" fmla="*/ 201256 w 294521"/>
                <a:gd name="csY2" fmla="*/ 24543 h 392798"/>
                <a:gd name="csX3" fmla="*/ 176713 w 294521"/>
                <a:gd name="csY3" fmla="*/ 0 h 392798"/>
                <a:gd name="csX4" fmla="*/ 117809 w 294521"/>
                <a:gd name="csY4" fmla="*/ 0 h 392798"/>
                <a:gd name="csX5" fmla="*/ 93265 w 294521"/>
                <a:gd name="csY5" fmla="*/ 24543 h 392798"/>
                <a:gd name="csX6" fmla="*/ 93265 w 294521"/>
                <a:gd name="csY6" fmla="*/ 34361 h 392798"/>
                <a:gd name="csX7" fmla="*/ 19635 w 294521"/>
                <a:gd name="csY7" fmla="*/ 34361 h 392798"/>
                <a:gd name="csX8" fmla="*/ 0 w 294521"/>
                <a:gd name="csY8" fmla="*/ 53996 h 392798"/>
                <a:gd name="csX9" fmla="*/ 0 w 294521"/>
                <a:gd name="csY9" fmla="*/ 373163 h 392798"/>
                <a:gd name="csX10" fmla="*/ 19635 w 294521"/>
                <a:gd name="csY10" fmla="*/ 392798 h 392798"/>
                <a:gd name="csX11" fmla="*/ 274887 w 294521"/>
                <a:gd name="csY11" fmla="*/ 392798 h 392798"/>
                <a:gd name="csX12" fmla="*/ 294521 w 294521"/>
                <a:gd name="csY12" fmla="*/ 373163 h 392798"/>
                <a:gd name="csX13" fmla="*/ 294521 w 294521"/>
                <a:gd name="csY13" fmla="*/ 53996 h 392798"/>
                <a:gd name="csX14" fmla="*/ 274887 w 294521"/>
                <a:gd name="csY14" fmla="*/ 34361 h 392798"/>
                <a:gd name="csX15" fmla="*/ 83448 w 294521"/>
                <a:gd name="csY15" fmla="*/ 44178 h 392798"/>
                <a:gd name="csX16" fmla="*/ 103082 w 294521"/>
                <a:gd name="csY16" fmla="*/ 44178 h 392798"/>
                <a:gd name="csX17" fmla="*/ 103082 w 294521"/>
                <a:gd name="csY17" fmla="*/ 24543 h 392798"/>
                <a:gd name="csX18" fmla="*/ 117809 w 294521"/>
                <a:gd name="csY18" fmla="*/ 9817 h 392798"/>
                <a:gd name="csX19" fmla="*/ 176713 w 294521"/>
                <a:gd name="csY19" fmla="*/ 9817 h 392798"/>
                <a:gd name="csX20" fmla="*/ 191439 w 294521"/>
                <a:gd name="csY20" fmla="*/ 24543 h 392798"/>
                <a:gd name="csX21" fmla="*/ 191439 w 294521"/>
                <a:gd name="csY21" fmla="*/ 44178 h 392798"/>
                <a:gd name="csX22" fmla="*/ 211074 w 294521"/>
                <a:gd name="csY22" fmla="*/ 44178 h 392798"/>
                <a:gd name="csX23" fmla="*/ 211074 w 294521"/>
                <a:gd name="csY23" fmla="*/ 83551 h 392798"/>
                <a:gd name="csX24" fmla="*/ 83448 w 294521"/>
                <a:gd name="csY24" fmla="*/ 83551 h 392798"/>
                <a:gd name="csX25" fmla="*/ 284704 w 294521"/>
                <a:gd name="csY25" fmla="*/ 373163 h 392798"/>
                <a:gd name="csX26" fmla="*/ 274887 w 294521"/>
                <a:gd name="csY26" fmla="*/ 382981 h 392798"/>
                <a:gd name="csX27" fmla="*/ 19635 w 294521"/>
                <a:gd name="csY27" fmla="*/ 382981 h 392798"/>
                <a:gd name="csX28" fmla="*/ 9817 w 294521"/>
                <a:gd name="csY28" fmla="*/ 373163 h 392798"/>
                <a:gd name="csX29" fmla="*/ 9817 w 294521"/>
                <a:gd name="csY29" fmla="*/ 53996 h 392798"/>
                <a:gd name="csX30" fmla="*/ 19635 w 294521"/>
                <a:gd name="csY30" fmla="*/ 44178 h 392798"/>
                <a:gd name="csX31" fmla="*/ 73630 w 294521"/>
                <a:gd name="csY31" fmla="*/ 44178 h 392798"/>
                <a:gd name="csX32" fmla="*/ 73630 w 294521"/>
                <a:gd name="csY32" fmla="*/ 93368 h 392798"/>
                <a:gd name="csX33" fmla="*/ 220891 w 294521"/>
                <a:gd name="csY33" fmla="*/ 93368 h 392798"/>
                <a:gd name="csX34" fmla="*/ 220891 w 294521"/>
                <a:gd name="csY34" fmla="*/ 44178 h 392798"/>
                <a:gd name="csX35" fmla="*/ 274887 w 294521"/>
                <a:gd name="csY35" fmla="*/ 44178 h 392798"/>
                <a:gd name="csX36" fmla="*/ 284704 w 294521"/>
                <a:gd name="csY36" fmla="*/ 53996 h 392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94521" h="392798">
                  <a:moveTo>
                    <a:pt x="274887" y="34361"/>
                  </a:moveTo>
                  <a:lnTo>
                    <a:pt x="201256" y="34361"/>
                  </a:lnTo>
                  <a:lnTo>
                    <a:pt x="201256" y="24543"/>
                  </a:lnTo>
                  <a:cubicBezTo>
                    <a:pt x="201240" y="10995"/>
                    <a:pt x="190261" y="16"/>
                    <a:pt x="176713" y="0"/>
                  </a:cubicBezTo>
                  <a:lnTo>
                    <a:pt x="117809" y="0"/>
                  </a:lnTo>
                  <a:cubicBezTo>
                    <a:pt x="104262" y="19"/>
                    <a:pt x="93284" y="10996"/>
                    <a:pt x="93265" y="24543"/>
                  </a:cubicBezTo>
                  <a:lnTo>
                    <a:pt x="93265" y="34361"/>
                  </a:lnTo>
                  <a:lnTo>
                    <a:pt x="19635" y="34361"/>
                  </a:lnTo>
                  <a:cubicBezTo>
                    <a:pt x="8791" y="34361"/>
                    <a:pt x="0" y="43152"/>
                    <a:pt x="0" y="53996"/>
                  </a:cubicBezTo>
                  <a:lnTo>
                    <a:pt x="0" y="373163"/>
                  </a:lnTo>
                  <a:cubicBezTo>
                    <a:pt x="0" y="384007"/>
                    <a:pt x="8791" y="392798"/>
                    <a:pt x="19635" y="392798"/>
                  </a:cubicBezTo>
                  <a:lnTo>
                    <a:pt x="274887" y="392798"/>
                  </a:lnTo>
                  <a:cubicBezTo>
                    <a:pt x="285730" y="392798"/>
                    <a:pt x="294521" y="384007"/>
                    <a:pt x="294521" y="373163"/>
                  </a:cubicBezTo>
                  <a:lnTo>
                    <a:pt x="294521" y="53996"/>
                  </a:lnTo>
                  <a:cubicBezTo>
                    <a:pt x="294508" y="43157"/>
                    <a:pt x="285725" y="34375"/>
                    <a:pt x="274887" y="34361"/>
                  </a:cubicBezTo>
                  <a:close/>
                  <a:moveTo>
                    <a:pt x="83448" y="44178"/>
                  </a:moveTo>
                  <a:lnTo>
                    <a:pt x="103082" y="44178"/>
                  </a:lnTo>
                  <a:lnTo>
                    <a:pt x="103082" y="24543"/>
                  </a:lnTo>
                  <a:cubicBezTo>
                    <a:pt x="103082" y="16410"/>
                    <a:pt x="109675" y="9817"/>
                    <a:pt x="117809" y="9817"/>
                  </a:cubicBezTo>
                  <a:lnTo>
                    <a:pt x="176713" y="9817"/>
                  </a:lnTo>
                  <a:cubicBezTo>
                    <a:pt x="184846" y="9817"/>
                    <a:pt x="191439" y="16410"/>
                    <a:pt x="191439" y="24543"/>
                  </a:cubicBezTo>
                  <a:lnTo>
                    <a:pt x="191439" y="44178"/>
                  </a:lnTo>
                  <a:lnTo>
                    <a:pt x="211074" y="44178"/>
                  </a:lnTo>
                  <a:lnTo>
                    <a:pt x="211074" y="83551"/>
                  </a:lnTo>
                  <a:lnTo>
                    <a:pt x="83448" y="83551"/>
                  </a:lnTo>
                  <a:close/>
                  <a:moveTo>
                    <a:pt x="284704" y="373163"/>
                  </a:moveTo>
                  <a:cubicBezTo>
                    <a:pt x="284704" y="378585"/>
                    <a:pt x="280309" y="382981"/>
                    <a:pt x="274887" y="382981"/>
                  </a:cubicBezTo>
                  <a:lnTo>
                    <a:pt x="19635" y="382981"/>
                  </a:lnTo>
                  <a:cubicBezTo>
                    <a:pt x="14213" y="382981"/>
                    <a:pt x="9817" y="378585"/>
                    <a:pt x="9817" y="373163"/>
                  </a:cubicBezTo>
                  <a:lnTo>
                    <a:pt x="9817" y="53996"/>
                  </a:lnTo>
                  <a:cubicBezTo>
                    <a:pt x="9817" y="48573"/>
                    <a:pt x="14213" y="44178"/>
                    <a:pt x="19635" y="44178"/>
                  </a:cubicBezTo>
                  <a:lnTo>
                    <a:pt x="73630" y="44178"/>
                  </a:lnTo>
                  <a:lnTo>
                    <a:pt x="73630" y="93368"/>
                  </a:lnTo>
                  <a:lnTo>
                    <a:pt x="220891" y="93368"/>
                  </a:lnTo>
                  <a:lnTo>
                    <a:pt x="220891" y="44178"/>
                  </a:lnTo>
                  <a:lnTo>
                    <a:pt x="274887" y="44178"/>
                  </a:lnTo>
                  <a:cubicBezTo>
                    <a:pt x="280309" y="44178"/>
                    <a:pt x="284704" y="48573"/>
                    <a:pt x="284704" y="53996"/>
                  </a:cubicBezTo>
                  <a:close/>
                </a:path>
              </a:pathLst>
            </a:custGeom>
            <a:solidFill>
              <a:schemeClr val="bg1"/>
            </a:solidFill>
            <a:ln w="9525" cap="flat">
              <a:solidFill>
                <a:schemeClr val="bg1"/>
              </a:solidFill>
              <a:prstDash val="solid"/>
              <a:miter/>
            </a:ln>
          </p:spPr>
          <p:txBody>
            <a:bodyPr/>
            <a:lstStyle/>
            <a:p>
              <a:endParaRPr lang="en-US" noProof="0"/>
            </a:p>
          </p:txBody>
        </p:sp>
      </p:grpSp>
      <p:grpSp>
        <p:nvGrpSpPr>
          <p:cNvPr id="977" name="Gráfico 1006" descr="Diana contorno">
            <a:extLst>
              <a:ext uri="{FF2B5EF4-FFF2-40B4-BE49-F238E27FC236}">
                <a16:creationId xmlns:a16="http://schemas.microsoft.com/office/drawing/2014/main" id="{FE002596-9CDA-A72D-800E-D9C1525843FB}"/>
              </a:ext>
            </a:extLst>
          </p:cNvPr>
          <p:cNvGrpSpPr/>
          <p:nvPr/>
        </p:nvGrpSpPr>
        <p:grpSpPr>
          <a:xfrm>
            <a:off x="585456" y="5205603"/>
            <a:ext cx="456310" cy="456307"/>
            <a:chOff x="553670" y="6220384"/>
            <a:chExt cx="456310" cy="456307"/>
          </a:xfrm>
          <a:solidFill>
            <a:schemeClr val="bg1"/>
          </a:solidFill>
        </p:grpSpPr>
        <p:sp>
          <p:nvSpPr>
            <p:cNvPr id="979" name="Forma libre: forma 978">
              <a:extLst>
                <a:ext uri="{FF2B5EF4-FFF2-40B4-BE49-F238E27FC236}">
                  <a16:creationId xmlns:a16="http://schemas.microsoft.com/office/drawing/2014/main" id="{08BD19AA-81A4-7EC1-2B74-F12D2C98E22E}"/>
                </a:ext>
              </a:extLst>
            </p:cNvPr>
            <p:cNvSpPr/>
            <p:nvPr/>
          </p:nvSpPr>
          <p:spPr>
            <a:xfrm>
              <a:off x="553670" y="6249564"/>
              <a:ext cx="427093" cy="427127"/>
            </a:xfrm>
            <a:custGeom>
              <a:avLst/>
              <a:gdLst>
                <a:gd name="csX0" fmla="*/ 383853 w 427093"/>
                <a:gd name="csY0" fmla="*/ 105213 h 427127"/>
                <a:gd name="csX1" fmla="*/ 321915 w 427093"/>
                <a:gd name="csY1" fmla="*/ 383921 h 427127"/>
                <a:gd name="csX2" fmla="*/ 43207 w 427093"/>
                <a:gd name="csY2" fmla="*/ 321982 h 427127"/>
                <a:gd name="csX3" fmla="*/ 105145 w 427093"/>
                <a:gd name="csY3" fmla="*/ 43274 h 427127"/>
                <a:gd name="csX4" fmla="*/ 321915 w 427093"/>
                <a:gd name="csY4" fmla="*/ 43274 h 427127"/>
                <a:gd name="csX5" fmla="*/ 321915 w 427093"/>
                <a:gd name="csY5" fmla="*/ 29566 h 427127"/>
                <a:gd name="csX6" fmla="*/ 29566 w 427093"/>
                <a:gd name="csY6" fmla="*/ 105213 h 427127"/>
                <a:gd name="csX7" fmla="*/ 105213 w 427093"/>
                <a:gd name="csY7" fmla="*/ 397561 h 427127"/>
                <a:gd name="csX8" fmla="*/ 397561 w 427093"/>
                <a:gd name="csY8" fmla="*/ 321915 h 427127"/>
                <a:gd name="csX9" fmla="*/ 397561 w 427093"/>
                <a:gd name="csY9" fmla="*/ 105213 h 4271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7093" h="427127">
                  <a:moveTo>
                    <a:pt x="383853" y="105213"/>
                  </a:moveTo>
                  <a:cubicBezTo>
                    <a:pt x="443713" y="199280"/>
                    <a:pt x="415982" y="324062"/>
                    <a:pt x="321915" y="383921"/>
                  </a:cubicBezTo>
                  <a:cubicBezTo>
                    <a:pt x="227848" y="443780"/>
                    <a:pt x="103066" y="416049"/>
                    <a:pt x="43207" y="321982"/>
                  </a:cubicBezTo>
                  <a:cubicBezTo>
                    <a:pt x="-16653" y="227915"/>
                    <a:pt x="11078" y="103134"/>
                    <a:pt x="105145" y="43274"/>
                  </a:cubicBezTo>
                  <a:cubicBezTo>
                    <a:pt x="171275" y="1193"/>
                    <a:pt x="255785" y="1193"/>
                    <a:pt x="321915" y="43274"/>
                  </a:cubicBezTo>
                  <a:lnTo>
                    <a:pt x="321915" y="29566"/>
                  </a:lnTo>
                  <a:cubicBezTo>
                    <a:pt x="220296" y="-30274"/>
                    <a:pt x="89407" y="3594"/>
                    <a:pt x="29566" y="105213"/>
                  </a:cubicBezTo>
                  <a:cubicBezTo>
                    <a:pt x="-30274" y="206832"/>
                    <a:pt x="3594" y="337721"/>
                    <a:pt x="105213" y="397561"/>
                  </a:cubicBezTo>
                  <a:cubicBezTo>
                    <a:pt x="206832" y="457402"/>
                    <a:pt x="337721" y="423534"/>
                    <a:pt x="397561" y="321915"/>
                  </a:cubicBezTo>
                  <a:cubicBezTo>
                    <a:pt x="436938" y="255047"/>
                    <a:pt x="436938" y="172081"/>
                    <a:pt x="397561" y="105213"/>
                  </a:cubicBezTo>
                  <a:close/>
                </a:path>
              </a:pathLst>
            </a:custGeom>
            <a:solidFill>
              <a:schemeClr val="bg1"/>
            </a:solidFill>
            <a:ln w="5755" cap="flat">
              <a:noFill/>
              <a:prstDash val="solid"/>
              <a:miter/>
            </a:ln>
          </p:spPr>
          <p:txBody>
            <a:bodyPr/>
            <a:lstStyle/>
            <a:p>
              <a:endParaRPr lang="en-US" noProof="0"/>
            </a:p>
          </p:txBody>
        </p:sp>
        <p:sp>
          <p:nvSpPr>
            <p:cNvPr id="981" name="Forma libre: forma 980">
              <a:extLst>
                <a:ext uri="{FF2B5EF4-FFF2-40B4-BE49-F238E27FC236}">
                  <a16:creationId xmlns:a16="http://schemas.microsoft.com/office/drawing/2014/main" id="{D48760A9-CC01-5FA4-B2F4-A5B2664ECB1C}"/>
                </a:ext>
              </a:extLst>
            </p:cNvPr>
            <p:cNvSpPr/>
            <p:nvPr/>
          </p:nvSpPr>
          <p:spPr>
            <a:xfrm>
              <a:off x="629725" y="6325550"/>
              <a:ext cx="275076" cy="275087"/>
            </a:xfrm>
            <a:custGeom>
              <a:avLst/>
              <a:gdLst>
                <a:gd name="csX0" fmla="*/ 216848 w 275076"/>
                <a:gd name="csY0" fmla="*/ 25178 h 275087"/>
                <a:gd name="csX1" fmla="*/ 25179 w 275076"/>
                <a:gd name="csY1" fmla="*/ 58239 h 275087"/>
                <a:gd name="csX2" fmla="*/ 58240 w 275076"/>
                <a:gd name="csY2" fmla="*/ 249909 h 275087"/>
                <a:gd name="csX3" fmla="*/ 249909 w 275076"/>
                <a:gd name="csY3" fmla="*/ 216848 h 275087"/>
                <a:gd name="csX4" fmla="*/ 249909 w 275076"/>
                <a:gd name="csY4" fmla="*/ 58239 h 275087"/>
                <a:gd name="csX5" fmla="*/ 241518 w 275076"/>
                <a:gd name="csY5" fmla="*/ 66625 h 275087"/>
                <a:gd name="csX6" fmla="*/ 208463 w 275076"/>
                <a:gd name="csY6" fmla="*/ 241459 h 275087"/>
                <a:gd name="csX7" fmla="*/ 33628 w 275076"/>
                <a:gd name="csY7" fmla="*/ 208404 h 275087"/>
                <a:gd name="csX8" fmla="*/ 66684 w 275076"/>
                <a:gd name="csY8" fmla="*/ 33569 h 275087"/>
                <a:gd name="csX9" fmla="*/ 208463 w 275076"/>
                <a:gd name="csY9" fmla="*/ 33569 h 2750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75076" h="275087">
                  <a:moveTo>
                    <a:pt x="216848" y="25178"/>
                  </a:moveTo>
                  <a:cubicBezTo>
                    <a:pt x="154791" y="-18620"/>
                    <a:pt x="68977" y="-3818"/>
                    <a:pt x="25179" y="58239"/>
                  </a:cubicBezTo>
                  <a:cubicBezTo>
                    <a:pt x="-18620" y="120297"/>
                    <a:pt x="-3819" y="206111"/>
                    <a:pt x="58240" y="249909"/>
                  </a:cubicBezTo>
                  <a:cubicBezTo>
                    <a:pt x="120297" y="293708"/>
                    <a:pt x="206111" y="278906"/>
                    <a:pt x="249909" y="216848"/>
                  </a:cubicBezTo>
                  <a:cubicBezTo>
                    <a:pt x="283465" y="169303"/>
                    <a:pt x="283465" y="105785"/>
                    <a:pt x="249909" y="58239"/>
                  </a:cubicBezTo>
                  <a:lnTo>
                    <a:pt x="241518" y="66625"/>
                  </a:lnTo>
                  <a:cubicBezTo>
                    <a:pt x="280670" y="124032"/>
                    <a:pt x="265870" y="202308"/>
                    <a:pt x="208463" y="241459"/>
                  </a:cubicBezTo>
                  <a:cubicBezTo>
                    <a:pt x="151056" y="280610"/>
                    <a:pt x="72780" y="265811"/>
                    <a:pt x="33628" y="208404"/>
                  </a:cubicBezTo>
                  <a:cubicBezTo>
                    <a:pt x="-5522" y="150996"/>
                    <a:pt x="9277" y="72721"/>
                    <a:pt x="66684" y="33569"/>
                  </a:cubicBezTo>
                  <a:cubicBezTo>
                    <a:pt x="109445" y="4407"/>
                    <a:pt x="165702" y="4407"/>
                    <a:pt x="208463" y="33569"/>
                  </a:cubicBezTo>
                  <a:close/>
                </a:path>
              </a:pathLst>
            </a:custGeom>
            <a:solidFill>
              <a:schemeClr val="bg1"/>
            </a:solidFill>
            <a:ln w="5755" cap="flat">
              <a:noFill/>
              <a:prstDash val="solid"/>
              <a:miter/>
            </a:ln>
          </p:spPr>
          <p:txBody>
            <a:bodyPr/>
            <a:lstStyle/>
            <a:p>
              <a:endParaRPr lang="en-US" noProof="0"/>
            </a:p>
          </p:txBody>
        </p:sp>
        <p:sp>
          <p:nvSpPr>
            <p:cNvPr id="982" name="Forma libre: forma 981">
              <a:extLst>
                <a:ext uri="{FF2B5EF4-FFF2-40B4-BE49-F238E27FC236}">
                  <a16:creationId xmlns:a16="http://schemas.microsoft.com/office/drawing/2014/main" id="{8EBC2D3E-DA60-FEF1-44A6-86444D6DBD62}"/>
                </a:ext>
              </a:extLst>
            </p:cNvPr>
            <p:cNvSpPr/>
            <p:nvPr/>
          </p:nvSpPr>
          <p:spPr>
            <a:xfrm>
              <a:off x="705998" y="6401506"/>
              <a:ext cx="122841" cy="122857"/>
            </a:xfrm>
            <a:custGeom>
              <a:avLst/>
              <a:gdLst>
                <a:gd name="csX0" fmla="*/ 61486 w 122841"/>
                <a:gd name="csY0" fmla="*/ 11703 h 122857"/>
                <a:gd name="csX1" fmla="*/ 75937 w 122841"/>
                <a:gd name="csY1" fmla="*/ 13859 h 122857"/>
                <a:gd name="csX2" fmla="*/ 85058 w 122841"/>
                <a:gd name="csY2" fmla="*/ 4744 h 122857"/>
                <a:gd name="csX3" fmla="*/ 4744 w 122841"/>
                <a:gd name="csY3" fmla="*/ 37799 h 122857"/>
                <a:gd name="csX4" fmla="*/ 37799 w 122841"/>
                <a:gd name="csY4" fmla="*/ 118114 h 122857"/>
                <a:gd name="csX5" fmla="*/ 118113 w 122841"/>
                <a:gd name="csY5" fmla="*/ 85058 h 122857"/>
                <a:gd name="csX6" fmla="*/ 118113 w 122841"/>
                <a:gd name="csY6" fmla="*/ 37799 h 122857"/>
                <a:gd name="csX7" fmla="*/ 108998 w 122841"/>
                <a:gd name="csY7" fmla="*/ 46921 h 122857"/>
                <a:gd name="csX8" fmla="*/ 75929 w 122841"/>
                <a:gd name="csY8" fmla="*/ 108890 h 122857"/>
                <a:gd name="csX9" fmla="*/ 13960 w 122841"/>
                <a:gd name="csY9" fmla="*/ 75821 h 122857"/>
                <a:gd name="csX10" fmla="*/ 47028 w 122841"/>
                <a:gd name="csY10" fmla="*/ 13852 h 122857"/>
                <a:gd name="csX11" fmla="*/ 61486 w 122841"/>
                <a:gd name="csY11" fmla="*/ 11703 h 1228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2841" h="122857">
                  <a:moveTo>
                    <a:pt x="61486" y="11703"/>
                  </a:moveTo>
                  <a:cubicBezTo>
                    <a:pt x="66383" y="11705"/>
                    <a:pt x="71253" y="12431"/>
                    <a:pt x="75937" y="13859"/>
                  </a:cubicBezTo>
                  <a:lnTo>
                    <a:pt x="85058" y="4744"/>
                  </a:lnTo>
                  <a:cubicBezTo>
                    <a:pt x="53752" y="-8306"/>
                    <a:pt x="17794" y="6493"/>
                    <a:pt x="4744" y="37799"/>
                  </a:cubicBezTo>
                  <a:cubicBezTo>
                    <a:pt x="-8306" y="69106"/>
                    <a:pt x="6493" y="105063"/>
                    <a:pt x="37799" y="118114"/>
                  </a:cubicBezTo>
                  <a:cubicBezTo>
                    <a:pt x="69105" y="131163"/>
                    <a:pt x="105063" y="116364"/>
                    <a:pt x="118113" y="85058"/>
                  </a:cubicBezTo>
                  <a:cubicBezTo>
                    <a:pt x="124417" y="69936"/>
                    <a:pt x="124417" y="52922"/>
                    <a:pt x="118113" y="37799"/>
                  </a:cubicBezTo>
                  <a:lnTo>
                    <a:pt x="108998" y="46921"/>
                  </a:lnTo>
                  <a:cubicBezTo>
                    <a:pt x="116978" y="73164"/>
                    <a:pt x="102173" y="100909"/>
                    <a:pt x="75929" y="108890"/>
                  </a:cubicBezTo>
                  <a:cubicBezTo>
                    <a:pt x="49685" y="116871"/>
                    <a:pt x="21940" y="102065"/>
                    <a:pt x="13960" y="75821"/>
                  </a:cubicBezTo>
                  <a:cubicBezTo>
                    <a:pt x="5979" y="49578"/>
                    <a:pt x="20785" y="21833"/>
                    <a:pt x="47028" y="13852"/>
                  </a:cubicBezTo>
                  <a:cubicBezTo>
                    <a:pt x="51715" y="12427"/>
                    <a:pt x="56587" y="11703"/>
                    <a:pt x="61486" y="11703"/>
                  </a:cubicBezTo>
                  <a:close/>
                </a:path>
              </a:pathLst>
            </a:custGeom>
            <a:solidFill>
              <a:schemeClr val="bg1"/>
            </a:solidFill>
            <a:ln w="5755" cap="flat">
              <a:solidFill>
                <a:schemeClr val="bg1"/>
              </a:solidFill>
              <a:prstDash val="solid"/>
              <a:miter/>
            </a:ln>
          </p:spPr>
          <p:txBody>
            <a:bodyPr/>
            <a:lstStyle/>
            <a:p>
              <a:endParaRPr lang="en-US" noProof="0"/>
            </a:p>
          </p:txBody>
        </p:sp>
        <p:sp>
          <p:nvSpPr>
            <p:cNvPr id="983" name="Forma libre: forma 982">
              <a:extLst>
                <a:ext uri="{FF2B5EF4-FFF2-40B4-BE49-F238E27FC236}">
                  <a16:creationId xmlns:a16="http://schemas.microsoft.com/office/drawing/2014/main" id="{9B734027-1C25-4377-8853-5333955363F3}"/>
                </a:ext>
              </a:extLst>
            </p:cNvPr>
            <p:cNvSpPr/>
            <p:nvPr/>
          </p:nvSpPr>
          <p:spPr>
            <a:xfrm>
              <a:off x="761569" y="6220384"/>
              <a:ext cx="248411" cy="248408"/>
            </a:xfrm>
            <a:custGeom>
              <a:avLst/>
              <a:gdLst>
                <a:gd name="csX0" fmla="*/ 247966 w 248411"/>
                <a:gd name="csY0" fmla="*/ 56193 h 248408"/>
                <a:gd name="csX1" fmla="*/ 242567 w 248411"/>
                <a:gd name="csY1" fmla="*/ 52588 h 248408"/>
                <a:gd name="csX2" fmla="*/ 195821 w 248411"/>
                <a:gd name="csY2" fmla="*/ 52588 h 248408"/>
                <a:gd name="csX3" fmla="*/ 195821 w 248411"/>
                <a:gd name="csY3" fmla="*/ 5842 h 248408"/>
                <a:gd name="csX4" fmla="*/ 189977 w 248411"/>
                <a:gd name="csY4" fmla="*/ 0 h 248408"/>
                <a:gd name="csX5" fmla="*/ 185846 w 248411"/>
                <a:gd name="csY5" fmla="*/ 1711 h 248408"/>
                <a:gd name="csX6" fmla="*/ 133257 w 248411"/>
                <a:gd name="csY6" fmla="*/ 54300 h 248408"/>
                <a:gd name="csX7" fmla="*/ 131545 w 248411"/>
                <a:gd name="csY7" fmla="*/ 58431 h 248408"/>
                <a:gd name="csX8" fmla="*/ 131545 w 248411"/>
                <a:gd name="csY8" fmla="*/ 108601 h 248408"/>
                <a:gd name="csX9" fmla="*/ 1784 w 248411"/>
                <a:gd name="csY9" fmla="*/ 238362 h 248408"/>
                <a:gd name="csX10" fmla="*/ 1640 w 248411"/>
                <a:gd name="csY10" fmla="*/ 246625 h 248408"/>
                <a:gd name="csX11" fmla="*/ 9903 w 248411"/>
                <a:gd name="csY11" fmla="*/ 246769 h 248408"/>
                <a:gd name="csX12" fmla="*/ 10046 w 248411"/>
                <a:gd name="csY12" fmla="*/ 246625 h 248408"/>
                <a:gd name="csX13" fmla="*/ 139808 w 248411"/>
                <a:gd name="csY13" fmla="*/ 116864 h 248408"/>
                <a:gd name="csX14" fmla="*/ 189978 w 248411"/>
                <a:gd name="csY14" fmla="*/ 116864 h 248408"/>
                <a:gd name="csX15" fmla="*/ 194109 w 248411"/>
                <a:gd name="csY15" fmla="*/ 115152 h 248408"/>
                <a:gd name="csX16" fmla="*/ 246698 w 248411"/>
                <a:gd name="csY16" fmla="*/ 62562 h 248408"/>
                <a:gd name="csX17" fmla="*/ 247966 w 248411"/>
                <a:gd name="csY17" fmla="*/ 56193 h 248408"/>
                <a:gd name="csX18" fmla="*/ 143232 w 248411"/>
                <a:gd name="csY18" fmla="*/ 60850 h 248408"/>
                <a:gd name="csX19" fmla="*/ 184035 w 248411"/>
                <a:gd name="csY19" fmla="*/ 20047 h 248408"/>
                <a:gd name="csX20" fmla="*/ 184134 w 248411"/>
                <a:gd name="csY20" fmla="*/ 20088 h 248408"/>
                <a:gd name="csX21" fmla="*/ 184134 w 248411"/>
                <a:gd name="csY21" fmla="*/ 56012 h 248408"/>
                <a:gd name="csX22" fmla="*/ 143232 w 248411"/>
                <a:gd name="csY22" fmla="*/ 96915 h 248408"/>
                <a:gd name="csX23" fmla="*/ 187559 w 248411"/>
                <a:gd name="csY23" fmla="*/ 105177 h 248408"/>
                <a:gd name="csX24" fmla="*/ 151494 w 248411"/>
                <a:gd name="csY24" fmla="*/ 105177 h 248408"/>
                <a:gd name="csX25" fmla="*/ 192397 w 248411"/>
                <a:gd name="csY25" fmla="*/ 64275 h 248408"/>
                <a:gd name="csX26" fmla="*/ 228321 w 248411"/>
                <a:gd name="csY26" fmla="*/ 64275 h 248408"/>
                <a:gd name="csX27" fmla="*/ 228362 w 248411"/>
                <a:gd name="csY27" fmla="*/ 64374 h 2484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248411" h="248408">
                  <a:moveTo>
                    <a:pt x="247966" y="56193"/>
                  </a:moveTo>
                  <a:cubicBezTo>
                    <a:pt x="247061" y="54010"/>
                    <a:pt x="244930" y="52587"/>
                    <a:pt x="242567" y="52588"/>
                  </a:cubicBezTo>
                  <a:lnTo>
                    <a:pt x="195821" y="52588"/>
                  </a:lnTo>
                  <a:lnTo>
                    <a:pt x="195821" y="5842"/>
                  </a:lnTo>
                  <a:cubicBezTo>
                    <a:pt x="195820" y="2615"/>
                    <a:pt x="193204" y="-1"/>
                    <a:pt x="189977" y="0"/>
                  </a:cubicBezTo>
                  <a:cubicBezTo>
                    <a:pt x="188427" y="0"/>
                    <a:pt x="186942" y="616"/>
                    <a:pt x="185846" y="1711"/>
                  </a:cubicBezTo>
                  <a:lnTo>
                    <a:pt x="133257" y="54300"/>
                  </a:lnTo>
                  <a:cubicBezTo>
                    <a:pt x="132162" y="55396"/>
                    <a:pt x="131546" y="56882"/>
                    <a:pt x="131545" y="58431"/>
                  </a:cubicBezTo>
                  <a:lnTo>
                    <a:pt x="131545" y="108601"/>
                  </a:lnTo>
                  <a:lnTo>
                    <a:pt x="1784" y="238362"/>
                  </a:lnTo>
                  <a:cubicBezTo>
                    <a:pt x="-537" y="240605"/>
                    <a:pt x="-602" y="244303"/>
                    <a:pt x="1640" y="246625"/>
                  </a:cubicBezTo>
                  <a:cubicBezTo>
                    <a:pt x="3882" y="248946"/>
                    <a:pt x="7582" y="249011"/>
                    <a:pt x="9903" y="246769"/>
                  </a:cubicBezTo>
                  <a:cubicBezTo>
                    <a:pt x="9952" y="246721"/>
                    <a:pt x="10000" y="246673"/>
                    <a:pt x="10046" y="246625"/>
                  </a:cubicBezTo>
                  <a:lnTo>
                    <a:pt x="139808" y="116864"/>
                  </a:lnTo>
                  <a:lnTo>
                    <a:pt x="189978" y="116864"/>
                  </a:lnTo>
                  <a:cubicBezTo>
                    <a:pt x="191527" y="116863"/>
                    <a:pt x="193013" y="116248"/>
                    <a:pt x="194109" y="115152"/>
                  </a:cubicBezTo>
                  <a:lnTo>
                    <a:pt x="246698" y="62562"/>
                  </a:lnTo>
                  <a:cubicBezTo>
                    <a:pt x="248370" y="60891"/>
                    <a:pt x="248871" y="58378"/>
                    <a:pt x="247966" y="56193"/>
                  </a:cubicBezTo>
                  <a:close/>
                  <a:moveTo>
                    <a:pt x="143232" y="60850"/>
                  </a:moveTo>
                  <a:lnTo>
                    <a:pt x="184035" y="20047"/>
                  </a:lnTo>
                  <a:cubicBezTo>
                    <a:pt x="184088" y="19994"/>
                    <a:pt x="184134" y="20012"/>
                    <a:pt x="184134" y="20088"/>
                  </a:cubicBezTo>
                  <a:lnTo>
                    <a:pt x="184134" y="56012"/>
                  </a:lnTo>
                  <a:lnTo>
                    <a:pt x="143232" y="96915"/>
                  </a:lnTo>
                  <a:close/>
                  <a:moveTo>
                    <a:pt x="187559" y="105177"/>
                  </a:moveTo>
                  <a:lnTo>
                    <a:pt x="151494" y="105177"/>
                  </a:lnTo>
                  <a:lnTo>
                    <a:pt x="192397" y="64275"/>
                  </a:lnTo>
                  <a:lnTo>
                    <a:pt x="228321" y="64275"/>
                  </a:lnTo>
                  <a:cubicBezTo>
                    <a:pt x="228397" y="64275"/>
                    <a:pt x="228415" y="64321"/>
                    <a:pt x="228362" y="64374"/>
                  </a:cubicBezTo>
                  <a:close/>
                </a:path>
              </a:pathLst>
            </a:custGeom>
            <a:solidFill>
              <a:schemeClr val="bg1"/>
            </a:solidFill>
            <a:ln w="9525" cap="flat">
              <a:solidFill>
                <a:schemeClr val="bg1"/>
              </a:solidFill>
              <a:prstDash val="solid"/>
              <a:miter/>
            </a:ln>
          </p:spPr>
          <p:txBody>
            <a:bodyPr/>
            <a:lstStyle/>
            <a:p>
              <a:endParaRPr lang="en-US" noProof="0"/>
            </a:p>
          </p:txBody>
        </p:sp>
      </p:grpSp>
      <p:grpSp>
        <p:nvGrpSpPr>
          <p:cNvPr id="1007" name="Grupo 1006">
            <a:extLst>
              <a:ext uri="{FF2B5EF4-FFF2-40B4-BE49-F238E27FC236}">
                <a16:creationId xmlns:a16="http://schemas.microsoft.com/office/drawing/2014/main" id="{E1575937-507B-D92A-20C9-2C43254BD998}"/>
              </a:ext>
            </a:extLst>
          </p:cNvPr>
          <p:cNvGrpSpPr/>
          <p:nvPr/>
        </p:nvGrpSpPr>
        <p:grpSpPr>
          <a:xfrm>
            <a:off x="5897859" y="1691325"/>
            <a:ext cx="1177303" cy="347934"/>
            <a:chOff x="6640809" y="1691325"/>
            <a:chExt cx="1177303" cy="347934"/>
          </a:xfrm>
        </p:grpSpPr>
        <p:sp>
          <p:nvSpPr>
            <p:cNvPr id="52" name="Rectangle 3">
              <a:extLst>
                <a:ext uri="{FF2B5EF4-FFF2-40B4-BE49-F238E27FC236}">
                  <a16:creationId xmlns:a16="http://schemas.microsoft.com/office/drawing/2014/main" id="{350E474A-07F9-8D72-B69E-69628D2A2AE2}"/>
                </a:ext>
              </a:extLst>
            </p:cNvPr>
            <p:cNvSpPr>
              <a:spLocks noChangeArrowheads="1"/>
            </p:cNvSpPr>
            <p:nvPr/>
          </p:nvSpPr>
          <p:spPr bwMode="auto">
            <a:xfrm>
              <a:off x="6662796" y="1732732"/>
              <a:ext cx="115531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noProof="0">
                  <a:ln>
                    <a:noFill/>
                  </a:ln>
                  <a:solidFill>
                    <a:srgbClr val="003C6E"/>
                  </a:solidFill>
                  <a:effectLst/>
                  <a:latin typeface="Aptos" panose="020B0004020202020204" pitchFamily="34" charset="0"/>
                </a:rPr>
                <a:t>Data location </a:t>
              </a:r>
            </a:p>
          </p:txBody>
        </p:sp>
        <p:sp>
          <p:nvSpPr>
            <p:cNvPr id="993" name="Rectángulo: esquinas redondeadas 992">
              <a:extLst>
                <a:ext uri="{FF2B5EF4-FFF2-40B4-BE49-F238E27FC236}">
                  <a16:creationId xmlns:a16="http://schemas.microsoft.com/office/drawing/2014/main" id="{CE32EA36-E7C4-A900-F77E-63BD737EB007}"/>
                </a:ext>
              </a:extLst>
            </p:cNvPr>
            <p:cNvSpPr/>
            <p:nvPr/>
          </p:nvSpPr>
          <p:spPr>
            <a:xfrm>
              <a:off x="6640809" y="1691325"/>
              <a:ext cx="1155316" cy="347934"/>
            </a:xfrm>
            <a:prstGeom prst="roundRect">
              <a:avLst>
                <a:gd name="adj" fmla="val 500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1006" name="Grupo 1005">
            <a:extLst>
              <a:ext uri="{FF2B5EF4-FFF2-40B4-BE49-F238E27FC236}">
                <a16:creationId xmlns:a16="http://schemas.microsoft.com/office/drawing/2014/main" id="{FF530D76-4D1E-99E8-A7D9-7F184813D92D}"/>
              </a:ext>
            </a:extLst>
          </p:cNvPr>
          <p:cNvGrpSpPr/>
          <p:nvPr/>
        </p:nvGrpSpPr>
        <p:grpSpPr>
          <a:xfrm>
            <a:off x="7607141" y="1691325"/>
            <a:ext cx="1585201" cy="347934"/>
            <a:chOff x="7994257" y="1691325"/>
            <a:chExt cx="1585201" cy="347934"/>
          </a:xfrm>
        </p:grpSpPr>
        <p:sp>
          <p:nvSpPr>
            <p:cNvPr id="984" name="Rectangle 3">
              <a:extLst>
                <a:ext uri="{FF2B5EF4-FFF2-40B4-BE49-F238E27FC236}">
                  <a16:creationId xmlns:a16="http://schemas.microsoft.com/office/drawing/2014/main" id="{9A6D3A76-3D1F-3B37-662A-11C7B65622C2}"/>
                </a:ext>
              </a:extLst>
            </p:cNvPr>
            <p:cNvSpPr>
              <a:spLocks noChangeArrowheads="1"/>
            </p:cNvSpPr>
            <p:nvPr/>
          </p:nvSpPr>
          <p:spPr bwMode="auto">
            <a:xfrm>
              <a:off x="8034250" y="1732732"/>
              <a:ext cx="151663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noProof="0">
                  <a:ln>
                    <a:noFill/>
                  </a:ln>
                  <a:solidFill>
                    <a:srgbClr val="003C6E"/>
                  </a:solidFill>
                  <a:effectLst/>
                  <a:latin typeface="Aptos" panose="020B0004020202020204" pitchFamily="34" charset="0"/>
                </a:rPr>
                <a:t>Third-party access </a:t>
              </a:r>
            </a:p>
          </p:txBody>
        </p:sp>
        <p:sp>
          <p:nvSpPr>
            <p:cNvPr id="994" name="Rectángulo: esquinas redondeadas 993">
              <a:extLst>
                <a:ext uri="{FF2B5EF4-FFF2-40B4-BE49-F238E27FC236}">
                  <a16:creationId xmlns:a16="http://schemas.microsoft.com/office/drawing/2014/main" id="{DF47829B-DDA4-C2D5-5511-B7F06CF1F58B}"/>
                </a:ext>
              </a:extLst>
            </p:cNvPr>
            <p:cNvSpPr/>
            <p:nvPr/>
          </p:nvSpPr>
          <p:spPr>
            <a:xfrm>
              <a:off x="7994257" y="1691325"/>
              <a:ext cx="1585201" cy="347934"/>
            </a:xfrm>
            <a:prstGeom prst="roundRect">
              <a:avLst>
                <a:gd name="adj" fmla="val 500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1005" name="Grupo 1004">
            <a:extLst>
              <a:ext uri="{FF2B5EF4-FFF2-40B4-BE49-F238E27FC236}">
                <a16:creationId xmlns:a16="http://schemas.microsoft.com/office/drawing/2014/main" id="{7422B09B-9483-35BA-64C0-F6AA15DA6639}"/>
              </a:ext>
            </a:extLst>
          </p:cNvPr>
          <p:cNvGrpSpPr/>
          <p:nvPr/>
        </p:nvGrpSpPr>
        <p:grpSpPr>
          <a:xfrm>
            <a:off x="9791652" y="1691325"/>
            <a:ext cx="1887708" cy="347934"/>
            <a:chOff x="9808992" y="1691325"/>
            <a:chExt cx="1887708" cy="347934"/>
          </a:xfrm>
        </p:grpSpPr>
        <p:sp>
          <p:nvSpPr>
            <p:cNvPr id="985" name="Rectangle 3">
              <a:extLst>
                <a:ext uri="{FF2B5EF4-FFF2-40B4-BE49-F238E27FC236}">
                  <a16:creationId xmlns:a16="http://schemas.microsoft.com/office/drawing/2014/main" id="{03A3CB68-E199-FD7F-8E57-3464918CD5C7}"/>
                </a:ext>
              </a:extLst>
            </p:cNvPr>
            <p:cNvSpPr>
              <a:spLocks noChangeArrowheads="1"/>
            </p:cNvSpPr>
            <p:nvPr/>
          </p:nvSpPr>
          <p:spPr bwMode="auto">
            <a:xfrm>
              <a:off x="9831177" y="1728830"/>
              <a:ext cx="18655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noProof="0">
                  <a:ln>
                    <a:noFill/>
                  </a:ln>
                  <a:solidFill>
                    <a:srgbClr val="003C6E"/>
                  </a:solidFill>
                  <a:effectLst/>
                  <a:latin typeface="Aptos" panose="020B0004020202020204" pitchFamily="34" charset="0"/>
                </a:rPr>
                <a:t>CLOUD Act implications  </a:t>
              </a:r>
            </a:p>
          </p:txBody>
        </p:sp>
        <p:sp>
          <p:nvSpPr>
            <p:cNvPr id="995" name="Rectángulo: esquinas redondeadas 994">
              <a:extLst>
                <a:ext uri="{FF2B5EF4-FFF2-40B4-BE49-F238E27FC236}">
                  <a16:creationId xmlns:a16="http://schemas.microsoft.com/office/drawing/2014/main" id="{C02B7474-3FF9-3F9D-8A56-01E0B585649E}"/>
                </a:ext>
              </a:extLst>
            </p:cNvPr>
            <p:cNvSpPr/>
            <p:nvPr/>
          </p:nvSpPr>
          <p:spPr>
            <a:xfrm>
              <a:off x="9808992" y="1691325"/>
              <a:ext cx="1887708" cy="347934"/>
            </a:xfrm>
            <a:prstGeom prst="roundRect">
              <a:avLst>
                <a:gd name="adj" fmla="val 500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1041" name="Grupo 1040">
            <a:extLst>
              <a:ext uri="{FF2B5EF4-FFF2-40B4-BE49-F238E27FC236}">
                <a16:creationId xmlns:a16="http://schemas.microsoft.com/office/drawing/2014/main" id="{79B98090-F814-78DE-5A33-E048F33FA455}"/>
              </a:ext>
            </a:extLst>
          </p:cNvPr>
          <p:cNvGrpSpPr/>
          <p:nvPr/>
        </p:nvGrpSpPr>
        <p:grpSpPr>
          <a:xfrm>
            <a:off x="5901851" y="2608933"/>
            <a:ext cx="1916744" cy="347934"/>
            <a:chOff x="6443720" y="2608933"/>
            <a:chExt cx="1916744" cy="347934"/>
          </a:xfrm>
        </p:grpSpPr>
        <p:sp>
          <p:nvSpPr>
            <p:cNvPr id="53" name="Rectangle 4">
              <a:extLst>
                <a:ext uri="{FF2B5EF4-FFF2-40B4-BE49-F238E27FC236}">
                  <a16:creationId xmlns:a16="http://schemas.microsoft.com/office/drawing/2014/main" id="{BD759F85-F79F-8F34-64BA-F0852D26BCED}"/>
                </a:ext>
              </a:extLst>
            </p:cNvPr>
            <p:cNvSpPr>
              <a:spLocks noChangeArrowheads="1"/>
            </p:cNvSpPr>
            <p:nvPr/>
          </p:nvSpPr>
          <p:spPr bwMode="auto">
            <a:xfrm>
              <a:off x="6443721" y="2637648"/>
              <a:ext cx="19167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noProof="0">
                  <a:ln>
                    <a:noFill/>
                  </a:ln>
                  <a:solidFill>
                    <a:srgbClr val="005B96"/>
                  </a:solidFill>
                  <a:effectLst/>
                  <a:latin typeface="Aptos" panose="020B0004020202020204" pitchFamily="34" charset="0"/>
                </a:rPr>
                <a:t>US technology providers </a:t>
              </a:r>
            </a:p>
          </p:txBody>
        </p:sp>
        <p:sp>
          <p:nvSpPr>
            <p:cNvPr id="996" name="Rectángulo: esquinas redondeadas 995">
              <a:extLst>
                <a:ext uri="{FF2B5EF4-FFF2-40B4-BE49-F238E27FC236}">
                  <a16:creationId xmlns:a16="http://schemas.microsoft.com/office/drawing/2014/main" id="{848CFDA3-BF57-69A0-30E7-E740103573EB}"/>
                </a:ext>
              </a:extLst>
            </p:cNvPr>
            <p:cNvSpPr/>
            <p:nvPr/>
          </p:nvSpPr>
          <p:spPr>
            <a:xfrm>
              <a:off x="6443720" y="2608933"/>
              <a:ext cx="1871369" cy="347934"/>
            </a:xfrm>
            <a:prstGeom prst="roundRect">
              <a:avLst>
                <a:gd name="adj" fmla="val 500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1004" name="Grupo 1003">
            <a:extLst>
              <a:ext uri="{FF2B5EF4-FFF2-40B4-BE49-F238E27FC236}">
                <a16:creationId xmlns:a16="http://schemas.microsoft.com/office/drawing/2014/main" id="{4F3806DB-D34C-CFF5-1EBE-1679493615F4}"/>
              </a:ext>
            </a:extLst>
          </p:cNvPr>
          <p:cNvGrpSpPr/>
          <p:nvPr/>
        </p:nvGrpSpPr>
        <p:grpSpPr>
          <a:xfrm>
            <a:off x="9967007" y="2608933"/>
            <a:ext cx="1712353" cy="347934"/>
            <a:chOff x="10038381" y="2608933"/>
            <a:chExt cx="1712353" cy="347934"/>
          </a:xfrm>
        </p:grpSpPr>
        <p:sp>
          <p:nvSpPr>
            <p:cNvPr id="991" name="Rectangle 4">
              <a:extLst>
                <a:ext uri="{FF2B5EF4-FFF2-40B4-BE49-F238E27FC236}">
                  <a16:creationId xmlns:a16="http://schemas.microsoft.com/office/drawing/2014/main" id="{B34E9123-5EF7-C7A0-49E9-FD149DA8BEE8}"/>
                </a:ext>
              </a:extLst>
            </p:cNvPr>
            <p:cNvSpPr>
              <a:spLocks noChangeArrowheads="1"/>
            </p:cNvSpPr>
            <p:nvPr/>
          </p:nvSpPr>
          <p:spPr bwMode="auto">
            <a:xfrm>
              <a:off x="10051166" y="2637648"/>
              <a:ext cx="169956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noProof="0">
                  <a:ln>
                    <a:noFill/>
                  </a:ln>
                  <a:solidFill>
                    <a:srgbClr val="005B96"/>
                  </a:solidFill>
                  <a:effectLst/>
                  <a:latin typeface="Aptos" panose="020B0004020202020204" pitchFamily="34" charset="0"/>
                </a:rPr>
                <a:t>Vendor concentration</a:t>
              </a:r>
            </a:p>
          </p:txBody>
        </p:sp>
        <p:sp>
          <p:nvSpPr>
            <p:cNvPr id="997" name="Rectángulo: esquinas redondeadas 996">
              <a:extLst>
                <a:ext uri="{FF2B5EF4-FFF2-40B4-BE49-F238E27FC236}">
                  <a16:creationId xmlns:a16="http://schemas.microsoft.com/office/drawing/2014/main" id="{4E72CBC2-73E0-9D6A-790A-73F4D0A64413}"/>
                </a:ext>
              </a:extLst>
            </p:cNvPr>
            <p:cNvSpPr/>
            <p:nvPr/>
          </p:nvSpPr>
          <p:spPr>
            <a:xfrm>
              <a:off x="10038381" y="2608933"/>
              <a:ext cx="1699569" cy="347934"/>
            </a:xfrm>
            <a:prstGeom prst="roundRect">
              <a:avLst>
                <a:gd name="adj" fmla="val 500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1042" name="Grupo 1041">
            <a:extLst>
              <a:ext uri="{FF2B5EF4-FFF2-40B4-BE49-F238E27FC236}">
                <a16:creationId xmlns:a16="http://schemas.microsoft.com/office/drawing/2014/main" id="{87B6CE7D-1BB8-9EDC-F005-9C22328C2D0A}"/>
              </a:ext>
            </a:extLst>
          </p:cNvPr>
          <p:cNvGrpSpPr/>
          <p:nvPr/>
        </p:nvGrpSpPr>
        <p:grpSpPr>
          <a:xfrm>
            <a:off x="8131723" y="2438176"/>
            <a:ext cx="1593531" cy="661137"/>
            <a:chOff x="8430217" y="2438176"/>
            <a:chExt cx="1593531" cy="661137"/>
          </a:xfrm>
        </p:grpSpPr>
        <p:sp>
          <p:nvSpPr>
            <p:cNvPr id="992" name="Rectangle 4">
              <a:extLst>
                <a:ext uri="{FF2B5EF4-FFF2-40B4-BE49-F238E27FC236}">
                  <a16:creationId xmlns:a16="http://schemas.microsoft.com/office/drawing/2014/main" id="{53BC39A5-8093-047E-72EE-CF92E0480CAE}"/>
                </a:ext>
              </a:extLst>
            </p:cNvPr>
            <p:cNvSpPr>
              <a:spLocks noChangeArrowheads="1"/>
            </p:cNvSpPr>
            <p:nvPr/>
          </p:nvSpPr>
          <p:spPr bwMode="auto">
            <a:xfrm>
              <a:off x="8507114" y="2452982"/>
              <a:ext cx="151663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noProof="0">
                  <a:ln>
                    <a:noFill/>
                  </a:ln>
                  <a:solidFill>
                    <a:srgbClr val="005B96"/>
                  </a:solidFill>
                  <a:effectLst/>
                  <a:latin typeface="Aptos" panose="020B0004020202020204" pitchFamily="34" charset="0"/>
                </a:rPr>
                <a:t>Microsoft, Google, Amazon, Adobe, CrowdStrike </a:t>
              </a:r>
            </a:p>
          </p:txBody>
        </p:sp>
        <p:sp>
          <p:nvSpPr>
            <p:cNvPr id="1003" name="Rectángulo: esquinas redondeadas 1002">
              <a:extLst>
                <a:ext uri="{FF2B5EF4-FFF2-40B4-BE49-F238E27FC236}">
                  <a16:creationId xmlns:a16="http://schemas.microsoft.com/office/drawing/2014/main" id="{67FC01CB-17EF-6264-F1C4-02C3396610A6}"/>
                </a:ext>
              </a:extLst>
            </p:cNvPr>
            <p:cNvSpPr/>
            <p:nvPr/>
          </p:nvSpPr>
          <p:spPr>
            <a:xfrm>
              <a:off x="8430217" y="2438176"/>
              <a:ext cx="1516634" cy="645731"/>
            </a:xfrm>
            <a:prstGeom prst="roundRect">
              <a:avLst>
                <a:gd name="adj" fmla="val 28858"/>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1018" name="Grupo 1017">
            <a:extLst>
              <a:ext uri="{FF2B5EF4-FFF2-40B4-BE49-F238E27FC236}">
                <a16:creationId xmlns:a16="http://schemas.microsoft.com/office/drawing/2014/main" id="{AB9D79A5-F296-E776-6A56-CB64ECE6C3C2}"/>
              </a:ext>
            </a:extLst>
          </p:cNvPr>
          <p:cNvGrpSpPr/>
          <p:nvPr/>
        </p:nvGrpSpPr>
        <p:grpSpPr>
          <a:xfrm>
            <a:off x="7531671" y="3493924"/>
            <a:ext cx="1803851" cy="347934"/>
            <a:chOff x="7924245" y="3493924"/>
            <a:chExt cx="1803851" cy="347934"/>
          </a:xfrm>
        </p:grpSpPr>
        <p:sp>
          <p:nvSpPr>
            <p:cNvPr id="1008" name="Rectangle 5">
              <a:extLst>
                <a:ext uri="{FF2B5EF4-FFF2-40B4-BE49-F238E27FC236}">
                  <a16:creationId xmlns:a16="http://schemas.microsoft.com/office/drawing/2014/main" id="{97E165EC-DD79-7269-D0AE-0C41D0967945}"/>
                </a:ext>
              </a:extLst>
            </p:cNvPr>
            <p:cNvSpPr>
              <a:spLocks noChangeArrowheads="1"/>
            </p:cNvSpPr>
            <p:nvPr/>
          </p:nvSpPr>
          <p:spPr bwMode="auto">
            <a:xfrm>
              <a:off x="7960817" y="3524308"/>
              <a:ext cx="17672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noProof="0">
                  <a:ln>
                    <a:noFill/>
                  </a:ln>
                  <a:solidFill>
                    <a:srgbClr val="0072BC"/>
                  </a:solidFill>
                  <a:effectLst/>
                  <a:latin typeface="Aptos" panose="020B0004020202020204" pitchFamily="34" charset="0"/>
                </a:rPr>
                <a:t>Cross-border services </a:t>
              </a:r>
            </a:p>
          </p:txBody>
        </p:sp>
        <p:sp>
          <p:nvSpPr>
            <p:cNvPr id="1010" name="Rectángulo: esquinas redondeadas 1009">
              <a:extLst>
                <a:ext uri="{FF2B5EF4-FFF2-40B4-BE49-F238E27FC236}">
                  <a16:creationId xmlns:a16="http://schemas.microsoft.com/office/drawing/2014/main" id="{D72FE515-91D6-FFB1-AA40-D1771B600895}"/>
                </a:ext>
              </a:extLst>
            </p:cNvPr>
            <p:cNvSpPr/>
            <p:nvPr/>
          </p:nvSpPr>
          <p:spPr>
            <a:xfrm>
              <a:off x="7924245" y="3493924"/>
              <a:ext cx="1767279" cy="347934"/>
            </a:xfrm>
            <a:prstGeom prst="roundRect">
              <a:avLst>
                <a:gd name="adj" fmla="val 500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1019" name="Grupo 1018">
            <a:extLst>
              <a:ext uri="{FF2B5EF4-FFF2-40B4-BE49-F238E27FC236}">
                <a16:creationId xmlns:a16="http://schemas.microsoft.com/office/drawing/2014/main" id="{79EB1870-C8DF-2150-2B58-765F7D517A0C}"/>
              </a:ext>
            </a:extLst>
          </p:cNvPr>
          <p:cNvGrpSpPr/>
          <p:nvPr/>
        </p:nvGrpSpPr>
        <p:grpSpPr>
          <a:xfrm>
            <a:off x="9663077" y="3493924"/>
            <a:ext cx="2016283" cy="347934"/>
            <a:chOff x="9763661" y="3493924"/>
            <a:chExt cx="2016283" cy="347934"/>
          </a:xfrm>
        </p:grpSpPr>
        <p:sp>
          <p:nvSpPr>
            <p:cNvPr id="1009" name="Rectangle 5">
              <a:extLst>
                <a:ext uri="{FF2B5EF4-FFF2-40B4-BE49-F238E27FC236}">
                  <a16:creationId xmlns:a16="http://schemas.microsoft.com/office/drawing/2014/main" id="{1740E50A-8CF7-FEF4-A1BD-354A13FF9971}"/>
                </a:ext>
              </a:extLst>
            </p:cNvPr>
            <p:cNvSpPr>
              <a:spLocks noChangeArrowheads="1"/>
            </p:cNvSpPr>
            <p:nvPr/>
          </p:nvSpPr>
          <p:spPr bwMode="auto">
            <a:xfrm>
              <a:off x="9779781" y="3524308"/>
              <a:ext cx="200016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noProof="0">
                  <a:ln>
                    <a:noFill/>
                  </a:ln>
                  <a:solidFill>
                    <a:srgbClr val="0072BC"/>
                  </a:solidFill>
                  <a:effectLst/>
                  <a:latin typeface="Aptos" panose="020B0004020202020204" pitchFamily="34" charset="0"/>
                </a:rPr>
                <a:t>Jurisdictional complexity  </a:t>
              </a:r>
            </a:p>
          </p:txBody>
        </p:sp>
        <p:sp>
          <p:nvSpPr>
            <p:cNvPr id="1016" name="Rectángulo: esquinas redondeadas 1015">
              <a:extLst>
                <a:ext uri="{FF2B5EF4-FFF2-40B4-BE49-F238E27FC236}">
                  <a16:creationId xmlns:a16="http://schemas.microsoft.com/office/drawing/2014/main" id="{EFE9911D-C92E-5E55-B492-168BB41B1E53}"/>
                </a:ext>
              </a:extLst>
            </p:cNvPr>
            <p:cNvSpPr/>
            <p:nvPr/>
          </p:nvSpPr>
          <p:spPr>
            <a:xfrm>
              <a:off x="9763661" y="3493924"/>
              <a:ext cx="1979604" cy="347934"/>
            </a:xfrm>
            <a:prstGeom prst="roundRect">
              <a:avLst>
                <a:gd name="adj" fmla="val 500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1020" name="Grupo 1019">
            <a:extLst>
              <a:ext uri="{FF2B5EF4-FFF2-40B4-BE49-F238E27FC236}">
                <a16:creationId xmlns:a16="http://schemas.microsoft.com/office/drawing/2014/main" id="{66E1393D-044A-200E-542B-29CD61AE7307}"/>
              </a:ext>
            </a:extLst>
          </p:cNvPr>
          <p:cNvGrpSpPr/>
          <p:nvPr/>
        </p:nvGrpSpPr>
        <p:grpSpPr>
          <a:xfrm>
            <a:off x="5892844" y="3333956"/>
            <a:ext cx="1210688" cy="652017"/>
            <a:chOff x="6409312" y="3333956"/>
            <a:chExt cx="1210688" cy="652017"/>
          </a:xfrm>
        </p:grpSpPr>
        <p:sp>
          <p:nvSpPr>
            <p:cNvPr id="54" name="Rectangle 5">
              <a:extLst>
                <a:ext uri="{FF2B5EF4-FFF2-40B4-BE49-F238E27FC236}">
                  <a16:creationId xmlns:a16="http://schemas.microsoft.com/office/drawing/2014/main" id="{7D44DD52-D211-C567-744C-A327D98F3833}"/>
                </a:ext>
              </a:extLst>
            </p:cNvPr>
            <p:cNvSpPr>
              <a:spLocks noChangeArrowheads="1"/>
            </p:cNvSpPr>
            <p:nvPr/>
          </p:nvSpPr>
          <p:spPr bwMode="auto">
            <a:xfrm>
              <a:off x="6443721" y="3339642"/>
              <a:ext cx="116887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noProof="0">
                  <a:ln>
                    <a:noFill/>
                  </a:ln>
                  <a:solidFill>
                    <a:srgbClr val="0072BC"/>
                  </a:solidFill>
                  <a:effectLst/>
                  <a:latin typeface="Aptos" panose="020B0004020202020204" pitchFamily="34" charset="0"/>
                </a:rPr>
                <a:t>EU / UK / international operations </a:t>
              </a:r>
            </a:p>
          </p:txBody>
        </p:sp>
        <p:sp>
          <p:nvSpPr>
            <p:cNvPr id="1017" name="Rectángulo: esquinas redondeadas 1016">
              <a:extLst>
                <a:ext uri="{FF2B5EF4-FFF2-40B4-BE49-F238E27FC236}">
                  <a16:creationId xmlns:a16="http://schemas.microsoft.com/office/drawing/2014/main" id="{D85F07CC-6D2A-2259-03C9-A8CB16799339}"/>
                </a:ext>
              </a:extLst>
            </p:cNvPr>
            <p:cNvSpPr/>
            <p:nvPr/>
          </p:nvSpPr>
          <p:spPr>
            <a:xfrm>
              <a:off x="6409312" y="3333956"/>
              <a:ext cx="1210688" cy="645731"/>
            </a:xfrm>
            <a:prstGeom prst="roundRect">
              <a:avLst>
                <a:gd name="adj" fmla="val 28858"/>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1033" name="Grupo 1032">
            <a:extLst>
              <a:ext uri="{FF2B5EF4-FFF2-40B4-BE49-F238E27FC236}">
                <a16:creationId xmlns:a16="http://schemas.microsoft.com/office/drawing/2014/main" id="{1080FD5C-903E-6086-813D-0F9A1D1D7C45}"/>
              </a:ext>
            </a:extLst>
          </p:cNvPr>
          <p:cNvGrpSpPr/>
          <p:nvPr/>
        </p:nvGrpSpPr>
        <p:grpSpPr>
          <a:xfrm>
            <a:off x="5912565" y="4359275"/>
            <a:ext cx="922409" cy="374376"/>
            <a:chOff x="6680879" y="4207596"/>
            <a:chExt cx="922409" cy="312399"/>
          </a:xfrm>
        </p:grpSpPr>
        <p:sp>
          <p:nvSpPr>
            <p:cNvPr id="55" name="Rectangle 6">
              <a:extLst>
                <a:ext uri="{FF2B5EF4-FFF2-40B4-BE49-F238E27FC236}">
                  <a16:creationId xmlns:a16="http://schemas.microsoft.com/office/drawing/2014/main" id="{24D2D9B8-2261-C84E-3660-331265C3CFA8}"/>
                </a:ext>
              </a:extLst>
            </p:cNvPr>
            <p:cNvSpPr>
              <a:spLocks noChangeArrowheads="1"/>
            </p:cNvSpPr>
            <p:nvPr/>
          </p:nvSpPr>
          <p:spPr bwMode="auto">
            <a:xfrm>
              <a:off x="6689255" y="4225930"/>
              <a:ext cx="91403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noProof="0">
                  <a:ln>
                    <a:noFill/>
                  </a:ln>
                  <a:solidFill>
                    <a:srgbClr val="19A3FC"/>
                  </a:solidFill>
                  <a:effectLst/>
                  <a:latin typeface="Aptos" panose="020B0004020202020204" pitchFamily="34" charset="0"/>
                </a:rPr>
                <a:t>Contracts </a:t>
              </a:r>
            </a:p>
          </p:txBody>
        </p:sp>
        <p:sp>
          <p:nvSpPr>
            <p:cNvPr id="1025" name="Rectángulo: esquinas redondeadas 1024">
              <a:extLst>
                <a:ext uri="{FF2B5EF4-FFF2-40B4-BE49-F238E27FC236}">
                  <a16:creationId xmlns:a16="http://schemas.microsoft.com/office/drawing/2014/main" id="{23D0340D-DEEA-0CBF-E04D-31B82373CCF8}"/>
                </a:ext>
              </a:extLst>
            </p:cNvPr>
            <p:cNvSpPr/>
            <p:nvPr/>
          </p:nvSpPr>
          <p:spPr>
            <a:xfrm>
              <a:off x="6680879" y="4207596"/>
              <a:ext cx="890014" cy="312399"/>
            </a:xfrm>
            <a:prstGeom prst="roundRect">
              <a:avLst>
                <a:gd name="adj" fmla="val 500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1031" name="Grupo 1030">
            <a:extLst>
              <a:ext uri="{FF2B5EF4-FFF2-40B4-BE49-F238E27FC236}">
                <a16:creationId xmlns:a16="http://schemas.microsoft.com/office/drawing/2014/main" id="{7D7CCD6D-71F2-F77B-B30E-BA3F1890FA29}"/>
              </a:ext>
            </a:extLst>
          </p:cNvPr>
          <p:cNvGrpSpPr/>
          <p:nvPr/>
        </p:nvGrpSpPr>
        <p:grpSpPr>
          <a:xfrm>
            <a:off x="6898971" y="4359275"/>
            <a:ext cx="1052921" cy="374376"/>
            <a:chOff x="8461535" y="4207596"/>
            <a:chExt cx="1052921" cy="312399"/>
          </a:xfrm>
        </p:grpSpPr>
        <p:sp>
          <p:nvSpPr>
            <p:cNvPr id="1021" name="Rectangle 6">
              <a:extLst>
                <a:ext uri="{FF2B5EF4-FFF2-40B4-BE49-F238E27FC236}">
                  <a16:creationId xmlns:a16="http://schemas.microsoft.com/office/drawing/2014/main" id="{0B9EBBE1-D24C-4F3D-8960-0F4BA4CB434F}"/>
                </a:ext>
              </a:extLst>
            </p:cNvPr>
            <p:cNvSpPr>
              <a:spLocks noChangeArrowheads="1"/>
            </p:cNvSpPr>
            <p:nvPr/>
          </p:nvSpPr>
          <p:spPr bwMode="auto">
            <a:xfrm>
              <a:off x="8483405" y="4225930"/>
              <a:ext cx="103105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noProof="0">
                  <a:ln>
                    <a:noFill/>
                  </a:ln>
                  <a:solidFill>
                    <a:srgbClr val="19A3FC"/>
                  </a:solidFill>
                  <a:effectLst/>
                  <a:latin typeface="Aptos" panose="020B0004020202020204" pitchFamily="34" charset="0"/>
                </a:rPr>
                <a:t>Jurisdiction </a:t>
              </a:r>
            </a:p>
          </p:txBody>
        </p:sp>
        <p:sp>
          <p:nvSpPr>
            <p:cNvPr id="1026" name="Rectángulo: esquinas redondeadas 1025">
              <a:extLst>
                <a:ext uri="{FF2B5EF4-FFF2-40B4-BE49-F238E27FC236}">
                  <a16:creationId xmlns:a16="http://schemas.microsoft.com/office/drawing/2014/main" id="{D85C3503-C61A-D3CC-8549-E2BA0EF9C442}"/>
                </a:ext>
              </a:extLst>
            </p:cNvPr>
            <p:cNvSpPr/>
            <p:nvPr/>
          </p:nvSpPr>
          <p:spPr>
            <a:xfrm>
              <a:off x="8461535" y="4207596"/>
              <a:ext cx="1037424" cy="312399"/>
            </a:xfrm>
            <a:prstGeom prst="roundRect">
              <a:avLst>
                <a:gd name="adj" fmla="val 500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1032" name="Grupo 1031">
            <a:extLst>
              <a:ext uri="{FF2B5EF4-FFF2-40B4-BE49-F238E27FC236}">
                <a16:creationId xmlns:a16="http://schemas.microsoft.com/office/drawing/2014/main" id="{2872A511-88FF-17C5-D65E-9362BBDBB589}"/>
              </a:ext>
            </a:extLst>
          </p:cNvPr>
          <p:cNvGrpSpPr/>
          <p:nvPr/>
        </p:nvGrpSpPr>
        <p:grpSpPr>
          <a:xfrm>
            <a:off x="8015889" y="4359275"/>
            <a:ext cx="1000158" cy="374376"/>
            <a:chOff x="10617200" y="4207596"/>
            <a:chExt cx="1000158" cy="312399"/>
          </a:xfrm>
        </p:grpSpPr>
        <p:sp>
          <p:nvSpPr>
            <p:cNvPr id="1022" name="Rectangle 6">
              <a:extLst>
                <a:ext uri="{FF2B5EF4-FFF2-40B4-BE49-F238E27FC236}">
                  <a16:creationId xmlns:a16="http://schemas.microsoft.com/office/drawing/2014/main" id="{3EB0453E-FFED-7FAA-94EA-C49392A45C78}"/>
                </a:ext>
              </a:extLst>
            </p:cNvPr>
            <p:cNvSpPr>
              <a:spLocks noChangeArrowheads="1"/>
            </p:cNvSpPr>
            <p:nvPr/>
          </p:nvSpPr>
          <p:spPr bwMode="auto">
            <a:xfrm>
              <a:off x="10640106" y="4225930"/>
              <a:ext cx="9630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noProof="0">
                  <a:ln>
                    <a:noFill/>
                  </a:ln>
                  <a:solidFill>
                    <a:srgbClr val="19A3FC"/>
                  </a:solidFill>
                  <a:effectLst/>
                  <a:latin typeface="Aptos" panose="020B0004020202020204" pitchFamily="34" charset="0"/>
                </a:rPr>
                <a:t>Operations</a:t>
              </a:r>
            </a:p>
          </p:txBody>
        </p:sp>
        <p:sp>
          <p:nvSpPr>
            <p:cNvPr id="1027" name="Rectángulo: esquinas redondeadas 1026">
              <a:extLst>
                <a:ext uri="{FF2B5EF4-FFF2-40B4-BE49-F238E27FC236}">
                  <a16:creationId xmlns:a16="http://schemas.microsoft.com/office/drawing/2014/main" id="{9522AECC-130B-E7CA-D43C-213625F5198C}"/>
                </a:ext>
              </a:extLst>
            </p:cNvPr>
            <p:cNvSpPr/>
            <p:nvPr/>
          </p:nvSpPr>
          <p:spPr>
            <a:xfrm>
              <a:off x="10617200" y="4207596"/>
              <a:ext cx="1000158" cy="312399"/>
            </a:xfrm>
            <a:prstGeom prst="roundRect">
              <a:avLst>
                <a:gd name="adj" fmla="val 500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1040" name="Grupo 1039">
            <a:extLst>
              <a:ext uri="{FF2B5EF4-FFF2-40B4-BE49-F238E27FC236}">
                <a16:creationId xmlns:a16="http://schemas.microsoft.com/office/drawing/2014/main" id="{893BE0F5-14C0-41F4-CC37-2C94414D2B53}"/>
              </a:ext>
            </a:extLst>
          </p:cNvPr>
          <p:cNvGrpSpPr/>
          <p:nvPr/>
        </p:nvGrpSpPr>
        <p:grpSpPr>
          <a:xfrm>
            <a:off x="10034055" y="4359290"/>
            <a:ext cx="1617873" cy="374377"/>
            <a:chOff x="9316032" y="4579382"/>
            <a:chExt cx="1617873" cy="312399"/>
          </a:xfrm>
        </p:grpSpPr>
        <p:sp>
          <p:nvSpPr>
            <p:cNvPr id="1024" name="Rectangle 6">
              <a:extLst>
                <a:ext uri="{FF2B5EF4-FFF2-40B4-BE49-F238E27FC236}">
                  <a16:creationId xmlns:a16="http://schemas.microsoft.com/office/drawing/2014/main" id="{39545529-EAF9-ED53-6285-3C0B24047E41}"/>
                </a:ext>
              </a:extLst>
            </p:cNvPr>
            <p:cNvSpPr>
              <a:spLocks noChangeArrowheads="1"/>
            </p:cNvSpPr>
            <p:nvPr/>
          </p:nvSpPr>
          <p:spPr bwMode="auto">
            <a:xfrm>
              <a:off x="9333787" y="4605935"/>
              <a:ext cx="1600118" cy="276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noProof="0">
                  <a:ln>
                    <a:noFill/>
                  </a:ln>
                  <a:solidFill>
                    <a:srgbClr val="19A3FC"/>
                  </a:solidFill>
                  <a:effectLst/>
                  <a:latin typeface="Aptos" panose="020B0004020202020204" pitchFamily="34" charset="0"/>
                </a:rPr>
                <a:t>Business continuity </a:t>
              </a:r>
            </a:p>
          </p:txBody>
        </p:sp>
        <p:sp>
          <p:nvSpPr>
            <p:cNvPr id="1029" name="Rectángulo: esquinas redondeadas 1028">
              <a:extLst>
                <a:ext uri="{FF2B5EF4-FFF2-40B4-BE49-F238E27FC236}">
                  <a16:creationId xmlns:a16="http://schemas.microsoft.com/office/drawing/2014/main" id="{7B62F7A6-CE68-BD11-FBE8-CCA87A300393}"/>
                </a:ext>
              </a:extLst>
            </p:cNvPr>
            <p:cNvSpPr/>
            <p:nvPr/>
          </p:nvSpPr>
          <p:spPr>
            <a:xfrm>
              <a:off x="9316032" y="4579382"/>
              <a:ext cx="1600117" cy="312399"/>
            </a:xfrm>
            <a:prstGeom prst="roundRect">
              <a:avLst>
                <a:gd name="adj" fmla="val 500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1039" name="Grupo 1038">
            <a:extLst>
              <a:ext uri="{FF2B5EF4-FFF2-40B4-BE49-F238E27FC236}">
                <a16:creationId xmlns:a16="http://schemas.microsoft.com/office/drawing/2014/main" id="{FD0EE779-BB29-AEDA-BE6B-5ADF0C88475A}"/>
              </a:ext>
            </a:extLst>
          </p:cNvPr>
          <p:cNvGrpSpPr/>
          <p:nvPr/>
        </p:nvGrpSpPr>
        <p:grpSpPr>
          <a:xfrm>
            <a:off x="9080044" y="4359275"/>
            <a:ext cx="890014" cy="374376"/>
            <a:chOff x="7574068" y="4579382"/>
            <a:chExt cx="890014" cy="312399"/>
          </a:xfrm>
        </p:grpSpPr>
        <p:sp>
          <p:nvSpPr>
            <p:cNvPr id="1023" name="Rectangle 6">
              <a:extLst>
                <a:ext uri="{FF2B5EF4-FFF2-40B4-BE49-F238E27FC236}">
                  <a16:creationId xmlns:a16="http://schemas.microsoft.com/office/drawing/2014/main" id="{0503B75E-1A80-BDCD-9CF1-C2D444A49A9C}"/>
                </a:ext>
              </a:extLst>
            </p:cNvPr>
            <p:cNvSpPr>
              <a:spLocks noChangeArrowheads="1"/>
            </p:cNvSpPr>
            <p:nvPr/>
          </p:nvSpPr>
          <p:spPr bwMode="auto">
            <a:xfrm>
              <a:off x="7643350" y="4600547"/>
              <a:ext cx="79541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noProof="0">
                  <a:ln>
                    <a:noFill/>
                  </a:ln>
                  <a:solidFill>
                    <a:srgbClr val="19A3FC"/>
                  </a:solidFill>
                  <a:effectLst/>
                  <a:latin typeface="Aptos" panose="020B0004020202020204" pitchFamily="34" charset="0"/>
                </a:rPr>
                <a:t>Security </a:t>
              </a:r>
            </a:p>
          </p:txBody>
        </p:sp>
        <p:sp>
          <p:nvSpPr>
            <p:cNvPr id="1030" name="Rectángulo: esquinas redondeadas 1029">
              <a:extLst>
                <a:ext uri="{FF2B5EF4-FFF2-40B4-BE49-F238E27FC236}">
                  <a16:creationId xmlns:a16="http://schemas.microsoft.com/office/drawing/2014/main" id="{B8B0C687-6A06-4F9B-8FC4-674A59C03253}"/>
                </a:ext>
              </a:extLst>
            </p:cNvPr>
            <p:cNvSpPr/>
            <p:nvPr/>
          </p:nvSpPr>
          <p:spPr>
            <a:xfrm>
              <a:off x="7574068" y="4579382"/>
              <a:ext cx="890014" cy="312399"/>
            </a:xfrm>
            <a:prstGeom prst="roundRect">
              <a:avLst>
                <a:gd name="adj" fmla="val 500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1043" name="Grupo 1042">
            <a:extLst>
              <a:ext uri="{FF2B5EF4-FFF2-40B4-BE49-F238E27FC236}">
                <a16:creationId xmlns:a16="http://schemas.microsoft.com/office/drawing/2014/main" id="{84B9A3AD-8CE0-00E8-99D6-C9BDCDD3497E}"/>
              </a:ext>
            </a:extLst>
          </p:cNvPr>
          <p:cNvGrpSpPr/>
          <p:nvPr/>
        </p:nvGrpSpPr>
        <p:grpSpPr>
          <a:xfrm>
            <a:off x="5925373" y="5281202"/>
            <a:ext cx="1766852" cy="347934"/>
            <a:chOff x="6598474" y="5281202"/>
            <a:chExt cx="1766852" cy="347934"/>
          </a:xfrm>
        </p:grpSpPr>
        <p:sp>
          <p:nvSpPr>
            <p:cNvPr id="56" name="Rectangle 7">
              <a:extLst>
                <a:ext uri="{FF2B5EF4-FFF2-40B4-BE49-F238E27FC236}">
                  <a16:creationId xmlns:a16="http://schemas.microsoft.com/office/drawing/2014/main" id="{5D214F38-5D7E-4C9E-258A-915EF92CFF3E}"/>
                </a:ext>
              </a:extLst>
            </p:cNvPr>
            <p:cNvSpPr>
              <a:spLocks noChangeArrowheads="1"/>
            </p:cNvSpPr>
            <p:nvPr/>
          </p:nvSpPr>
          <p:spPr bwMode="auto">
            <a:xfrm>
              <a:off x="6604588" y="5320615"/>
              <a:ext cx="176073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noProof="0">
                  <a:ln>
                    <a:noFill/>
                  </a:ln>
                  <a:solidFill>
                    <a:srgbClr val="31AAB2"/>
                  </a:solidFill>
                  <a:effectLst/>
                  <a:latin typeface="Aptos" panose="020B0004020202020204" pitchFamily="34" charset="0"/>
                </a:rPr>
                <a:t>Critical dependencies </a:t>
              </a:r>
            </a:p>
          </p:txBody>
        </p:sp>
        <p:sp>
          <p:nvSpPr>
            <p:cNvPr id="1036" name="Rectángulo: esquinas redondeadas 1035">
              <a:extLst>
                <a:ext uri="{FF2B5EF4-FFF2-40B4-BE49-F238E27FC236}">
                  <a16:creationId xmlns:a16="http://schemas.microsoft.com/office/drawing/2014/main" id="{836AE258-B908-42B7-FDD9-EE9FEC6C0976}"/>
                </a:ext>
              </a:extLst>
            </p:cNvPr>
            <p:cNvSpPr/>
            <p:nvPr/>
          </p:nvSpPr>
          <p:spPr>
            <a:xfrm>
              <a:off x="6598474" y="5281202"/>
              <a:ext cx="1745056" cy="347934"/>
            </a:xfrm>
            <a:prstGeom prst="roundRect">
              <a:avLst>
                <a:gd name="adj" fmla="val 500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1044" name="Grupo 1043">
            <a:extLst>
              <a:ext uri="{FF2B5EF4-FFF2-40B4-BE49-F238E27FC236}">
                <a16:creationId xmlns:a16="http://schemas.microsoft.com/office/drawing/2014/main" id="{1275A2F1-483C-9C2C-8EB2-3AC4A857083A}"/>
              </a:ext>
            </a:extLst>
          </p:cNvPr>
          <p:cNvGrpSpPr/>
          <p:nvPr/>
        </p:nvGrpSpPr>
        <p:grpSpPr>
          <a:xfrm>
            <a:off x="8330150" y="5281202"/>
            <a:ext cx="1516634" cy="347934"/>
            <a:chOff x="8610299" y="5281202"/>
            <a:chExt cx="1516634" cy="347934"/>
          </a:xfrm>
        </p:grpSpPr>
        <p:sp>
          <p:nvSpPr>
            <p:cNvPr id="1034" name="Rectangle 7">
              <a:extLst>
                <a:ext uri="{FF2B5EF4-FFF2-40B4-BE49-F238E27FC236}">
                  <a16:creationId xmlns:a16="http://schemas.microsoft.com/office/drawing/2014/main" id="{DC54E768-A971-270B-7D4F-0038C2BA643F}"/>
                </a:ext>
              </a:extLst>
            </p:cNvPr>
            <p:cNvSpPr>
              <a:spLocks noChangeArrowheads="1"/>
            </p:cNvSpPr>
            <p:nvPr/>
          </p:nvSpPr>
          <p:spPr bwMode="auto">
            <a:xfrm>
              <a:off x="8663708" y="5320614"/>
              <a:ext cx="143609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noProof="0">
                  <a:ln>
                    <a:noFill/>
                  </a:ln>
                  <a:solidFill>
                    <a:srgbClr val="31AAB2"/>
                  </a:solidFill>
                  <a:effectLst/>
                  <a:latin typeface="Aptos" panose="020B0004020202020204" pitchFamily="34" charset="0"/>
                </a:rPr>
                <a:t>Highest exposure </a:t>
              </a:r>
            </a:p>
          </p:txBody>
        </p:sp>
        <p:sp>
          <p:nvSpPr>
            <p:cNvPr id="1037" name="Rectángulo: esquinas redondeadas 1036">
              <a:extLst>
                <a:ext uri="{FF2B5EF4-FFF2-40B4-BE49-F238E27FC236}">
                  <a16:creationId xmlns:a16="http://schemas.microsoft.com/office/drawing/2014/main" id="{61B86329-AD8F-1E13-BDC0-805E3D6A6DC4}"/>
                </a:ext>
              </a:extLst>
            </p:cNvPr>
            <p:cNvSpPr/>
            <p:nvPr/>
          </p:nvSpPr>
          <p:spPr>
            <a:xfrm>
              <a:off x="8610299" y="5281202"/>
              <a:ext cx="1516634" cy="347934"/>
            </a:xfrm>
            <a:prstGeom prst="roundRect">
              <a:avLst>
                <a:gd name="adj" fmla="val 500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1045" name="Grupo 1044">
            <a:extLst>
              <a:ext uri="{FF2B5EF4-FFF2-40B4-BE49-F238E27FC236}">
                <a16:creationId xmlns:a16="http://schemas.microsoft.com/office/drawing/2014/main" id="{519BC696-5E8D-10CC-AA57-A4E7F88C6082}"/>
              </a:ext>
            </a:extLst>
          </p:cNvPr>
          <p:cNvGrpSpPr/>
          <p:nvPr/>
        </p:nvGrpSpPr>
        <p:grpSpPr>
          <a:xfrm>
            <a:off x="10484709" y="5281202"/>
            <a:ext cx="1194651" cy="347934"/>
            <a:chOff x="10422707" y="5281202"/>
            <a:chExt cx="1194651" cy="347934"/>
          </a:xfrm>
        </p:grpSpPr>
        <p:sp>
          <p:nvSpPr>
            <p:cNvPr id="1035" name="Rectangle 7">
              <a:extLst>
                <a:ext uri="{FF2B5EF4-FFF2-40B4-BE49-F238E27FC236}">
                  <a16:creationId xmlns:a16="http://schemas.microsoft.com/office/drawing/2014/main" id="{045673E7-F2A8-3067-43C3-9E79802126D4}"/>
                </a:ext>
              </a:extLst>
            </p:cNvPr>
            <p:cNvSpPr>
              <a:spLocks noChangeArrowheads="1"/>
            </p:cNvSpPr>
            <p:nvPr/>
          </p:nvSpPr>
          <p:spPr bwMode="auto">
            <a:xfrm>
              <a:off x="10472218" y="5320615"/>
              <a:ext cx="109433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noProof="0">
                  <a:ln>
                    <a:noFill/>
                  </a:ln>
                  <a:solidFill>
                    <a:srgbClr val="31AAB2"/>
                  </a:solidFill>
                  <a:effectLst/>
                  <a:latin typeface="Aptos" panose="020B0004020202020204" pitchFamily="34" charset="0"/>
                </a:rPr>
                <a:t>Prioritization</a:t>
              </a:r>
            </a:p>
          </p:txBody>
        </p:sp>
        <p:sp>
          <p:nvSpPr>
            <p:cNvPr id="1038" name="Rectángulo: esquinas redondeadas 1037">
              <a:extLst>
                <a:ext uri="{FF2B5EF4-FFF2-40B4-BE49-F238E27FC236}">
                  <a16:creationId xmlns:a16="http://schemas.microsoft.com/office/drawing/2014/main" id="{33D713D1-4A2E-7206-AF78-96CC36E68BAD}"/>
                </a:ext>
              </a:extLst>
            </p:cNvPr>
            <p:cNvSpPr/>
            <p:nvPr/>
          </p:nvSpPr>
          <p:spPr>
            <a:xfrm>
              <a:off x="10422707" y="5281202"/>
              <a:ext cx="1194651" cy="347934"/>
            </a:xfrm>
            <a:prstGeom prst="roundRect">
              <a:avLst>
                <a:gd name="adj" fmla="val 500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Tree>
    <p:extLst>
      <p:ext uri="{BB962C8B-B14F-4D97-AF65-F5344CB8AC3E}">
        <p14:creationId xmlns:p14="http://schemas.microsoft.com/office/powerpoint/2010/main" val="3752042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CFE48-458C-C0B7-82C8-F05AC2515559}"/>
            </a:ext>
          </a:extLst>
        </p:cNvPr>
        <p:cNvGrpSpPr/>
        <p:nvPr/>
      </p:nvGrpSpPr>
      <p:grpSpPr>
        <a:xfrm>
          <a:off x="0" y="0"/>
          <a:ext cx="0" cy="0"/>
          <a:chOff x="0" y="0"/>
          <a:chExt cx="0" cy="0"/>
        </a:xfrm>
      </p:grpSpPr>
      <p:sp>
        <p:nvSpPr>
          <p:cNvPr id="44" name="Rectángulo 43">
            <a:extLst>
              <a:ext uri="{FF2B5EF4-FFF2-40B4-BE49-F238E27FC236}">
                <a16:creationId xmlns:a16="http://schemas.microsoft.com/office/drawing/2014/main" id="{2B144018-CE11-D5DC-56F2-50EF2F5019B3}"/>
              </a:ext>
            </a:extLst>
          </p:cNvPr>
          <p:cNvSpPr/>
          <p:nvPr/>
        </p:nvSpPr>
        <p:spPr>
          <a:xfrm>
            <a:off x="872061" y="5653175"/>
            <a:ext cx="2530281" cy="471342"/>
          </a:xfrm>
          <a:prstGeom prst="rect">
            <a:avLst/>
          </a:prstGeom>
          <a:solidFill>
            <a:srgbClr val="0070C0">
              <a:alpha val="61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1200" cap="none" spc="0" normalizeH="0" baseline="0" noProof="0">
                <a:ln>
                  <a:noFill/>
                </a:ln>
                <a:solidFill>
                  <a:schemeClr val="bg1"/>
                </a:solidFill>
                <a:effectLst/>
                <a:uLnTx/>
                <a:uFillTx/>
                <a:latin typeface="Aptos" panose="020B0004020202020204" pitchFamily="34" charset="0"/>
              </a:rPr>
              <a:t>Sovereignty Baseline</a:t>
            </a:r>
          </a:p>
        </p:txBody>
      </p:sp>
      <p:graphicFrame>
        <p:nvGraphicFramePr>
          <p:cNvPr id="7" name="think-cell data - do not delete" hidden="1">
            <a:extLst>
              <a:ext uri="{FF2B5EF4-FFF2-40B4-BE49-F238E27FC236}">
                <a16:creationId xmlns:a16="http://schemas.microsoft.com/office/drawing/2014/main" id="{D52E2DD2-D237-359C-A036-371BC020DFF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D52E2DD2-D237-359C-A036-371BC020DFF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C0CBDDB8-6DA0-E8C1-7B44-0A8DCDFAD049}"/>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indent="0">
              <a:spcBef>
                <a:spcPts val="0"/>
              </a:spcBef>
              <a:buNone/>
            </a:pPr>
            <a:r>
              <a:rPr lang="en-US" noProof="0">
                <a:solidFill>
                  <a:srgbClr val="070F26"/>
                </a:solidFill>
                <a:latin typeface="Aptos" panose="020B0004020202020204" pitchFamily="34" charset="0"/>
              </a:rPr>
              <a:t>From Maturity Assessment to Sovereignty Capability</a:t>
            </a:r>
          </a:p>
          <a:p>
            <a:pPr marL="0" marR="0" lvl="0" indent="0" fontAlgn="auto">
              <a:lnSpc>
                <a:spcPct val="100000"/>
              </a:lnSpc>
              <a:spcBef>
                <a:spcPts val="0"/>
              </a:spcBef>
              <a:spcAft>
                <a:spcPts val="0"/>
              </a:spcAft>
              <a:buClrTx/>
              <a:buSzTx/>
              <a:buNone/>
              <a:tabLst/>
            </a:pPr>
            <a:endParaRPr lang="en-US" noProof="0">
              <a:latin typeface="Aptos" panose="020B0004020202020204" pitchFamily="34" charset="0"/>
            </a:endParaRPr>
          </a:p>
        </p:txBody>
      </p:sp>
      <p:sp>
        <p:nvSpPr>
          <p:cNvPr id="3" name="Title 12">
            <a:extLst>
              <a:ext uri="{FF2B5EF4-FFF2-40B4-BE49-F238E27FC236}">
                <a16:creationId xmlns:a16="http://schemas.microsoft.com/office/drawing/2014/main" id="{A2A84D3F-A4A9-1BFA-B29D-ED36F1F0DD59}"/>
              </a:ext>
            </a:extLst>
          </p:cNvPr>
          <p:cNvSpPr>
            <a:spLocks noGrp="1"/>
          </p:cNvSpPr>
          <p:nvPr>
            <p:ph type="title"/>
          </p:nvPr>
        </p:nvSpPr>
        <p:spPr>
          <a:xfrm>
            <a:off x="465722" y="794031"/>
            <a:ext cx="11446876" cy="338554"/>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latin typeface="Aptos" panose="020B0004020202020204" pitchFamily="34" charset="0"/>
              </a:rPr>
              <a:t>Understanding dependencies, prioritizing risks and establishing a </a:t>
            </a:r>
            <a:r>
              <a:rPr lang="en-US" b="1" noProof="0">
                <a:latin typeface="Aptos" panose="020B0004020202020204" pitchFamily="34" charset="0"/>
              </a:rPr>
              <a:t>sustainable sovereignty governance model</a:t>
            </a:r>
            <a:r>
              <a:rPr lang="en-US" noProof="0">
                <a:latin typeface="Aptos" panose="020B0004020202020204" pitchFamily="34" charset="0"/>
              </a:rPr>
              <a:t>.</a:t>
            </a:r>
          </a:p>
        </p:txBody>
      </p:sp>
      <p:sp>
        <p:nvSpPr>
          <p:cNvPr id="22" name="Text 7">
            <a:extLst>
              <a:ext uri="{FF2B5EF4-FFF2-40B4-BE49-F238E27FC236}">
                <a16:creationId xmlns:a16="http://schemas.microsoft.com/office/drawing/2014/main" id="{120D5506-7652-E743-50AE-7DE04CB137C1}"/>
              </a:ext>
            </a:extLst>
          </p:cNvPr>
          <p:cNvSpPr/>
          <p:nvPr/>
        </p:nvSpPr>
        <p:spPr>
          <a:xfrm>
            <a:off x="516581" y="2634214"/>
            <a:ext cx="3334897" cy="1014449"/>
          </a:xfrm>
          <a:prstGeom prst="rect">
            <a:avLst/>
          </a:prstGeom>
          <a:noFill/>
          <a:ln/>
        </p:spPr>
        <p:txBody>
          <a:bodyPr wrap="square" rtlCol="0" anchor="t"/>
          <a:lstStyle/>
          <a:p>
            <a:pPr marL="0" indent="0">
              <a:lnSpc>
                <a:spcPct val="106000"/>
              </a:lnSpc>
              <a:buNone/>
            </a:pPr>
            <a:r>
              <a:rPr lang="en-US" sz="1200" noProof="0">
                <a:solidFill>
                  <a:srgbClr val="1A2333"/>
                </a:solidFill>
                <a:latin typeface="Aptos" panose="020B0004020202020204" pitchFamily="34" charset="0"/>
                <a:ea typeface="Arial" pitchFamily="34" charset="-122"/>
                <a:cs typeface="Arial" pitchFamily="34" charset="-120"/>
              </a:rPr>
              <a:t>Establish a clear sovereignty baseline across the Group by analyzing the most relevant applications, suppliers, contracts, cloud platforms and AI solutions</a:t>
            </a:r>
            <a:endParaRPr lang="en-US" sz="1200" noProof="0">
              <a:latin typeface="Aptos" panose="020B0004020202020204" pitchFamily="34" charset="0"/>
            </a:endParaRPr>
          </a:p>
        </p:txBody>
      </p:sp>
      <p:sp>
        <p:nvSpPr>
          <p:cNvPr id="36" name="Text 17">
            <a:extLst>
              <a:ext uri="{FF2B5EF4-FFF2-40B4-BE49-F238E27FC236}">
                <a16:creationId xmlns:a16="http://schemas.microsoft.com/office/drawing/2014/main" id="{CBCB5F6C-29F8-B09F-1CE5-A9EFA768E905}"/>
              </a:ext>
            </a:extLst>
          </p:cNvPr>
          <p:cNvSpPr/>
          <p:nvPr/>
        </p:nvSpPr>
        <p:spPr>
          <a:xfrm>
            <a:off x="4599487" y="2634213"/>
            <a:ext cx="3352124" cy="1014449"/>
          </a:xfrm>
          <a:prstGeom prst="rect">
            <a:avLst/>
          </a:prstGeom>
          <a:noFill/>
          <a:ln/>
        </p:spPr>
        <p:txBody>
          <a:bodyPr wrap="square" rtlCol="0" anchor="t"/>
          <a:lstStyle/>
          <a:p>
            <a:pPr marL="0" indent="0">
              <a:lnSpc>
                <a:spcPct val="106000"/>
              </a:lnSpc>
              <a:buNone/>
            </a:pPr>
            <a:r>
              <a:rPr lang="en-US" sz="1200" noProof="0">
                <a:solidFill>
                  <a:srgbClr val="1A2333"/>
                </a:solidFill>
                <a:latin typeface="Aptos" panose="020B0004020202020204" pitchFamily="34" charset="0"/>
                <a:ea typeface="Arial" pitchFamily="34" charset="-122"/>
                <a:cs typeface="Arial" pitchFamily="34" charset="-120"/>
              </a:rPr>
              <a:t>Convert findings into business decisions by identifying the most significant sovereignty exposures, concentration risks and remediation priorities</a:t>
            </a:r>
            <a:endParaRPr lang="en-US" sz="1200" noProof="0">
              <a:latin typeface="Aptos" panose="020B0004020202020204" pitchFamily="34" charset="0"/>
            </a:endParaRPr>
          </a:p>
        </p:txBody>
      </p:sp>
      <p:sp>
        <p:nvSpPr>
          <p:cNvPr id="46" name="Text 22">
            <a:extLst>
              <a:ext uri="{FF2B5EF4-FFF2-40B4-BE49-F238E27FC236}">
                <a16:creationId xmlns:a16="http://schemas.microsoft.com/office/drawing/2014/main" id="{67963180-BDE2-4733-2111-51F9FB13840D}"/>
              </a:ext>
            </a:extLst>
          </p:cNvPr>
          <p:cNvSpPr/>
          <p:nvPr/>
        </p:nvSpPr>
        <p:spPr>
          <a:xfrm>
            <a:off x="8680570" y="2634213"/>
            <a:ext cx="3127481" cy="794787"/>
          </a:xfrm>
          <a:prstGeom prst="rect">
            <a:avLst/>
          </a:prstGeom>
          <a:noFill/>
          <a:ln/>
        </p:spPr>
        <p:txBody>
          <a:bodyPr wrap="square" rtlCol="0" anchor="t"/>
          <a:lstStyle/>
          <a:p>
            <a:pPr>
              <a:lnSpc>
                <a:spcPct val="106000"/>
              </a:lnSpc>
            </a:pPr>
            <a:r>
              <a:rPr lang="en-US" sz="1200" noProof="0">
                <a:latin typeface="Aptos" panose="020B0004020202020204" pitchFamily="34" charset="0"/>
              </a:rPr>
              <a:t>Embed sovereignty into day-to-day decision making through governance, controls and continuous monitoring</a:t>
            </a:r>
          </a:p>
        </p:txBody>
      </p:sp>
      <p:sp>
        <p:nvSpPr>
          <p:cNvPr id="29" name="Flecha: a la derecha 28">
            <a:extLst>
              <a:ext uri="{FF2B5EF4-FFF2-40B4-BE49-F238E27FC236}">
                <a16:creationId xmlns:a16="http://schemas.microsoft.com/office/drawing/2014/main" id="{54E5B241-DDB9-B3BB-87C8-23F8BF07C99B}"/>
              </a:ext>
            </a:extLst>
          </p:cNvPr>
          <p:cNvSpPr/>
          <p:nvPr/>
        </p:nvSpPr>
        <p:spPr>
          <a:xfrm>
            <a:off x="3908629" y="2155190"/>
            <a:ext cx="504875" cy="165711"/>
          </a:xfrm>
          <a:prstGeom prst="rightArrow">
            <a:avLst>
              <a:gd name="adj1" fmla="val 50000"/>
              <a:gd name="adj2" fmla="val 107479"/>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ptos" panose="020B0004020202020204" pitchFamily="34" charset="0"/>
            </a:endParaRPr>
          </a:p>
        </p:txBody>
      </p:sp>
      <p:sp>
        <p:nvSpPr>
          <p:cNvPr id="31" name="Flecha: a la derecha 30">
            <a:extLst>
              <a:ext uri="{FF2B5EF4-FFF2-40B4-BE49-F238E27FC236}">
                <a16:creationId xmlns:a16="http://schemas.microsoft.com/office/drawing/2014/main" id="{9A6DD86B-1CE0-6C2C-D039-D1A547ACBD4B}"/>
              </a:ext>
            </a:extLst>
          </p:cNvPr>
          <p:cNvSpPr/>
          <p:nvPr/>
        </p:nvSpPr>
        <p:spPr>
          <a:xfrm>
            <a:off x="8000021" y="2141879"/>
            <a:ext cx="504875" cy="165711"/>
          </a:xfrm>
          <a:prstGeom prst="rightArrow">
            <a:avLst>
              <a:gd name="adj1" fmla="val 50000"/>
              <a:gd name="adj2" fmla="val 107479"/>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ptos" panose="020B0004020202020204" pitchFamily="34" charset="0"/>
            </a:endParaRPr>
          </a:p>
        </p:txBody>
      </p:sp>
      <p:grpSp>
        <p:nvGrpSpPr>
          <p:cNvPr id="12" name="Grupo 11">
            <a:extLst>
              <a:ext uri="{FF2B5EF4-FFF2-40B4-BE49-F238E27FC236}">
                <a16:creationId xmlns:a16="http://schemas.microsoft.com/office/drawing/2014/main" id="{68D4694C-7484-A526-23B4-037E2BD3B93C}"/>
              </a:ext>
            </a:extLst>
          </p:cNvPr>
          <p:cNvGrpSpPr/>
          <p:nvPr/>
        </p:nvGrpSpPr>
        <p:grpSpPr>
          <a:xfrm>
            <a:off x="516582" y="1901574"/>
            <a:ext cx="3207312" cy="676526"/>
            <a:chOff x="649932" y="2333374"/>
            <a:chExt cx="3207312" cy="676526"/>
          </a:xfrm>
        </p:grpSpPr>
        <p:sp>
          <p:nvSpPr>
            <p:cNvPr id="49" name="Rectángulo 48">
              <a:extLst>
                <a:ext uri="{FF2B5EF4-FFF2-40B4-BE49-F238E27FC236}">
                  <a16:creationId xmlns:a16="http://schemas.microsoft.com/office/drawing/2014/main" id="{764C75AE-0D05-91EB-39C7-E9BB67E82166}"/>
                </a:ext>
              </a:extLst>
            </p:cNvPr>
            <p:cNvSpPr/>
            <p:nvPr/>
          </p:nvSpPr>
          <p:spPr>
            <a:xfrm>
              <a:off x="649932" y="2333375"/>
              <a:ext cx="3207312" cy="676525"/>
            </a:xfrm>
            <a:prstGeom prst="rect">
              <a:avLst/>
            </a:prstGeom>
            <a:solidFill>
              <a:srgbClr val="0070C0">
                <a:alpha val="61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ptos" panose="020B0004020202020204" pitchFamily="34" charset="0"/>
              </a:endParaRPr>
            </a:p>
          </p:txBody>
        </p:sp>
        <p:sp>
          <p:nvSpPr>
            <p:cNvPr id="43" name="CuadroTexto 42">
              <a:extLst>
                <a:ext uri="{FF2B5EF4-FFF2-40B4-BE49-F238E27FC236}">
                  <a16:creationId xmlns:a16="http://schemas.microsoft.com/office/drawing/2014/main" id="{27CB3401-ED48-EF5C-E129-E1716F69C899}"/>
                </a:ext>
              </a:extLst>
            </p:cNvPr>
            <p:cNvSpPr txBox="1"/>
            <p:nvPr/>
          </p:nvSpPr>
          <p:spPr>
            <a:xfrm>
              <a:off x="1649716" y="2502359"/>
              <a:ext cx="1921343" cy="338554"/>
            </a:xfrm>
            <a:prstGeom prst="rect">
              <a:avLst/>
            </a:prstGeom>
            <a:noFill/>
          </p:spPr>
          <p:txBody>
            <a:bodyPr wrap="square">
              <a:spAutoFit/>
            </a:bodyPr>
            <a:lstStyle/>
            <a:p>
              <a:pPr algn="ctr"/>
              <a:r>
                <a:rPr lang="en-US" sz="1600" b="1" noProof="0">
                  <a:solidFill>
                    <a:schemeClr val="bg1"/>
                  </a:solidFill>
                  <a:latin typeface="Aptos" panose="020B0004020202020204" pitchFamily="34" charset="0"/>
                  <a:ea typeface="Arial" pitchFamily="34" charset="-122"/>
                  <a:cs typeface="Arial" pitchFamily="34" charset="-120"/>
                </a:rPr>
                <a:t>ASSESS</a:t>
              </a:r>
              <a:endParaRPr lang="en-US" sz="1600" noProof="0">
                <a:solidFill>
                  <a:schemeClr val="bg1"/>
                </a:solidFill>
                <a:latin typeface="Aptos" panose="020B0004020202020204" pitchFamily="34" charset="0"/>
              </a:endParaRPr>
            </a:p>
          </p:txBody>
        </p:sp>
        <p:sp>
          <p:nvSpPr>
            <p:cNvPr id="13" name="Rectángulo 12">
              <a:extLst>
                <a:ext uri="{FF2B5EF4-FFF2-40B4-BE49-F238E27FC236}">
                  <a16:creationId xmlns:a16="http://schemas.microsoft.com/office/drawing/2014/main" id="{7214BCA5-30C3-D27C-5015-811640C190E6}"/>
                </a:ext>
              </a:extLst>
            </p:cNvPr>
            <p:cNvSpPr/>
            <p:nvPr/>
          </p:nvSpPr>
          <p:spPr>
            <a:xfrm>
              <a:off x="649932" y="2333374"/>
              <a:ext cx="815862" cy="676525"/>
            </a:xfrm>
            <a:prstGeom prst="rect">
              <a:avLst/>
            </a:prstGeom>
            <a:solidFill>
              <a:srgbClr val="0070C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ptos" panose="020B0004020202020204" pitchFamily="34" charset="0"/>
              </a:endParaRPr>
            </a:p>
          </p:txBody>
        </p:sp>
        <p:pic>
          <p:nvPicPr>
            <p:cNvPr id="5" name="Gráfico 4" descr="Lista de comprobación con relleno sólido">
              <a:extLst>
                <a:ext uri="{FF2B5EF4-FFF2-40B4-BE49-F238E27FC236}">
                  <a16:creationId xmlns:a16="http://schemas.microsoft.com/office/drawing/2014/main" id="{120FB489-966E-F34B-40C7-8E01D98B962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7122" y="2402726"/>
              <a:ext cx="572338" cy="572338"/>
            </a:xfrm>
            <a:prstGeom prst="rect">
              <a:avLst/>
            </a:prstGeom>
          </p:spPr>
        </p:pic>
      </p:grpSp>
      <p:grpSp>
        <p:nvGrpSpPr>
          <p:cNvPr id="14" name="Grupo 13">
            <a:extLst>
              <a:ext uri="{FF2B5EF4-FFF2-40B4-BE49-F238E27FC236}">
                <a16:creationId xmlns:a16="http://schemas.microsoft.com/office/drawing/2014/main" id="{520C8710-45E0-8E37-4BEE-6D456EAF489C}"/>
              </a:ext>
            </a:extLst>
          </p:cNvPr>
          <p:cNvGrpSpPr/>
          <p:nvPr/>
        </p:nvGrpSpPr>
        <p:grpSpPr>
          <a:xfrm>
            <a:off x="4599487" y="1901574"/>
            <a:ext cx="3207312" cy="676526"/>
            <a:chOff x="4599487" y="2333374"/>
            <a:chExt cx="3207312" cy="676526"/>
          </a:xfrm>
        </p:grpSpPr>
        <p:sp>
          <p:nvSpPr>
            <p:cNvPr id="19" name="Rectángulo 18">
              <a:extLst>
                <a:ext uri="{FF2B5EF4-FFF2-40B4-BE49-F238E27FC236}">
                  <a16:creationId xmlns:a16="http://schemas.microsoft.com/office/drawing/2014/main" id="{7AF89A3A-74EE-1ED8-DB5A-F4CA3E09A1F4}"/>
                </a:ext>
              </a:extLst>
            </p:cNvPr>
            <p:cNvSpPr/>
            <p:nvPr/>
          </p:nvSpPr>
          <p:spPr>
            <a:xfrm>
              <a:off x="4599487" y="2333375"/>
              <a:ext cx="3207312" cy="676525"/>
            </a:xfrm>
            <a:prstGeom prst="rect">
              <a:avLst/>
            </a:prstGeom>
            <a:solidFill>
              <a:srgbClr val="0070C0">
                <a:alpha val="61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ptos" panose="020B0004020202020204" pitchFamily="34" charset="0"/>
              </a:endParaRPr>
            </a:p>
          </p:txBody>
        </p:sp>
        <p:sp>
          <p:nvSpPr>
            <p:cNvPr id="20" name="CuadroTexto 19">
              <a:extLst>
                <a:ext uri="{FF2B5EF4-FFF2-40B4-BE49-F238E27FC236}">
                  <a16:creationId xmlns:a16="http://schemas.microsoft.com/office/drawing/2014/main" id="{55589F47-A59C-7D8B-8154-979080A09A7F}"/>
                </a:ext>
              </a:extLst>
            </p:cNvPr>
            <p:cNvSpPr txBox="1"/>
            <p:nvPr/>
          </p:nvSpPr>
          <p:spPr>
            <a:xfrm>
              <a:off x="5599271" y="2502359"/>
              <a:ext cx="1921343" cy="338554"/>
            </a:xfrm>
            <a:prstGeom prst="rect">
              <a:avLst/>
            </a:prstGeom>
            <a:noFill/>
          </p:spPr>
          <p:txBody>
            <a:bodyPr wrap="square">
              <a:spAutoFit/>
            </a:bodyPr>
            <a:lstStyle/>
            <a:p>
              <a:pPr algn="ctr"/>
              <a:r>
                <a:rPr lang="en-US" sz="1600" b="1" noProof="0">
                  <a:solidFill>
                    <a:schemeClr val="bg1"/>
                  </a:solidFill>
                  <a:latin typeface="Aptos" panose="020B0004020202020204" pitchFamily="34" charset="0"/>
                  <a:ea typeface="Arial" pitchFamily="34" charset="-122"/>
                  <a:cs typeface="Arial" pitchFamily="34" charset="-120"/>
                </a:rPr>
                <a:t>TAKE ACTION</a:t>
              </a:r>
              <a:endParaRPr lang="en-US" sz="1600" noProof="0">
                <a:solidFill>
                  <a:schemeClr val="bg1"/>
                </a:solidFill>
                <a:latin typeface="Aptos" panose="020B0004020202020204" pitchFamily="34" charset="0"/>
              </a:endParaRPr>
            </a:p>
          </p:txBody>
        </p:sp>
        <p:sp>
          <p:nvSpPr>
            <p:cNvPr id="21" name="Rectángulo 20">
              <a:extLst>
                <a:ext uri="{FF2B5EF4-FFF2-40B4-BE49-F238E27FC236}">
                  <a16:creationId xmlns:a16="http://schemas.microsoft.com/office/drawing/2014/main" id="{D73905A8-9511-AD49-7863-D98C88798E13}"/>
                </a:ext>
              </a:extLst>
            </p:cNvPr>
            <p:cNvSpPr/>
            <p:nvPr/>
          </p:nvSpPr>
          <p:spPr>
            <a:xfrm>
              <a:off x="4599487" y="2333374"/>
              <a:ext cx="815862" cy="676525"/>
            </a:xfrm>
            <a:prstGeom prst="rect">
              <a:avLst/>
            </a:prstGeom>
            <a:solidFill>
              <a:srgbClr val="0070C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ptos" panose="020B0004020202020204" pitchFamily="34" charset="0"/>
              </a:endParaRPr>
            </a:p>
          </p:txBody>
        </p:sp>
        <p:pic>
          <p:nvPicPr>
            <p:cNvPr id="8" name="Gráfico 7" descr="Prioridades con relleno sólido">
              <a:extLst>
                <a:ext uri="{FF2B5EF4-FFF2-40B4-BE49-F238E27FC236}">
                  <a16:creationId xmlns:a16="http://schemas.microsoft.com/office/drawing/2014/main" id="{8F4D1F75-9277-873C-5803-B4742EACCA6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23359" y="2402726"/>
              <a:ext cx="561152" cy="561152"/>
            </a:xfrm>
            <a:prstGeom prst="rect">
              <a:avLst/>
            </a:prstGeom>
          </p:spPr>
        </p:pic>
      </p:grpSp>
      <p:grpSp>
        <p:nvGrpSpPr>
          <p:cNvPr id="16" name="Grupo 15">
            <a:extLst>
              <a:ext uri="{FF2B5EF4-FFF2-40B4-BE49-F238E27FC236}">
                <a16:creationId xmlns:a16="http://schemas.microsoft.com/office/drawing/2014/main" id="{867EE71F-4861-4DCE-4AFC-2E412941CC0B}"/>
              </a:ext>
            </a:extLst>
          </p:cNvPr>
          <p:cNvGrpSpPr/>
          <p:nvPr/>
        </p:nvGrpSpPr>
        <p:grpSpPr>
          <a:xfrm>
            <a:off x="8672487" y="1900417"/>
            <a:ext cx="3207312" cy="676526"/>
            <a:chOff x="8558187" y="2332217"/>
            <a:chExt cx="3207312" cy="676526"/>
          </a:xfrm>
        </p:grpSpPr>
        <p:sp>
          <p:nvSpPr>
            <p:cNvPr id="23" name="Rectángulo 22">
              <a:extLst>
                <a:ext uri="{FF2B5EF4-FFF2-40B4-BE49-F238E27FC236}">
                  <a16:creationId xmlns:a16="http://schemas.microsoft.com/office/drawing/2014/main" id="{E497A1BC-7DE7-22DB-B499-E5240D52E0F6}"/>
                </a:ext>
              </a:extLst>
            </p:cNvPr>
            <p:cNvSpPr/>
            <p:nvPr/>
          </p:nvSpPr>
          <p:spPr>
            <a:xfrm>
              <a:off x="8558187" y="2332218"/>
              <a:ext cx="3207312" cy="676525"/>
            </a:xfrm>
            <a:prstGeom prst="rect">
              <a:avLst/>
            </a:prstGeom>
            <a:solidFill>
              <a:srgbClr val="0070C0">
                <a:alpha val="61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ptos" panose="020B0004020202020204" pitchFamily="34" charset="0"/>
              </a:endParaRPr>
            </a:p>
          </p:txBody>
        </p:sp>
        <p:sp>
          <p:nvSpPr>
            <p:cNvPr id="24" name="CuadroTexto 23">
              <a:extLst>
                <a:ext uri="{FF2B5EF4-FFF2-40B4-BE49-F238E27FC236}">
                  <a16:creationId xmlns:a16="http://schemas.microsoft.com/office/drawing/2014/main" id="{E7675FE1-6E95-22F8-F009-5A2DB778CDA0}"/>
                </a:ext>
              </a:extLst>
            </p:cNvPr>
            <p:cNvSpPr txBox="1"/>
            <p:nvPr/>
          </p:nvSpPr>
          <p:spPr>
            <a:xfrm>
              <a:off x="9557971" y="2501202"/>
              <a:ext cx="1921343" cy="338554"/>
            </a:xfrm>
            <a:prstGeom prst="rect">
              <a:avLst/>
            </a:prstGeom>
            <a:noFill/>
          </p:spPr>
          <p:txBody>
            <a:bodyPr wrap="square">
              <a:spAutoFit/>
            </a:bodyPr>
            <a:lstStyle/>
            <a:p>
              <a:pPr algn="ctr"/>
              <a:r>
                <a:rPr lang="en-US" sz="1600" b="1" noProof="0">
                  <a:solidFill>
                    <a:schemeClr val="bg1"/>
                  </a:solidFill>
                  <a:latin typeface="Aptos" panose="020B0004020202020204" pitchFamily="34" charset="0"/>
                  <a:cs typeface="Arial" pitchFamily="34" charset="-120"/>
                </a:rPr>
                <a:t>GOVERN</a:t>
              </a:r>
              <a:endParaRPr lang="en-US" sz="1600" noProof="0">
                <a:solidFill>
                  <a:schemeClr val="bg1"/>
                </a:solidFill>
                <a:latin typeface="Aptos" panose="020B0004020202020204" pitchFamily="34" charset="0"/>
              </a:endParaRPr>
            </a:p>
          </p:txBody>
        </p:sp>
        <p:sp>
          <p:nvSpPr>
            <p:cNvPr id="25" name="Rectángulo 24">
              <a:extLst>
                <a:ext uri="{FF2B5EF4-FFF2-40B4-BE49-F238E27FC236}">
                  <a16:creationId xmlns:a16="http://schemas.microsoft.com/office/drawing/2014/main" id="{D67E2948-8F25-15EF-6299-EE9CAAE661C2}"/>
                </a:ext>
              </a:extLst>
            </p:cNvPr>
            <p:cNvSpPr/>
            <p:nvPr/>
          </p:nvSpPr>
          <p:spPr>
            <a:xfrm>
              <a:off x="8558187" y="2332217"/>
              <a:ext cx="815862" cy="676525"/>
            </a:xfrm>
            <a:prstGeom prst="rect">
              <a:avLst/>
            </a:prstGeom>
            <a:solidFill>
              <a:srgbClr val="0070C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ptos" panose="020B0004020202020204" pitchFamily="34" charset="0"/>
              </a:endParaRPr>
            </a:p>
          </p:txBody>
        </p:sp>
        <p:pic>
          <p:nvPicPr>
            <p:cNvPr id="10" name="Gráfico 9" descr="Tribunal con relleno sólido">
              <a:extLst>
                <a:ext uri="{FF2B5EF4-FFF2-40B4-BE49-F238E27FC236}">
                  <a16:creationId xmlns:a16="http://schemas.microsoft.com/office/drawing/2014/main" id="{EBA329CD-8590-B263-C858-5BEDC32586B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99185" y="2354574"/>
              <a:ext cx="568704" cy="568704"/>
            </a:xfrm>
            <a:prstGeom prst="rect">
              <a:avLst/>
            </a:prstGeom>
          </p:spPr>
        </p:pic>
      </p:grpSp>
      <p:sp>
        <p:nvSpPr>
          <p:cNvPr id="11" name="Text 7">
            <a:extLst>
              <a:ext uri="{FF2B5EF4-FFF2-40B4-BE49-F238E27FC236}">
                <a16:creationId xmlns:a16="http://schemas.microsoft.com/office/drawing/2014/main" id="{0CFCF268-43F5-7904-5933-0A1C43C42965}"/>
              </a:ext>
            </a:extLst>
          </p:cNvPr>
          <p:cNvSpPr/>
          <p:nvPr/>
        </p:nvSpPr>
        <p:spPr>
          <a:xfrm>
            <a:off x="516582" y="3626228"/>
            <a:ext cx="2617143" cy="1263330"/>
          </a:xfrm>
          <a:prstGeom prst="rect">
            <a:avLst/>
          </a:prstGeom>
          <a:noFill/>
          <a:ln/>
        </p:spPr>
        <p:txBody>
          <a:bodyPr wrap="square" rtlCol="0" anchor="t"/>
          <a:lstStyle/>
          <a:p>
            <a:pPr>
              <a:lnSpc>
                <a:spcPct val="106000"/>
              </a:lnSpc>
            </a:pPr>
            <a:r>
              <a:rPr lang="en-US" sz="1200" b="1" noProof="0">
                <a:solidFill>
                  <a:srgbClr val="1A2333"/>
                </a:solidFill>
                <a:latin typeface="Aptos" panose="020B0004020202020204" pitchFamily="34" charset="0"/>
                <a:ea typeface="Arial" pitchFamily="34" charset="-122"/>
                <a:cs typeface="Arial" pitchFamily="34" charset="-120"/>
              </a:rPr>
              <a:t>ACTIVITIES:</a:t>
            </a:r>
          </a:p>
          <a:p>
            <a:pPr marL="171450" indent="-171450">
              <a:lnSpc>
                <a:spcPct val="106000"/>
              </a:lnSpc>
              <a:buFont typeface="Arial" panose="020B0604020202020204" pitchFamily="34" charset="0"/>
              <a:buChar char="•"/>
            </a:pPr>
            <a:r>
              <a:rPr lang="en-US" sz="1200" noProof="0">
                <a:solidFill>
                  <a:srgbClr val="1A2333"/>
                </a:solidFill>
                <a:latin typeface="Aptos" panose="020B0004020202020204" pitchFamily="34" charset="0"/>
                <a:ea typeface="Arial" pitchFamily="34" charset="-122"/>
                <a:cs typeface="Arial" pitchFamily="34" charset="-120"/>
              </a:rPr>
              <a:t>Critical applications inventory</a:t>
            </a:r>
          </a:p>
          <a:p>
            <a:pPr marL="171450" indent="-171450">
              <a:lnSpc>
                <a:spcPct val="106000"/>
              </a:lnSpc>
              <a:buFont typeface="Arial" panose="020B0604020202020204" pitchFamily="34" charset="0"/>
              <a:buChar char="•"/>
            </a:pPr>
            <a:r>
              <a:rPr lang="en-US" sz="1200" noProof="0">
                <a:solidFill>
                  <a:srgbClr val="1A2333"/>
                </a:solidFill>
                <a:latin typeface="Aptos" panose="020B0004020202020204" pitchFamily="34" charset="0"/>
                <a:ea typeface="Arial" pitchFamily="34" charset="-122"/>
                <a:cs typeface="Arial" pitchFamily="34" charset="-120"/>
              </a:rPr>
              <a:t>Strategic supplier assessment</a:t>
            </a:r>
          </a:p>
          <a:p>
            <a:pPr marL="171450" indent="-171450">
              <a:lnSpc>
                <a:spcPct val="106000"/>
              </a:lnSpc>
              <a:buFont typeface="Arial" panose="020B0604020202020204" pitchFamily="34" charset="0"/>
              <a:buChar char="•"/>
            </a:pPr>
            <a:r>
              <a:rPr lang="en-US" sz="1200" noProof="0">
                <a:solidFill>
                  <a:srgbClr val="1A2333"/>
                </a:solidFill>
                <a:latin typeface="Aptos" panose="020B0004020202020204" pitchFamily="34" charset="0"/>
                <a:ea typeface="Arial" pitchFamily="34" charset="-122"/>
                <a:cs typeface="Arial" pitchFamily="34" charset="-120"/>
              </a:rPr>
              <a:t>Prioritized contract review</a:t>
            </a:r>
          </a:p>
          <a:p>
            <a:pPr marL="171450" indent="-171450">
              <a:lnSpc>
                <a:spcPct val="106000"/>
              </a:lnSpc>
              <a:buFont typeface="Arial" panose="020B0604020202020204" pitchFamily="34" charset="0"/>
              <a:buChar char="•"/>
            </a:pPr>
            <a:r>
              <a:rPr lang="en-US" sz="1200" noProof="0">
                <a:solidFill>
                  <a:srgbClr val="1A2333"/>
                </a:solidFill>
                <a:latin typeface="Aptos" panose="020B0004020202020204" pitchFamily="34" charset="0"/>
                <a:ea typeface="Arial" pitchFamily="34" charset="-122"/>
                <a:cs typeface="Arial" pitchFamily="34" charset="-120"/>
              </a:rPr>
              <a:t>Data &amp; AI classification</a:t>
            </a:r>
          </a:p>
          <a:p>
            <a:pPr marL="171450" indent="-171450">
              <a:lnSpc>
                <a:spcPct val="106000"/>
              </a:lnSpc>
              <a:buFont typeface="Arial" panose="020B0604020202020204" pitchFamily="34" charset="0"/>
              <a:buChar char="•"/>
            </a:pPr>
            <a:r>
              <a:rPr lang="en-US" sz="1200" noProof="0">
                <a:solidFill>
                  <a:srgbClr val="1A2333"/>
                </a:solidFill>
                <a:latin typeface="Aptos" panose="020B0004020202020204" pitchFamily="34" charset="0"/>
                <a:ea typeface="Arial" pitchFamily="34" charset="-122"/>
                <a:cs typeface="Arial" pitchFamily="34" charset="-120"/>
              </a:rPr>
              <a:t>SEAL-based sovereignty scoring</a:t>
            </a:r>
          </a:p>
        </p:txBody>
      </p:sp>
      <p:sp>
        <p:nvSpPr>
          <p:cNvPr id="18" name="Text 7">
            <a:extLst>
              <a:ext uri="{FF2B5EF4-FFF2-40B4-BE49-F238E27FC236}">
                <a16:creationId xmlns:a16="http://schemas.microsoft.com/office/drawing/2014/main" id="{CDEB5CC8-05E1-2380-37C2-581FEF741353}"/>
              </a:ext>
            </a:extLst>
          </p:cNvPr>
          <p:cNvSpPr/>
          <p:nvPr/>
        </p:nvSpPr>
        <p:spPr>
          <a:xfrm>
            <a:off x="4605186" y="3599868"/>
            <a:ext cx="3207312" cy="1263330"/>
          </a:xfrm>
          <a:prstGeom prst="rect">
            <a:avLst/>
          </a:prstGeom>
          <a:noFill/>
          <a:ln/>
        </p:spPr>
        <p:txBody>
          <a:bodyPr wrap="square" rtlCol="0" anchor="t"/>
          <a:lstStyle/>
          <a:p>
            <a:pPr>
              <a:lnSpc>
                <a:spcPct val="106000"/>
              </a:lnSpc>
            </a:pPr>
            <a:r>
              <a:rPr lang="en-US" sz="1200" b="1" noProof="0">
                <a:solidFill>
                  <a:srgbClr val="1A2333"/>
                </a:solidFill>
                <a:latin typeface="Aptos" panose="020B0004020202020204" pitchFamily="34" charset="0"/>
                <a:ea typeface="Arial" pitchFamily="34" charset="-122"/>
                <a:cs typeface="Arial" pitchFamily="34" charset="-120"/>
              </a:rPr>
              <a:t>ACTIVITIES:</a:t>
            </a:r>
          </a:p>
          <a:p>
            <a:pPr marL="171450" indent="-171450">
              <a:lnSpc>
                <a:spcPct val="106000"/>
              </a:lnSpc>
              <a:buFont typeface="Arial" panose="020B0604020202020204" pitchFamily="34" charset="0"/>
              <a:buChar char="•"/>
            </a:pPr>
            <a:r>
              <a:rPr lang="en-US" sz="1200" noProof="0">
                <a:latin typeface="Aptos" panose="020B0004020202020204" pitchFamily="34" charset="0"/>
              </a:rPr>
              <a:t>Dependency heatmap</a:t>
            </a:r>
          </a:p>
          <a:p>
            <a:pPr marL="171450" indent="-171450">
              <a:lnSpc>
                <a:spcPct val="106000"/>
              </a:lnSpc>
              <a:buFont typeface="Arial" panose="020B0604020202020204" pitchFamily="34" charset="0"/>
              <a:buChar char="•"/>
            </a:pPr>
            <a:r>
              <a:rPr lang="en-US" sz="1200" noProof="0">
                <a:latin typeface="Aptos" panose="020B0004020202020204" pitchFamily="34" charset="0"/>
              </a:rPr>
              <a:t>Risk prioritization</a:t>
            </a:r>
          </a:p>
          <a:p>
            <a:pPr marL="171450" indent="-171450">
              <a:lnSpc>
                <a:spcPct val="106000"/>
              </a:lnSpc>
              <a:buFont typeface="Arial" panose="020B0604020202020204" pitchFamily="34" charset="0"/>
              <a:buChar char="•"/>
            </a:pPr>
            <a:r>
              <a:rPr lang="en-US" sz="1200" noProof="0">
                <a:latin typeface="Aptos" panose="020B0004020202020204" pitchFamily="34" charset="0"/>
              </a:rPr>
              <a:t>Quick wins identification</a:t>
            </a:r>
          </a:p>
          <a:p>
            <a:pPr marL="171450" indent="-171450">
              <a:lnSpc>
                <a:spcPct val="106000"/>
              </a:lnSpc>
              <a:buFont typeface="Arial" panose="020B0604020202020204" pitchFamily="34" charset="0"/>
              <a:buChar char="•"/>
            </a:pPr>
            <a:r>
              <a:rPr lang="en-US" sz="1200" noProof="0">
                <a:latin typeface="Aptos" panose="020B0004020202020204" pitchFamily="34" charset="0"/>
              </a:rPr>
              <a:t>Investment priorities</a:t>
            </a:r>
          </a:p>
          <a:p>
            <a:pPr marL="171450" indent="-171450">
              <a:lnSpc>
                <a:spcPct val="106000"/>
              </a:lnSpc>
              <a:buFont typeface="Arial" panose="020B0604020202020204" pitchFamily="34" charset="0"/>
              <a:buChar char="•"/>
            </a:pPr>
            <a:r>
              <a:rPr lang="en-US" sz="1200" noProof="0">
                <a:latin typeface="Aptos" panose="020B0004020202020204" pitchFamily="34" charset="0"/>
              </a:rPr>
              <a:t>Board recommendations</a:t>
            </a:r>
            <a:endParaRPr lang="en-US" sz="1200" b="1" noProof="0">
              <a:latin typeface="Aptos" panose="020B0004020202020204" pitchFamily="34" charset="0"/>
            </a:endParaRPr>
          </a:p>
        </p:txBody>
      </p:sp>
      <p:sp>
        <p:nvSpPr>
          <p:cNvPr id="27" name="Text 7">
            <a:extLst>
              <a:ext uri="{FF2B5EF4-FFF2-40B4-BE49-F238E27FC236}">
                <a16:creationId xmlns:a16="http://schemas.microsoft.com/office/drawing/2014/main" id="{3AE2BC6A-5828-2A11-DB5F-757DEB4C4B99}"/>
              </a:ext>
            </a:extLst>
          </p:cNvPr>
          <p:cNvSpPr/>
          <p:nvPr/>
        </p:nvSpPr>
        <p:spPr>
          <a:xfrm>
            <a:off x="8672486" y="3553989"/>
            <a:ext cx="3207312" cy="1309210"/>
          </a:xfrm>
          <a:prstGeom prst="rect">
            <a:avLst/>
          </a:prstGeom>
          <a:noFill/>
          <a:ln/>
        </p:spPr>
        <p:txBody>
          <a:bodyPr wrap="square" rtlCol="0" anchor="t"/>
          <a:lstStyle/>
          <a:p>
            <a:pPr>
              <a:lnSpc>
                <a:spcPct val="106000"/>
              </a:lnSpc>
            </a:pPr>
            <a:r>
              <a:rPr lang="en-US" sz="1200" b="1" noProof="0">
                <a:solidFill>
                  <a:srgbClr val="1A2333"/>
                </a:solidFill>
                <a:latin typeface="Aptos" panose="020B0004020202020204" pitchFamily="34" charset="0"/>
                <a:ea typeface="Arial" pitchFamily="34" charset="-122"/>
                <a:cs typeface="Arial" pitchFamily="34" charset="-120"/>
              </a:rPr>
              <a:t>CAPABILITIES:</a:t>
            </a:r>
          </a:p>
          <a:p>
            <a:pPr marL="171450" indent="-171450">
              <a:lnSpc>
                <a:spcPct val="106000"/>
              </a:lnSpc>
              <a:buFont typeface="Arial" panose="020B0604020202020204" pitchFamily="34" charset="0"/>
              <a:buChar char="•"/>
            </a:pPr>
            <a:r>
              <a:rPr lang="en-US" sz="1200" noProof="0">
                <a:latin typeface="Aptos" panose="020B0004020202020204" pitchFamily="34" charset="0"/>
              </a:rPr>
              <a:t>Sovereignty Committee</a:t>
            </a:r>
          </a:p>
          <a:p>
            <a:pPr marL="171450" indent="-171450">
              <a:lnSpc>
                <a:spcPct val="106000"/>
              </a:lnSpc>
              <a:buFont typeface="Arial" panose="020B0604020202020204" pitchFamily="34" charset="0"/>
              <a:buChar char="•"/>
            </a:pPr>
            <a:r>
              <a:rPr lang="en-US" sz="1200" noProof="0">
                <a:latin typeface="Aptos" panose="020B0004020202020204" pitchFamily="34" charset="0"/>
              </a:rPr>
              <a:t>Sovereignty Gate</a:t>
            </a:r>
          </a:p>
          <a:p>
            <a:pPr marL="171450" indent="-171450">
              <a:lnSpc>
                <a:spcPct val="106000"/>
              </a:lnSpc>
              <a:buFont typeface="Arial" panose="020B0604020202020204" pitchFamily="34" charset="0"/>
              <a:buChar char="•"/>
            </a:pPr>
            <a:r>
              <a:rPr lang="en-US" sz="1200" noProof="0">
                <a:latin typeface="Aptos" panose="020B0004020202020204" pitchFamily="34" charset="0"/>
              </a:rPr>
              <a:t>Sovereignty Radar</a:t>
            </a:r>
          </a:p>
          <a:p>
            <a:pPr marL="171450" indent="-171450">
              <a:lnSpc>
                <a:spcPct val="106000"/>
              </a:lnSpc>
              <a:buFont typeface="Arial" panose="020B0604020202020204" pitchFamily="34" charset="0"/>
              <a:buChar char="•"/>
            </a:pPr>
            <a:r>
              <a:rPr lang="en-US" sz="1200" noProof="0">
                <a:latin typeface="Aptos" panose="020B0004020202020204" pitchFamily="34" charset="0"/>
              </a:rPr>
              <a:t>IT Independence KPIs</a:t>
            </a:r>
          </a:p>
          <a:p>
            <a:pPr marL="171450" indent="-171450">
              <a:lnSpc>
                <a:spcPct val="106000"/>
              </a:lnSpc>
              <a:buFont typeface="Arial" panose="020B0604020202020204" pitchFamily="34" charset="0"/>
              <a:buChar char="•"/>
            </a:pPr>
            <a:r>
              <a:rPr lang="en-US" sz="1200" noProof="0">
                <a:latin typeface="Aptos" panose="020B0004020202020204" pitchFamily="34" charset="0"/>
              </a:rPr>
              <a:t>Standards &amp; Portability Catalogue</a:t>
            </a:r>
          </a:p>
          <a:p>
            <a:pPr marL="171450" indent="-171450">
              <a:lnSpc>
                <a:spcPct val="106000"/>
              </a:lnSpc>
              <a:buFont typeface="Arial" panose="020B0604020202020204" pitchFamily="34" charset="0"/>
              <a:buChar char="•"/>
            </a:pPr>
            <a:endParaRPr lang="en-US" sz="1200" b="1" noProof="0">
              <a:latin typeface="Aptos" panose="020B0004020202020204" pitchFamily="34" charset="0"/>
            </a:endParaRPr>
          </a:p>
        </p:txBody>
      </p:sp>
      <p:grpSp>
        <p:nvGrpSpPr>
          <p:cNvPr id="4" name="Group 3">
            <a:extLst>
              <a:ext uri="{FF2B5EF4-FFF2-40B4-BE49-F238E27FC236}">
                <a16:creationId xmlns:a16="http://schemas.microsoft.com/office/drawing/2014/main" id="{00C8329D-DD41-7C6E-518D-9A744CBBCFAB}"/>
              </a:ext>
            </a:extLst>
          </p:cNvPr>
          <p:cNvGrpSpPr/>
          <p:nvPr/>
        </p:nvGrpSpPr>
        <p:grpSpPr>
          <a:xfrm>
            <a:off x="2626358" y="1188698"/>
            <a:ext cx="6747690" cy="467831"/>
            <a:chOff x="2626358" y="1275971"/>
            <a:chExt cx="6747690" cy="467831"/>
          </a:xfrm>
        </p:grpSpPr>
        <p:sp>
          <p:nvSpPr>
            <p:cNvPr id="37" name="Rectángulo: esquinas redondeadas 36">
              <a:extLst>
                <a:ext uri="{FF2B5EF4-FFF2-40B4-BE49-F238E27FC236}">
                  <a16:creationId xmlns:a16="http://schemas.microsoft.com/office/drawing/2014/main" id="{BBE354C7-D71E-1124-DE9C-CA6B8132006B}"/>
                </a:ext>
              </a:extLst>
            </p:cNvPr>
            <p:cNvSpPr/>
            <p:nvPr/>
          </p:nvSpPr>
          <p:spPr>
            <a:xfrm>
              <a:off x="2674143" y="1397964"/>
              <a:ext cx="6699905" cy="220680"/>
            </a:xfrm>
            <a:prstGeom prst="roundRect">
              <a:avLst>
                <a:gd name="adj" fmla="val 50000"/>
              </a:avLst>
            </a:prstGeom>
            <a:solidFill>
              <a:schemeClr val="bg1"/>
            </a:solidFill>
            <a:ln w="127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rgbClr val="1A2333"/>
                  </a:solidFill>
                  <a:latin typeface="Aptos" panose="020B0004020202020204" pitchFamily="34" charset="0"/>
                  <a:cs typeface="Arial" pitchFamily="34" charset="-120"/>
                </a:rPr>
                <a:t>Sovereignty is not a one-off assessment. It is an ongoing management capability.</a:t>
              </a:r>
            </a:p>
          </p:txBody>
        </p:sp>
        <p:sp>
          <p:nvSpPr>
            <p:cNvPr id="40" name="Elipse 39">
              <a:extLst>
                <a:ext uri="{FF2B5EF4-FFF2-40B4-BE49-F238E27FC236}">
                  <a16:creationId xmlns:a16="http://schemas.microsoft.com/office/drawing/2014/main" id="{BFD15F7A-6CEC-CC98-7F16-65184F7165D5}"/>
                </a:ext>
              </a:extLst>
            </p:cNvPr>
            <p:cNvSpPr/>
            <p:nvPr/>
          </p:nvSpPr>
          <p:spPr>
            <a:xfrm>
              <a:off x="2637631" y="1281563"/>
              <a:ext cx="445286" cy="445286"/>
            </a:xfrm>
            <a:prstGeom prst="ellipse">
              <a:avLst/>
            </a:prstGeom>
            <a:solidFill>
              <a:schemeClr val="bg1"/>
            </a:solidFill>
            <a:ln w="127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ptos" panose="020B0004020202020204" pitchFamily="34" charset="0"/>
              </a:endParaRPr>
            </a:p>
          </p:txBody>
        </p:sp>
        <p:sp>
          <p:nvSpPr>
            <p:cNvPr id="41" name="Rectángulo: esquinas redondeadas 40">
              <a:extLst>
                <a:ext uri="{FF2B5EF4-FFF2-40B4-BE49-F238E27FC236}">
                  <a16:creationId xmlns:a16="http://schemas.microsoft.com/office/drawing/2014/main" id="{AC1F95D1-C309-89D1-3B6C-75F459FFF13C}"/>
                </a:ext>
              </a:extLst>
            </p:cNvPr>
            <p:cNvSpPr/>
            <p:nvPr/>
          </p:nvSpPr>
          <p:spPr>
            <a:xfrm>
              <a:off x="2846013" y="1405417"/>
              <a:ext cx="285332" cy="208800"/>
            </a:xfrm>
            <a:prstGeom prst="roundRect">
              <a:avLst>
                <a:gd name="adj" fmla="val 0"/>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a:solidFill>
                  <a:srgbClr val="1A2333"/>
                </a:solidFill>
                <a:latin typeface="Aptos" panose="020B0004020202020204" pitchFamily="34" charset="0"/>
                <a:cs typeface="Arial" pitchFamily="34" charset="-120"/>
              </a:endParaRPr>
            </a:p>
          </p:txBody>
        </p:sp>
        <p:pic>
          <p:nvPicPr>
            <p:cNvPr id="39" name="Gráfico 38" descr="Flecha circular con relleno sólido">
              <a:extLst>
                <a:ext uri="{FF2B5EF4-FFF2-40B4-BE49-F238E27FC236}">
                  <a16:creationId xmlns:a16="http://schemas.microsoft.com/office/drawing/2014/main" id="{66FAEF73-B32C-5A21-686F-9AC49A1F404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26358" y="1275971"/>
              <a:ext cx="467831" cy="467831"/>
            </a:xfrm>
            <a:prstGeom prst="rect">
              <a:avLst/>
            </a:prstGeom>
          </p:spPr>
        </p:pic>
      </p:grpSp>
      <p:sp>
        <p:nvSpPr>
          <p:cNvPr id="50" name="Rectángulo 49">
            <a:extLst>
              <a:ext uri="{FF2B5EF4-FFF2-40B4-BE49-F238E27FC236}">
                <a16:creationId xmlns:a16="http://schemas.microsoft.com/office/drawing/2014/main" id="{8E512C4C-8C99-EE15-815B-17000A9492F3}"/>
              </a:ext>
            </a:extLst>
          </p:cNvPr>
          <p:cNvSpPr/>
          <p:nvPr/>
        </p:nvSpPr>
        <p:spPr>
          <a:xfrm>
            <a:off x="4963655" y="5654235"/>
            <a:ext cx="2623785" cy="471342"/>
          </a:xfrm>
          <a:prstGeom prst="rect">
            <a:avLst/>
          </a:prstGeom>
          <a:solidFill>
            <a:srgbClr val="0070C0">
              <a:alpha val="61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algn="ctr" defTabSz="914400" rtl="0" eaLnBrk="1" fontAlgn="auto" latinLnBrk="0" hangingPunct="1">
              <a:lnSpc>
                <a:spcPct val="106000"/>
              </a:lnSpc>
              <a:spcBef>
                <a:spcPts val="0"/>
              </a:spcBef>
              <a:spcAft>
                <a:spcPts val="0"/>
              </a:spcAft>
              <a:buClrTx/>
              <a:buSzTx/>
              <a:buFont typeface="Wingdings" panose="05000000000000000000" pitchFamily="2" charset="2"/>
              <a:buChar char="ü"/>
              <a:tabLst/>
              <a:defRPr/>
            </a:pPr>
            <a:r>
              <a:rPr lang="en-US" sz="1200" noProof="0">
                <a:solidFill>
                  <a:schemeClr val="bg1"/>
                </a:solidFill>
                <a:latin typeface="Aptos" panose="020B0004020202020204" pitchFamily="34" charset="0"/>
              </a:rPr>
              <a:t>Board Roadmap</a:t>
            </a:r>
          </a:p>
        </p:txBody>
      </p:sp>
      <p:sp>
        <p:nvSpPr>
          <p:cNvPr id="51" name="Rectángulo 50">
            <a:extLst>
              <a:ext uri="{FF2B5EF4-FFF2-40B4-BE49-F238E27FC236}">
                <a16:creationId xmlns:a16="http://schemas.microsoft.com/office/drawing/2014/main" id="{1F0AFD64-F804-370E-F5B5-971FDE03B29B}"/>
              </a:ext>
            </a:extLst>
          </p:cNvPr>
          <p:cNvSpPr/>
          <p:nvPr/>
        </p:nvSpPr>
        <p:spPr>
          <a:xfrm>
            <a:off x="9052452" y="5653175"/>
            <a:ext cx="2623784" cy="471342"/>
          </a:xfrm>
          <a:prstGeom prst="rect">
            <a:avLst/>
          </a:prstGeom>
          <a:solidFill>
            <a:srgbClr val="0070C0">
              <a:alpha val="61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noProof="0">
                <a:solidFill>
                  <a:schemeClr val="bg1"/>
                </a:solidFill>
                <a:latin typeface="Aptos" panose="020B0004020202020204" pitchFamily="34" charset="0"/>
              </a:rPr>
              <a:t>Permanent Sovereignty Capability</a:t>
            </a:r>
          </a:p>
        </p:txBody>
      </p:sp>
      <p:sp>
        <p:nvSpPr>
          <p:cNvPr id="52" name="Flecha: hacia abajo 51">
            <a:extLst>
              <a:ext uri="{FF2B5EF4-FFF2-40B4-BE49-F238E27FC236}">
                <a16:creationId xmlns:a16="http://schemas.microsoft.com/office/drawing/2014/main" id="{5E86B3F8-6A10-4AD7-7DE5-82900404E4C2}"/>
              </a:ext>
            </a:extLst>
          </p:cNvPr>
          <p:cNvSpPr/>
          <p:nvPr/>
        </p:nvSpPr>
        <p:spPr>
          <a:xfrm>
            <a:off x="2047661" y="4959830"/>
            <a:ext cx="179084" cy="409435"/>
          </a:xfrm>
          <a:prstGeom prst="down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ptos" panose="020B0004020202020204" pitchFamily="34" charset="0"/>
            </a:endParaRPr>
          </a:p>
        </p:txBody>
      </p:sp>
      <p:sp>
        <p:nvSpPr>
          <p:cNvPr id="56" name="CuadroTexto 55">
            <a:extLst>
              <a:ext uri="{FF2B5EF4-FFF2-40B4-BE49-F238E27FC236}">
                <a16:creationId xmlns:a16="http://schemas.microsoft.com/office/drawing/2014/main" id="{0FE6247F-A5B2-CE9C-7C22-13F9E5EB4B74}"/>
              </a:ext>
            </a:extLst>
          </p:cNvPr>
          <p:cNvSpPr txBox="1"/>
          <p:nvPr/>
        </p:nvSpPr>
        <p:spPr>
          <a:xfrm>
            <a:off x="1559462" y="5399259"/>
            <a:ext cx="1155481" cy="253916"/>
          </a:xfrm>
          <a:prstGeom prst="rect">
            <a:avLst/>
          </a:prstGeom>
          <a:noFill/>
        </p:spPr>
        <p:txBody>
          <a:bodyPr wrap="square" anchor="ctr">
            <a:spAutoFit/>
          </a:bodyPr>
          <a:lstStyle/>
          <a:p>
            <a:pPr algn="ctr"/>
            <a:r>
              <a:rPr kumimoji="0" lang="en-US" sz="1050" b="1" i="0" u="none" strike="noStrike" kern="1200" cap="none" spc="0" normalizeH="0" baseline="0" noProof="0">
                <a:ln>
                  <a:noFill/>
                </a:ln>
                <a:effectLst/>
                <a:uLnTx/>
                <a:uFillTx/>
                <a:latin typeface="Aptos" panose="020B0004020202020204" pitchFamily="34" charset="0"/>
                <a:ea typeface="Arial" pitchFamily="34" charset="-122"/>
                <a:cs typeface="Arial" pitchFamily="34" charset="-120"/>
              </a:rPr>
              <a:t>OUTCOME</a:t>
            </a:r>
            <a:endParaRPr lang="en-US" sz="1050" noProof="0">
              <a:latin typeface="Aptos" panose="020B0004020202020204" pitchFamily="34" charset="0"/>
            </a:endParaRPr>
          </a:p>
        </p:txBody>
      </p:sp>
      <p:sp>
        <p:nvSpPr>
          <p:cNvPr id="57" name="Flecha: hacia abajo 56">
            <a:extLst>
              <a:ext uri="{FF2B5EF4-FFF2-40B4-BE49-F238E27FC236}">
                <a16:creationId xmlns:a16="http://schemas.microsoft.com/office/drawing/2014/main" id="{32C879B7-1FE1-3D03-A34F-1B7A9227ACBC}"/>
              </a:ext>
            </a:extLst>
          </p:cNvPr>
          <p:cNvSpPr/>
          <p:nvPr/>
        </p:nvSpPr>
        <p:spPr>
          <a:xfrm>
            <a:off x="6186007" y="4959830"/>
            <a:ext cx="179084" cy="409435"/>
          </a:xfrm>
          <a:prstGeom prst="down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ptos" panose="020B0004020202020204" pitchFamily="34" charset="0"/>
            </a:endParaRPr>
          </a:p>
        </p:txBody>
      </p:sp>
      <p:sp>
        <p:nvSpPr>
          <p:cNvPr id="58" name="CuadroTexto 57">
            <a:extLst>
              <a:ext uri="{FF2B5EF4-FFF2-40B4-BE49-F238E27FC236}">
                <a16:creationId xmlns:a16="http://schemas.microsoft.com/office/drawing/2014/main" id="{4670EE7E-77C9-2ECC-2576-768C7D8975B7}"/>
              </a:ext>
            </a:extLst>
          </p:cNvPr>
          <p:cNvSpPr txBox="1"/>
          <p:nvPr/>
        </p:nvSpPr>
        <p:spPr>
          <a:xfrm>
            <a:off x="5697808" y="5399259"/>
            <a:ext cx="1155481" cy="253916"/>
          </a:xfrm>
          <a:prstGeom prst="rect">
            <a:avLst/>
          </a:prstGeom>
          <a:noFill/>
        </p:spPr>
        <p:txBody>
          <a:bodyPr wrap="square" anchor="ctr">
            <a:spAutoFit/>
          </a:bodyPr>
          <a:lstStyle/>
          <a:p>
            <a:pPr algn="ctr"/>
            <a:r>
              <a:rPr kumimoji="0" lang="en-US" sz="1050" b="1" i="0" u="none" strike="noStrike" kern="1200" cap="none" spc="0" normalizeH="0" baseline="0" noProof="0">
                <a:ln>
                  <a:noFill/>
                </a:ln>
                <a:effectLst/>
                <a:uLnTx/>
                <a:uFillTx/>
                <a:latin typeface="Aptos" panose="020B0004020202020204" pitchFamily="34" charset="0"/>
                <a:ea typeface="Arial" pitchFamily="34" charset="-122"/>
                <a:cs typeface="Arial" pitchFamily="34" charset="-120"/>
              </a:rPr>
              <a:t>OUTCOME</a:t>
            </a:r>
            <a:endParaRPr lang="en-US" sz="1050" noProof="0">
              <a:latin typeface="Aptos" panose="020B0004020202020204" pitchFamily="34" charset="0"/>
            </a:endParaRPr>
          </a:p>
        </p:txBody>
      </p:sp>
      <p:sp>
        <p:nvSpPr>
          <p:cNvPr id="59" name="Flecha: hacia abajo 58">
            <a:extLst>
              <a:ext uri="{FF2B5EF4-FFF2-40B4-BE49-F238E27FC236}">
                <a16:creationId xmlns:a16="http://schemas.microsoft.com/office/drawing/2014/main" id="{61464DCE-9326-DDC4-8BED-34A568D1F7E5}"/>
              </a:ext>
            </a:extLst>
          </p:cNvPr>
          <p:cNvSpPr/>
          <p:nvPr/>
        </p:nvSpPr>
        <p:spPr>
          <a:xfrm>
            <a:off x="10274802" y="4960602"/>
            <a:ext cx="179084" cy="407890"/>
          </a:xfrm>
          <a:prstGeom prst="down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ptos" panose="020B0004020202020204" pitchFamily="34" charset="0"/>
            </a:endParaRPr>
          </a:p>
        </p:txBody>
      </p:sp>
      <p:sp>
        <p:nvSpPr>
          <p:cNvPr id="60" name="CuadroTexto 59">
            <a:extLst>
              <a:ext uri="{FF2B5EF4-FFF2-40B4-BE49-F238E27FC236}">
                <a16:creationId xmlns:a16="http://schemas.microsoft.com/office/drawing/2014/main" id="{DEBF436C-66E0-D616-5089-F04EC6C15D93}"/>
              </a:ext>
            </a:extLst>
          </p:cNvPr>
          <p:cNvSpPr txBox="1"/>
          <p:nvPr/>
        </p:nvSpPr>
        <p:spPr>
          <a:xfrm>
            <a:off x="9786604" y="5399259"/>
            <a:ext cx="1155481" cy="253916"/>
          </a:xfrm>
          <a:prstGeom prst="rect">
            <a:avLst/>
          </a:prstGeom>
          <a:noFill/>
        </p:spPr>
        <p:txBody>
          <a:bodyPr wrap="square" anchor="ctr">
            <a:spAutoFit/>
          </a:bodyPr>
          <a:lstStyle/>
          <a:p>
            <a:pPr algn="ctr"/>
            <a:r>
              <a:rPr lang="en-US" sz="1050" b="1" noProof="0">
                <a:latin typeface="Aptos" panose="020B0004020202020204" pitchFamily="34" charset="0"/>
                <a:cs typeface="Arial" pitchFamily="34" charset="-120"/>
              </a:rPr>
              <a:t>OUTCOME</a:t>
            </a:r>
            <a:endParaRPr lang="en-US" sz="1050" noProof="0">
              <a:latin typeface="Aptos" panose="020B0004020202020204" pitchFamily="34" charset="0"/>
            </a:endParaRPr>
          </a:p>
        </p:txBody>
      </p:sp>
      <p:sp>
        <p:nvSpPr>
          <p:cNvPr id="6" name="Rectangle 5">
            <a:extLst>
              <a:ext uri="{FF2B5EF4-FFF2-40B4-BE49-F238E27FC236}">
                <a16:creationId xmlns:a16="http://schemas.microsoft.com/office/drawing/2014/main" id="{F9C5F219-E0D3-5EB3-BF40-D0DFD5B2F4DB}"/>
              </a:ext>
            </a:extLst>
          </p:cNvPr>
          <p:cNvSpPr/>
          <p:nvPr/>
        </p:nvSpPr>
        <p:spPr>
          <a:xfrm>
            <a:off x="377468" y="1751174"/>
            <a:ext cx="3474010" cy="4475455"/>
          </a:xfrm>
          <a:prstGeom prst="rect">
            <a:avLst/>
          </a:prstGeom>
          <a:noFill/>
          <a:ln w="19050">
            <a:solidFill>
              <a:srgbClr val="3E885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ptos" panose="020B0004020202020204" pitchFamily="34" charset="0"/>
            </a:endParaRPr>
          </a:p>
        </p:txBody>
      </p:sp>
      <p:sp>
        <p:nvSpPr>
          <p:cNvPr id="9" name="Title 12">
            <a:extLst>
              <a:ext uri="{FF2B5EF4-FFF2-40B4-BE49-F238E27FC236}">
                <a16:creationId xmlns:a16="http://schemas.microsoft.com/office/drawing/2014/main" id="{F12BD1A0-EDA4-7D4B-EBED-68795912E83F}"/>
              </a:ext>
            </a:extLst>
          </p:cNvPr>
          <p:cNvSpPr txBox="1">
            <a:spLocks/>
          </p:cNvSpPr>
          <p:nvPr/>
        </p:nvSpPr>
        <p:spPr>
          <a:xfrm>
            <a:off x="377468" y="6226629"/>
            <a:ext cx="11502330" cy="276999"/>
          </a:xfrm>
          <a:prstGeom prst="rect">
            <a:avLst/>
          </a:prstGeom>
          <a:noFill/>
        </p:spPr>
        <p:txBody>
          <a:bodyPr wrap="square" lIns="0" tIns="45720" rIns="91440" bIns="45720" anchor="t">
            <a:spAutoFit/>
          </a:bodyPr>
          <a:lstStyle>
            <a:lvl1pPr algn="ctr" defTabSz="914400" rtl="0" eaLnBrk="1" latinLnBrk="0" hangingPunct="1">
              <a:spcBef>
                <a:spcPct val="0"/>
              </a:spcBef>
              <a:buNone/>
              <a:defRPr kumimoji="0" lang="es-ES" sz="1600" b="0" i="0" u="none" strike="noStrike" kern="1200" cap="none" spc="0" normalizeH="0" baseline="0">
                <a:ln>
                  <a:noFill/>
                </a:ln>
                <a:solidFill>
                  <a:prstClr val="black"/>
                </a:solidFill>
                <a:effectLst/>
                <a:uLnTx/>
                <a:uFillTx/>
                <a:latin typeface="Aptos" panose="02110004020202020204"/>
                <a:ea typeface="+mn-ea"/>
                <a:cs typeface="+mn-cs"/>
              </a:defRPr>
            </a:lvl1pPr>
          </a:lstStyle>
          <a:p>
            <a:pPr algn="l">
              <a:spcBef>
                <a:spcPts val="0"/>
              </a:spcBef>
              <a:defRPr/>
            </a:pPr>
            <a:r>
              <a:rPr lang="en-US" sz="1200" noProof="0">
                <a:solidFill>
                  <a:srgbClr val="3E8853"/>
                </a:solidFill>
              </a:rPr>
              <a:t>*The </a:t>
            </a:r>
            <a:r>
              <a:rPr lang="en-US" sz="1200" b="1" noProof="0">
                <a:solidFill>
                  <a:srgbClr val="3E8853"/>
                </a:solidFill>
              </a:rPr>
              <a:t>current scope</a:t>
            </a:r>
            <a:r>
              <a:rPr lang="en-US" sz="1200" noProof="0">
                <a:solidFill>
                  <a:srgbClr val="3E8853"/>
                </a:solidFill>
              </a:rPr>
              <a:t> includes the establishment of a </a:t>
            </a:r>
            <a:r>
              <a:rPr lang="en-US" sz="1200" b="1" noProof="0">
                <a:solidFill>
                  <a:srgbClr val="3E8853"/>
                </a:solidFill>
              </a:rPr>
              <a:t>Sovereignty Baseline</a:t>
            </a:r>
            <a:r>
              <a:rPr lang="en-US" sz="1200" noProof="0">
                <a:solidFill>
                  <a:srgbClr val="3E8853"/>
                </a:solidFill>
              </a:rPr>
              <a:t> within a </a:t>
            </a:r>
            <a:r>
              <a:rPr lang="en-US" sz="1200" b="1" noProof="0">
                <a:solidFill>
                  <a:srgbClr val="3E8853"/>
                </a:solidFill>
              </a:rPr>
              <a:t>3-month period</a:t>
            </a:r>
            <a:r>
              <a:rPr lang="en-US" sz="1200" noProof="0">
                <a:solidFill>
                  <a:srgbClr val="3E8853"/>
                </a:solidFill>
              </a:rPr>
              <a:t> for identified </a:t>
            </a:r>
            <a:r>
              <a:rPr lang="en-US" sz="1200" b="1" noProof="0">
                <a:solidFill>
                  <a:srgbClr val="3E8853"/>
                </a:solidFill>
              </a:rPr>
              <a:t>Mission-Critical Systems</a:t>
            </a:r>
            <a:r>
              <a:rPr lang="en-US" sz="1200" noProof="0">
                <a:solidFill>
                  <a:srgbClr val="3E8853"/>
                </a:solidFill>
              </a:rPr>
              <a:t> of each Operational Company.</a:t>
            </a:r>
            <a:endParaRPr kumimoji="0" lang="en-US" sz="1200" i="0" u="none" strike="noStrike" kern="1200" cap="none" spc="0" normalizeH="0" baseline="0" noProof="0">
              <a:ln>
                <a:noFill/>
              </a:ln>
              <a:solidFill>
                <a:srgbClr val="3E8853"/>
              </a:solidFill>
              <a:effectLst/>
              <a:uLnTx/>
              <a:uFillTx/>
            </a:endParaRPr>
          </a:p>
        </p:txBody>
      </p:sp>
    </p:spTree>
    <p:extLst>
      <p:ext uri="{BB962C8B-B14F-4D97-AF65-F5344CB8AC3E}">
        <p14:creationId xmlns:p14="http://schemas.microsoft.com/office/powerpoint/2010/main" val="3836068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55583-6548-1E0F-D26D-DD9FA4AB86D0}"/>
            </a:ext>
          </a:extLst>
        </p:cNvPr>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00119DEA-E14C-D3C7-B705-FFE6B1769220}"/>
              </a:ext>
            </a:extLst>
          </p:cNvPr>
          <p:cNvSpPr/>
          <p:nvPr/>
        </p:nvSpPr>
        <p:spPr>
          <a:xfrm>
            <a:off x="4677469" y="1408475"/>
            <a:ext cx="7115590" cy="4916511"/>
          </a:xfrm>
          <a:prstGeom prst="roundRect">
            <a:avLst>
              <a:gd name="adj" fmla="val 7293"/>
            </a:avLst>
          </a:prstGeom>
          <a:solidFill>
            <a:srgbClr val="CCE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aphicFrame>
        <p:nvGraphicFramePr>
          <p:cNvPr id="7" name="think-cell data - do not delete" hidden="1">
            <a:extLst>
              <a:ext uri="{FF2B5EF4-FFF2-40B4-BE49-F238E27FC236}">
                <a16:creationId xmlns:a16="http://schemas.microsoft.com/office/drawing/2014/main" id="{E91C1B36-408C-4BE6-5859-7CEDEC84BCDA}"/>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5" progId="TCLayout.ActiveDocument.1">
                  <p:embed/>
                </p:oleObj>
              </mc:Choice>
              <mc:Fallback>
                <p:oleObj name="think-cell Slide" r:id="rId4" imgW="592" imgH="595" progId="TCLayout.ActiveDocument.1">
                  <p:embed/>
                  <p:pic>
                    <p:nvPicPr>
                      <p:cNvPr id="7" name="think-cell data - do not delete" hidden="1">
                        <a:extLst>
                          <a:ext uri="{FF2B5EF4-FFF2-40B4-BE49-F238E27FC236}">
                            <a16:creationId xmlns:a16="http://schemas.microsoft.com/office/drawing/2014/main" id="{E91C1B36-408C-4BE6-5859-7CEDEC84BCD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ítulo 1">
            <a:extLst>
              <a:ext uri="{FF2B5EF4-FFF2-40B4-BE49-F238E27FC236}">
                <a16:creationId xmlns:a16="http://schemas.microsoft.com/office/drawing/2014/main" id="{BE99690A-EE0E-C675-2E21-DC550BECDB48}"/>
              </a:ext>
            </a:extLst>
          </p:cNvPr>
          <p:cNvSpPr txBox="1">
            <a:spLocks/>
          </p:cNvSpPr>
          <p:nvPr/>
        </p:nvSpPr>
        <p:spPr bwMode="gray">
          <a:xfrm>
            <a:off x="465722" y="438912"/>
            <a:ext cx="11446877" cy="35171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r>
              <a:rPr lang="en-US" noProof="0">
                <a:solidFill>
                  <a:srgbClr val="070F26"/>
                </a:solidFill>
                <a:latin typeface="Aptos" panose="020B0004020202020204" pitchFamily="34" charset="0"/>
                <a:ea typeface="Arial" pitchFamily="34" charset="-122"/>
                <a:cs typeface="Arial" pitchFamily="34" charset="-120"/>
              </a:rPr>
              <a:t>Scope: 10 Operating Companies, Prioritized by Criticality</a:t>
            </a:r>
            <a:endParaRPr lang="en-US" noProof="0">
              <a:latin typeface="Aptos" panose="020B0004020202020204" pitchFamily="34" charset="0"/>
            </a:endParaRPr>
          </a:p>
        </p:txBody>
      </p:sp>
      <p:sp>
        <p:nvSpPr>
          <p:cNvPr id="11" name="CuadroTexto 10">
            <a:extLst>
              <a:ext uri="{FF2B5EF4-FFF2-40B4-BE49-F238E27FC236}">
                <a16:creationId xmlns:a16="http://schemas.microsoft.com/office/drawing/2014/main" id="{75C20406-0615-698E-4785-DCD442D77D59}"/>
              </a:ext>
            </a:extLst>
          </p:cNvPr>
          <p:cNvSpPr txBox="1"/>
          <p:nvPr/>
        </p:nvSpPr>
        <p:spPr>
          <a:xfrm>
            <a:off x="465722" y="794031"/>
            <a:ext cx="11446876" cy="601640"/>
          </a:xfrm>
          <a:prstGeom prst="rect">
            <a:avLst/>
          </a:prstGeom>
          <a:noFill/>
        </p:spPr>
        <p:txBody>
          <a:bodyPr wrap="square" lIns="0">
            <a:spAutoFit/>
          </a:bodyPr>
          <a:lstStyle>
            <a:defPPr>
              <a:defRPr lang="es-ES"/>
            </a:defPPr>
            <a:lvl1pPr marR="0" lvl="0" fontAlgn="auto">
              <a:lnSpc>
                <a:spcPct val="100000"/>
              </a:lnSpc>
              <a:spcBef>
                <a:spcPts val="0"/>
              </a:spcBef>
              <a:spcAft>
                <a:spcPts val="0"/>
              </a:spcAft>
              <a:buClrTx/>
              <a:buSzTx/>
              <a:tabLst/>
              <a:defRPr kumimoji="0" sz="1600" b="0" i="0" u="none" strike="noStrike" cap="none" spc="0" normalizeH="0" baseline="0">
                <a:ln>
                  <a:noFill/>
                </a:ln>
                <a:solidFill>
                  <a:prstClr val="black"/>
                </a:solidFill>
                <a:effectLst/>
                <a:uLnTx/>
                <a:uFillTx/>
                <a:latin typeface="Aptos" panose="02110004020202020204"/>
              </a:defRPr>
            </a:lvl1pPr>
          </a:lstStyle>
          <a:p>
            <a:pPr>
              <a:lnSpc>
                <a:spcPct val="105000"/>
              </a:lnSpc>
            </a:pPr>
            <a:r>
              <a:rPr lang="en-US" noProof="0"/>
              <a:t>Covering 100% of ICFR and mission-critical applications through an application-level sovereignty classification, with detailed deep dives focused on the highest-exposure applications.</a:t>
            </a:r>
            <a:endParaRPr lang="en-US" noProof="0">
              <a:latin typeface="Aptos" panose="020B0004020202020204" pitchFamily="34" charset="0"/>
            </a:endParaRPr>
          </a:p>
        </p:txBody>
      </p:sp>
      <p:sp>
        <p:nvSpPr>
          <p:cNvPr id="13" name="Text 2">
            <a:extLst>
              <a:ext uri="{FF2B5EF4-FFF2-40B4-BE49-F238E27FC236}">
                <a16:creationId xmlns:a16="http://schemas.microsoft.com/office/drawing/2014/main" id="{65F7DF3F-C532-7FFF-B927-9BC2B2C67B1E}"/>
              </a:ext>
            </a:extLst>
          </p:cNvPr>
          <p:cNvSpPr/>
          <p:nvPr/>
        </p:nvSpPr>
        <p:spPr>
          <a:xfrm>
            <a:off x="558353" y="1521099"/>
            <a:ext cx="3446926" cy="274320"/>
          </a:xfrm>
          <a:prstGeom prst="rect">
            <a:avLst/>
          </a:prstGeom>
          <a:noFill/>
          <a:ln/>
        </p:spPr>
        <p:txBody>
          <a:bodyPr wrap="square" rtlCol="0" anchor="t"/>
          <a:lstStyle/>
          <a:p>
            <a:pPr marL="0" indent="0">
              <a:buNone/>
            </a:pPr>
            <a:r>
              <a:rPr lang="en-US" sz="1400" b="1" noProof="0">
                <a:solidFill>
                  <a:srgbClr val="070F26"/>
                </a:solidFill>
                <a:latin typeface="Aptos" panose="020B0004020202020204" pitchFamily="34" charset="0"/>
                <a:ea typeface="Arial" pitchFamily="34" charset="-122"/>
                <a:cs typeface="Arial" pitchFamily="34" charset="-120"/>
              </a:rPr>
              <a:t>Operating Companies &amp; Application Volumes</a:t>
            </a:r>
            <a:endParaRPr lang="en-US" sz="1400" noProof="0">
              <a:solidFill>
                <a:srgbClr val="070F26"/>
              </a:solidFill>
              <a:latin typeface="Aptos" panose="020B0004020202020204" pitchFamily="34" charset="0"/>
            </a:endParaRPr>
          </a:p>
        </p:txBody>
      </p:sp>
      <p:sp>
        <p:nvSpPr>
          <p:cNvPr id="15" name="Text 4">
            <a:extLst>
              <a:ext uri="{FF2B5EF4-FFF2-40B4-BE49-F238E27FC236}">
                <a16:creationId xmlns:a16="http://schemas.microsoft.com/office/drawing/2014/main" id="{28571E42-11FE-3F86-8A44-9C04CB969044}"/>
              </a:ext>
            </a:extLst>
          </p:cNvPr>
          <p:cNvSpPr/>
          <p:nvPr/>
        </p:nvSpPr>
        <p:spPr>
          <a:xfrm>
            <a:off x="4868591" y="1513513"/>
            <a:ext cx="4846320" cy="274320"/>
          </a:xfrm>
          <a:prstGeom prst="rect">
            <a:avLst/>
          </a:prstGeom>
          <a:noFill/>
          <a:ln/>
        </p:spPr>
        <p:txBody>
          <a:bodyPr wrap="square" rtlCol="0" anchor="t"/>
          <a:lstStyle/>
          <a:p>
            <a:pPr marL="0" indent="0">
              <a:buNone/>
            </a:pPr>
            <a:r>
              <a:rPr lang="en-US" sz="1400" b="1" noProof="0">
                <a:latin typeface="Aptos" panose="020B0004020202020204" pitchFamily="34" charset="0"/>
                <a:ea typeface="Arial" pitchFamily="34" charset="-122"/>
                <a:cs typeface="Arial" pitchFamily="34" charset="-120"/>
              </a:rPr>
              <a:t>Assessment Perimeter</a:t>
            </a:r>
            <a:endParaRPr lang="en-US" sz="1400" noProof="0">
              <a:latin typeface="Aptos" panose="020B0004020202020204" pitchFamily="34" charset="0"/>
            </a:endParaRPr>
          </a:p>
        </p:txBody>
      </p:sp>
      <p:pic>
        <p:nvPicPr>
          <p:cNvPr id="10" name="Picture 4">
            <a:extLst>
              <a:ext uri="{FF2B5EF4-FFF2-40B4-BE49-F238E27FC236}">
                <a16:creationId xmlns:a16="http://schemas.microsoft.com/office/drawing/2014/main" id="{3E083245-4ADB-3288-B5E8-9F1202B40C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1365" y="3113161"/>
            <a:ext cx="933074" cy="16643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a:extLst>
              <a:ext uri="{FF2B5EF4-FFF2-40B4-BE49-F238E27FC236}">
                <a16:creationId xmlns:a16="http://schemas.microsoft.com/office/drawing/2014/main" id="{CBED592F-1772-711B-65ED-8C659DD366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3176" y="3848269"/>
            <a:ext cx="696563" cy="17552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er Lingus Logo, symbol, meaning, history, PNG, brand">
            <a:extLst>
              <a:ext uri="{FF2B5EF4-FFF2-40B4-BE49-F238E27FC236}">
                <a16:creationId xmlns:a16="http://schemas.microsoft.com/office/drawing/2014/main" id="{1F8C1B81-5B39-F615-3780-2C26D75327E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31900" b="33328"/>
          <a:stretch>
            <a:fillRect/>
          </a:stretch>
        </p:blipFill>
        <p:spPr bwMode="auto">
          <a:xfrm>
            <a:off x="833176" y="3093580"/>
            <a:ext cx="922300" cy="20559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859C2476-21B8-D995-480C-0A0B36F6738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67360" y="3099915"/>
            <a:ext cx="522120" cy="19292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2">
            <a:extLst>
              <a:ext uri="{FF2B5EF4-FFF2-40B4-BE49-F238E27FC236}">
                <a16:creationId xmlns:a16="http://schemas.microsoft.com/office/drawing/2014/main" id="{818A184D-F04B-7221-7BD9-9B6693E8D62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99840" y="3497113"/>
            <a:ext cx="706848" cy="152727"/>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Elementor #6621 - Diversity in Tech">
            <a:extLst>
              <a:ext uri="{FF2B5EF4-FFF2-40B4-BE49-F238E27FC236}">
                <a16:creationId xmlns:a16="http://schemas.microsoft.com/office/drawing/2014/main" id="{5742115B-CF58-D5C8-96C5-7B96C6AF065E}"/>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9218" t="29498" r="9609" b="27096"/>
          <a:stretch>
            <a:fillRect/>
          </a:stretch>
        </p:blipFill>
        <p:spPr bwMode="auto">
          <a:xfrm>
            <a:off x="802025" y="3483590"/>
            <a:ext cx="911640" cy="17977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Search for Jobs">
            <a:extLst>
              <a:ext uri="{FF2B5EF4-FFF2-40B4-BE49-F238E27FC236}">
                <a16:creationId xmlns:a16="http://schemas.microsoft.com/office/drawing/2014/main" id="{EBA6F3B8-CBD2-0022-BDC5-D8324726498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92864" y="3490258"/>
            <a:ext cx="1073791" cy="166437"/>
          </a:xfrm>
          <a:prstGeom prst="rect">
            <a:avLst/>
          </a:prstGeom>
          <a:noFill/>
          <a:extLst>
            <a:ext uri="{909E8E84-426E-40DD-AFC4-6F175D3DCCD1}">
              <a14:hiddenFill xmlns:a14="http://schemas.microsoft.com/office/drawing/2010/main">
                <a:solidFill>
                  <a:srgbClr val="FFFFFF"/>
                </a:solidFill>
              </a14:hiddenFill>
            </a:ext>
          </a:extLst>
        </p:spPr>
      </p:pic>
      <p:sp>
        <p:nvSpPr>
          <p:cNvPr id="27" name="CuadroTexto 53">
            <a:extLst>
              <a:ext uri="{FF2B5EF4-FFF2-40B4-BE49-F238E27FC236}">
                <a16:creationId xmlns:a16="http://schemas.microsoft.com/office/drawing/2014/main" id="{6A7AF3FD-99C5-1197-D61C-C492477E0AFC}"/>
              </a:ext>
            </a:extLst>
          </p:cNvPr>
          <p:cNvSpPr txBox="1"/>
          <p:nvPr/>
        </p:nvSpPr>
        <p:spPr>
          <a:xfrm>
            <a:off x="591116" y="2073689"/>
            <a:ext cx="3786973" cy="461665"/>
          </a:xfrm>
          <a:prstGeom prst="rect">
            <a:avLst/>
          </a:prstGeom>
          <a:noFill/>
        </p:spPr>
        <p:txBody>
          <a:bodyPr wrap="square" lIns="72000" rIns="72000">
            <a:spAutoFit/>
          </a:bodyPr>
          <a:lstStyle/>
          <a:p>
            <a:r>
              <a:rPr lang="en-US" sz="1200" noProof="0">
                <a:latin typeface="Aptos" panose="020B0004020202020204" pitchFamily="34" charset="0"/>
                <a:cs typeface="Arial" panose="020B0604020202020204" pitchFamily="34" charset="0"/>
              </a:rPr>
              <a:t>The assessment will cover the most relevant systems of each OpCo in terms of business criticality:</a:t>
            </a:r>
          </a:p>
        </p:txBody>
      </p:sp>
      <p:grpSp>
        <p:nvGrpSpPr>
          <p:cNvPr id="2104" name="Group 2103">
            <a:extLst>
              <a:ext uri="{FF2B5EF4-FFF2-40B4-BE49-F238E27FC236}">
                <a16:creationId xmlns:a16="http://schemas.microsoft.com/office/drawing/2014/main" id="{3723F5EF-0E07-8DBD-6C21-CFD8AF12AB5F}"/>
              </a:ext>
            </a:extLst>
          </p:cNvPr>
          <p:cNvGrpSpPr/>
          <p:nvPr/>
        </p:nvGrpSpPr>
        <p:grpSpPr>
          <a:xfrm>
            <a:off x="5657849" y="1908264"/>
            <a:ext cx="4668372" cy="1419753"/>
            <a:chOff x="6486595" y="2118793"/>
            <a:chExt cx="5074840" cy="1648042"/>
          </a:xfrm>
        </p:grpSpPr>
        <p:sp>
          <p:nvSpPr>
            <p:cNvPr id="26" name="Shape 5">
              <a:extLst>
                <a:ext uri="{FF2B5EF4-FFF2-40B4-BE49-F238E27FC236}">
                  <a16:creationId xmlns:a16="http://schemas.microsoft.com/office/drawing/2014/main" id="{7961A325-E22E-19FB-C329-E897A2F4CEA8}"/>
                </a:ext>
              </a:extLst>
            </p:cNvPr>
            <p:cNvSpPr/>
            <p:nvPr/>
          </p:nvSpPr>
          <p:spPr>
            <a:xfrm>
              <a:off x="6486595" y="2750790"/>
              <a:ext cx="1168603" cy="384048"/>
            </a:xfrm>
            <a:prstGeom prst="roundRect">
              <a:avLst>
                <a:gd name="adj" fmla="val 50000"/>
              </a:avLst>
            </a:prstGeom>
            <a:solidFill>
              <a:schemeClr val="accent2">
                <a:lumMod val="60000"/>
                <a:lumOff val="40000"/>
              </a:schemeClr>
            </a:solidFill>
            <a:ln/>
          </p:spPr>
          <p:txBody>
            <a:bodyPr/>
            <a:lstStyle/>
            <a:p>
              <a:pPr algn="ctr"/>
              <a:r>
                <a:rPr lang="en-US" sz="1000" b="1" noProof="0">
                  <a:solidFill>
                    <a:schemeClr val="bg1"/>
                  </a:solidFill>
                  <a:latin typeface="Aptos" panose="020B0004020202020204" pitchFamily="34" charset="0"/>
                </a:rPr>
                <a:t>OpCo</a:t>
              </a:r>
            </a:p>
          </p:txBody>
        </p:sp>
        <p:sp>
          <p:nvSpPr>
            <p:cNvPr id="28" name="Shape 7">
              <a:extLst>
                <a:ext uri="{FF2B5EF4-FFF2-40B4-BE49-F238E27FC236}">
                  <a16:creationId xmlns:a16="http://schemas.microsoft.com/office/drawing/2014/main" id="{62ED41A8-B96B-B7F0-D055-0C824064E40C}"/>
                </a:ext>
              </a:extLst>
            </p:cNvPr>
            <p:cNvSpPr/>
            <p:nvPr/>
          </p:nvSpPr>
          <p:spPr>
            <a:xfrm>
              <a:off x="8411395" y="2118793"/>
              <a:ext cx="1168603" cy="384048"/>
            </a:xfrm>
            <a:prstGeom prst="roundRect">
              <a:avLst>
                <a:gd name="adj" fmla="val 50000"/>
              </a:avLst>
            </a:prstGeom>
            <a:solidFill>
              <a:schemeClr val="accent2">
                <a:lumMod val="60000"/>
                <a:lumOff val="40000"/>
              </a:schemeClr>
            </a:solidFill>
            <a:ln/>
          </p:spPr>
          <p:txBody>
            <a:bodyPr/>
            <a:lstStyle/>
            <a:p>
              <a:pPr algn="ctr"/>
              <a:r>
                <a:rPr lang="en-US" sz="1000" b="1" noProof="0">
                  <a:solidFill>
                    <a:schemeClr val="bg1"/>
                  </a:solidFill>
                  <a:latin typeface="Aptos" panose="020B0004020202020204" pitchFamily="34" charset="0"/>
                </a:rPr>
                <a:t>Supplier</a:t>
              </a:r>
            </a:p>
          </p:txBody>
        </p:sp>
        <p:sp>
          <p:nvSpPr>
            <p:cNvPr id="30" name="Shape 9">
              <a:extLst>
                <a:ext uri="{FF2B5EF4-FFF2-40B4-BE49-F238E27FC236}">
                  <a16:creationId xmlns:a16="http://schemas.microsoft.com/office/drawing/2014/main" id="{9754AE75-6623-D7E0-11AC-89387B9DBEB1}"/>
                </a:ext>
              </a:extLst>
            </p:cNvPr>
            <p:cNvSpPr/>
            <p:nvPr/>
          </p:nvSpPr>
          <p:spPr>
            <a:xfrm>
              <a:off x="8285207" y="2750790"/>
              <a:ext cx="1420978" cy="384048"/>
            </a:xfrm>
            <a:prstGeom prst="roundRect">
              <a:avLst>
                <a:gd name="adj" fmla="val 50000"/>
              </a:avLst>
            </a:prstGeom>
            <a:solidFill>
              <a:srgbClr val="005B96"/>
            </a:solidFill>
            <a:ln/>
          </p:spPr>
          <p:txBody>
            <a:bodyPr/>
            <a:lstStyle/>
            <a:p>
              <a:pPr algn="ctr"/>
              <a:r>
                <a:rPr lang="en-US" sz="1000" b="1" noProof="0">
                  <a:solidFill>
                    <a:schemeClr val="bg1"/>
                  </a:solidFill>
                  <a:latin typeface="Aptos" panose="020B0004020202020204" pitchFamily="34" charset="0"/>
                </a:rPr>
                <a:t>Applications</a:t>
              </a:r>
            </a:p>
          </p:txBody>
        </p:sp>
        <p:sp>
          <p:nvSpPr>
            <p:cNvPr id="31" name="Shape 7">
              <a:extLst>
                <a:ext uri="{FF2B5EF4-FFF2-40B4-BE49-F238E27FC236}">
                  <a16:creationId xmlns:a16="http://schemas.microsoft.com/office/drawing/2014/main" id="{B79223B5-113B-B9DB-6ECE-A0B423FEEF43}"/>
                </a:ext>
              </a:extLst>
            </p:cNvPr>
            <p:cNvSpPr/>
            <p:nvPr/>
          </p:nvSpPr>
          <p:spPr>
            <a:xfrm>
              <a:off x="10392832" y="2750790"/>
              <a:ext cx="1168603" cy="384048"/>
            </a:xfrm>
            <a:prstGeom prst="roundRect">
              <a:avLst>
                <a:gd name="adj" fmla="val 50000"/>
              </a:avLst>
            </a:prstGeom>
            <a:solidFill>
              <a:schemeClr val="accent2">
                <a:lumMod val="60000"/>
                <a:lumOff val="40000"/>
              </a:schemeClr>
            </a:solidFill>
            <a:ln/>
          </p:spPr>
          <p:txBody>
            <a:bodyPr anchor="ctr"/>
            <a:lstStyle/>
            <a:p>
              <a:pPr algn="ctr"/>
              <a:r>
                <a:rPr lang="en-US" sz="1000" b="1" noProof="0">
                  <a:solidFill>
                    <a:schemeClr val="bg1"/>
                  </a:solidFill>
                  <a:latin typeface="Aptos" panose="020B0004020202020204" pitchFamily="34" charset="0"/>
                </a:rPr>
                <a:t>Relevant Contracts</a:t>
              </a:r>
            </a:p>
          </p:txBody>
        </p:sp>
        <p:sp>
          <p:nvSpPr>
            <p:cNvPr id="33" name="Shape 7">
              <a:extLst>
                <a:ext uri="{FF2B5EF4-FFF2-40B4-BE49-F238E27FC236}">
                  <a16:creationId xmlns:a16="http://schemas.microsoft.com/office/drawing/2014/main" id="{ED75AC63-A5ED-0AC4-8C07-B48519715DEF}"/>
                </a:ext>
              </a:extLst>
            </p:cNvPr>
            <p:cNvSpPr/>
            <p:nvPr/>
          </p:nvSpPr>
          <p:spPr>
            <a:xfrm>
              <a:off x="8411395" y="3382787"/>
              <a:ext cx="1168603" cy="384048"/>
            </a:xfrm>
            <a:prstGeom prst="roundRect">
              <a:avLst>
                <a:gd name="adj" fmla="val 50000"/>
              </a:avLst>
            </a:prstGeom>
            <a:solidFill>
              <a:schemeClr val="accent2">
                <a:lumMod val="60000"/>
                <a:lumOff val="40000"/>
              </a:schemeClr>
            </a:solidFill>
            <a:ln/>
          </p:spPr>
          <p:txBody>
            <a:bodyPr anchor="ctr"/>
            <a:lstStyle/>
            <a:p>
              <a:pPr algn="ctr"/>
              <a:r>
                <a:rPr lang="en-US" sz="1000" b="1" noProof="0">
                  <a:solidFill>
                    <a:schemeClr val="bg1"/>
                  </a:solidFill>
                  <a:latin typeface="Aptos" panose="020B0004020202020204" pitchFamily="34" charset="0"/>
                </a:rPr>
                <a:t>Platform</a:t>
              </a:r>
            </a:p>
          </p:txBody>
        </p:sp>
        <p:sp>
          <p:nvSpPr>
            <p:cNvPr id="34" name="CuadroTexto 53">
              <a:extLst>
                <a:ext uri="{FF2B5EF4-FFF2-40B4-BE49-F238E27FC236}">
                  <a16:creationId xmlns:a16="http://schemas.microsoft.com/office/drawing/2014/main" id="{66ADF4C5-6C9D-7485-A501-F88C2FA07014}"/>
                </a:ext>
              </a:extLst>
            </p:cNvPr>
            <p:cNvSpPr txBox="1"/>
            <p:nvPr/>
          </p:nvSpPr>
          <p:spPr>
            <a:xfrm>
              <a:off x="7624197" y="2713700"/>
              <a:ext cx="721192" cy="267948"/>
            </a:xfrm>
            <a:prstGeom prst="rect">
              <a:avLst/>
            </a:prstGeom>
            <a:noFill/>
          </p:spPr>
          <p:txBody>
            <a:bodyPr wrap="square" lIns="72000" rIns="72000">
              <a:spAutoFit/>
            </a:bodyPr>
            <a:lstStyle/>
            <a:p>
              <a:pPr algn="ctr"/>
              <a:r>
                <a:rPr lang="en-US" sz="900" i="1" noProof="0">
                  <a:latin typeface="Aptos" panose="020B0004020202020204" pitchFamily="34" charset="0"/>
                  <a:cs typeface="Arial" panose="020B0604020202020204" pitchFamily="34" charset="0"/>
                </a:rPr>
                <a:t>belongs to</a:t>
              </a:r>
            </a:p>
          </p:txBody>
        </p:sp>
        <p:cxnSp>
          <p:nvCxnSpPr>
            <p:cNvPr id="36" name="Straight Arrow Connector 35">
              <a:extLst>
                <a:ext uri="{FF2B5EF4-FFF2-40B4-BE49-F238E27FC236}">
                  <a16:creationId xmlns:a16="http://schemas.microsoft.com/office/drawing/2014/main" id="{A90F8F36-BE98-787F-6B28-CC95AB9D03E5}"/>
                </a:ext>
              </a:extLst>
            </p:cNvPr>
            <p:cNvCxnSpPr>
              <a:cxnSpLocks/>
              <a:stCxn id="30" idx="1"/>
              <a:endCxn id="26" idx="3"/>
            </p:cNvCxnSpPr>
            <p:nvPr/>
          </p:nvCxnSpPr>
          <p:spPr>
            <a:xfrm flipH="1">
              <a:off x="7655198" y="2942814"/>
              <a:ext cx="6300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7830134-39A3-1AC9-FEB7-351617C05CC2}"/>
                </a:ext>
              </a:extLst>
            </p:cNvPr>
            <p:cNvCxnSpPr>
              <a:cxnSpLocks/>
              <a:stCxn id="30" idx="2"/>
              <a:endCxn id="33" idx="0"/>
            </p:cNvCxnSpPr>
            <p:nvPr/>
          </p:nvCxnSpPr>
          <p:spPr>
            <a:xfrm>
              <a:off x="8995696" y="3134838"/>
              <a:ext cx="1" cy="247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CuadroTexto 53">
              <a:extLst>
                <a:ext uri="{FF2B5EF4-FFF2-40B4-BE49-F238E27FC236}">
                  <a16:creationId xmlns:a16="http://schemas.microsoft.com/office/drawing/2014/main" id="{EC769525-040D-7A1A-0388-2443439CD804}"/>
                </a:ext>
              </a:extLst>
            </p:cNvPr>
            <p:cNvSpPr txBox="1"/>
            <p:nvPr/>
          </p:nvSpPr>
          <p:spPr>
            <a:xfrm>
              <a:off x="9027774" y="3135702"/>
              <a:ext cx="823835" cy="267948"/>
            </a:xfrm>
            <a:prstGeom prst="rect">
              <a:avLst/>
            </a:prstGeom>
            <a:noFill/>
          </p:spPr>
          <p:txBody>
            <a:bodyPr wrap="square" lIns="72000" rIns="72000">
              <a:spAutoFit/>
            </a:bodyPr>
            <a:lstStyle/>
            <a:p>
              <a:r>
                <a:rPr lang="en-US" sz="900" i="1" noProof="0">
                  <a:latin typeface="Aptos" panose="020B0004020202020204" pitchFamily="34" charset="0"/>
                  <a:cs typeface="Arial" panose="020B0604020202020204" pitchFamily="34" charset="0"/>
                </a:rPr>
                <a:t>deployed at</a:t>
              </a:r>
            </a:p>
          </p:txBody>
        </p:sp>
        <p:cxnSp>
          <p:nvCxnSpPr>
            <p:cNvPr id="45" name="Straight Arrow Connector 39">
              <a:extLst>
                <a:ext uri="{FF2B5EF4-FFF2-40B4-BE49-F238E27FC236}">
                  <a16:creationId xmlns:a16="http://schemas.microsoft.com/office/drawing/2014/main" id="{D5C62B2F-9363-A1F6-F34E-D1B741AD7BAA}"/>
                </a:ext>
              </a:extLst>
            </p:cNvPr>
            <p:cNvCxnSpPr>
              <a:cxnSpLocks/>
              <a:stCxn id="30" idx="0"/>
              <a:endCxn id="28" idx="2"/>
            </p:cNvCxnSpPr>
            <p:nvPr/>
          </p:nvCxnSpPr>
          <p:spPr>
            <a:xfrm flipV="1">
              <a:off x="8995696" y="2502841"/>
              <a:ext cx="1" cy="247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0C62A372-70FE-77B9-6960-5D48D18AABB9}"/>
                </a:ext>
              </a:extLst>
            </p:cNvPr>
            <p:cNvCxnSpPr>
              <a:cxnSpLocks/>
              <a:stCxn id="30" idx="3"/>
              <a:endCxn id="31" idx="1"/>
            </p:cNvCxnSpPr>
            <p:nvPr/>
          </p:nvCxnSpPr>
          <p:spPr>
            <a:xfrm>
              <a:off x="9706185" y="2942814"/>
              <a:ext cx="6866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39">
              <a:extLst>
                <a:ext uri="{FF2B5EF4-FFF2-40B4-BE49-F238E27FC236}">
                  <a16:creationId xmlns:a16="http://schemas.microsoft.com/office/drawing/2014/main" id="{3334213A-6CB7-EAE1-AC17-D05414C1BA1B}"/>
                </a:ext>
              </a:extLst>
            </p:cNvPr>
            <p:cNvCxnSpPr>
              <a:cxnSpLocks/>
              <a:stCxn id="33" idx="3"/>
              <a:endCxn id="31" idx="1"/>
            </p:cNvCxnSpPr>
            <p:nvPr/>
          </p:nvCxnSpPr>
          <p:spPr>
            <a:xfrm flipV="1">
              <a:off x="9579998" y="2942814"/>
              <a:ext cx="812834" cy="631997"/>
            </a:xfrm>
            <a:prstGeom prst="bentConnector3">
              <a:avLst>
                <a:gd name="adj1" fmla="val 2812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50" name="Straight Arrow Connector 39">
              <a:extLst>
                <a:ext uri="{FF2B5EF4-FFF2-40B4-BE49-F238E27FC236}">
                  <a16:creationId xmlns:a16="http://schemas.microsoft.com/office/drawing/2014/main" id="{97FF038D-FBB0-5B5B-4032-247F9FDBD269}"/>
                </a:ext>
              </a:extLst>
            </p:cNvPr>
            <p:cNvCxnSpPr>
              <a:cxnSpLocks/>
              <a:stCxn id="28" idx="3"/>
              <a:endCxn id="31" idx="1"/>
            </p:cNvCxnSpPr>
            <p:nvPr/>
          </p:nvCxnSpPr>
          <p:spPr>
            <a:xfrm>
              <a:off x="9579998" y="2310817"/>
              <a:ext cx="812834" cy="631997"/>
            </a:xfrm>
            <a:prstGeom prst="bentConnector3">
              <a:avLst>
                <a:gd name="adj1" fmla="val 28126"/>
              </a:avLst>
            </a:prstGeom>
            <a:ln>
              <a:tailEnd type="triangle"/>
            </a:ln>
          </p:spPr>
          <p:style>
            <a:lnRef idx="1">
              <a:schemeClr val="accent1"/>
            </a:lnRef>
            <a:fillRef idx="0">
              <a:schemeClr val="accent1"/>
            </a:fillRef>
            <a:effectRef idx="0">
              <a:schemeClr val="accent1"/>
            </a:effectRef>
            <a:fontRef idx="minor">
              <a:schemeClr val="tx1"/>
            </a:fontRef>
          </p:style>
        </p:cxnSp>
        <p:sp>
          <p:nvSpPr>
            <p:cNvPr id="2070" name="CuadroTexto 53">
              <a:extLst>
                <a:ext uri="{FF2B5EF4-FFF2-40B4-BE49-F238E27FC236}">
                  <a16:creationId xmlns:a16="http://schemas.microsoft.com/office/drawing/2014/main" id="{6796E579-A327-EF1C-90E2-FDC82BD5663D}"/>
                </a:ext>
              </a:extLst>
            </p:cNvPr>
            <p:cNvSpPr txBox="1"/>
            <p:nvPr/>
          </p:nvSpPr>
          <p:spPr>
            <a:xfrm>
              <a:off x="9738262" y="2713700"/>
              <a:ext cx="721192" cy="267948"/>
            </a:xfrm>
            <a:prstGeom prst="rect">
              <a:avLst/>
            </a:prstGeom>
            <a:noFill/>
          </p:spPr>
          <p:txBody>
            <a:bodyPr wrap="square" lIns="72000" rIns="72000">
              <a:spAutoFit/>
            </a:bodyPr>
            <a:lstStyle/>
            <a:p>
              <a:pPr algn="r"/>
              <a:r>
                <a:rPr lang="en-US" sz="900" i="1" noProof="0">
                  <a:latin typeface="Aptos" panose="020B0004020202020204" pitchFamily="34" charset="0"/>
                  <a:cs typeface="Arial" panose="020B0604020202020204" pitchFamily="34" charset="0"/>
                </a:rPr>
                <a:t>subject to</a:t>
              </a:r>
            </a:p>
          </p:txBody>
        </p:sp>
        <p:sp>
          <p:nvSpPr>
            <p:cNvPr id="2071" name="CuadroTexto 53">
              <a:extLst>
                <a:ext uri="{FF2B5EF4-FFF2-40B4-BE49-F238E27FC236}">
                  <a16:creationId xmlns:a16="http://schemas.microsoft.com/office/drawing/2014/main" id="{DED63CF6-A599-F785-FF9D-DA5A46B0931E}"/>
                </a:ext>
              </a:extLst>
            </p:cNvPr>
            <p:cNvSpPr txBox="1"/>
            <p:nvPr/>
          </p:nvSpPr>
          <p:spPr>
            <a:xfrm>
              <a:off x="9027774" y="2503705"/>
              <a:ext cx="785749" cy="267948"/>
            </a:xfrm>
            <a:prstGeom prst="rect">
              <a:avLst/>
            </a:prstGeom>
            <a:noFill/>
          </p:spPr>
          <p:txBody>
            <a:bodyPr wrap="square" lIns="72000" rIns="72000">
              <a:spAutoFit/>
            </a:bodyPr>
            <a:lstStyle/>
            <a:p>
              <a:r>
                <a:rPr lang="en-US" sz="900" i="1" noProof="0">
                  <a:latin typeface="Aptos" panose="020B0004020202020204" pitchFamily="34" charset="0"/>
                  <a:cs typeface="Arial" panose="020B0604020202020204" pitchFamily="34" charset="0"/>
                </a:rPr>
                <a:t>provided by</a:t>
              </a:r>
            </a:p>
          </p:txBody>
        </p:sp>
      </p:grpSp>
      <p:sp>
        <p:nvSpPr>
          <p:cNvPr id="6" name="CuadroTexto 5">
            <a:extLst>
              <a:ext uri="{FF2B5EF4-FFF2-40B4-BE49-F238E27FC236}">
                <a16:creationId xmlns:a16="http://schemas.microsoft.com/office/drawing/2014/main" id="{4F69033E-1027-7DC0-C8FB-848861A41711}"/>
              </a:ext>
            </a:extLst>
          </p:cNvPr>
          <p:cNvSpPr txBox="1"/>
          <p:nvPr/>
        </p:nvSpPr>
        <p:spPr>
          <a:xfrm>
            <a:off x="4868591" y="3555702"/>
            <a:ext cx="6704283" cy="461665"/>
          </a:xfrm>
          <a:prstGeom prst="rect">
            <a:avLst/>
          </a:prstGeom>
          <a:noFill/>
        </p:spPr>
        <p:txBody>
          <a:bodyPr wrap="square" lIns="72000" rIns="72000">
            <a:spAutoFit/>
          </a:bodyPr>
          <a:lstStyle>
            <a:lvl1pPr>
              <a:defRPr sz="1200">
                <a:latin typeface="Aptos" panose="020B0004020202020204" pitchFamily="34" charset="0"/>
                <a:cs typeface="Arial" panose="020B0604020202020204" pitchFamily="34" charset="0"/>
              </a:defRPr>
            </a:lvl1pPr>
          </a:lstStyle>
          <a:p>
            <a:r>
              <a:rPr lang="en-US" b="1" noProof="0"/>
              <a:t>Applications are the primary unit of sovereignty assessment</a:t>
            </a:r>
            <a:r>
              <a:rPr lang="en-US" noProof="0"/>
              <a:t>, as they concentrate business processes, data, technology dependencies and supplier relationships. </a:t>
            </a:r>
          </a:p>
        </p:txBody>
      </p:sp>
      <p:sp>
        <p:nvSpPr>
          <p:cNvPr id="2" name="Text 4">
            <a:extLst>
              <a:ext uri="{FF2B5EF4-FFF2-40B4-BE49-F238E27FC236}">
                <a16:creationId xmlns:a16="http://schemas.microsoft.com/office/drawing/2014/main" id="{F18F7EC2-D8F0-F9A8-56E1-97DB3C7F2C15}"/>
              </a:ext>
            </a:extLst>
          </p:cNvPr>
          <p:cNvSpPr/>
          <p:nvPr/>
        </p:nvSpPr>
        <p:spPr>
          <a:xfrm>
            <a:off x="4868591" y="4183521"/>
            <a:ext cx="4846320" cy="274320"/>
          </a:xfrm>
          <a:prstGeom prst="rect">
            <a:avLst/>
          </a:prstGeom>
          <a:noFill/>
          <a:ln/>
        </p:spPr>
        <p:txBody>
          <a:bodyPr wrap="square" rtlCol="0" anchor="ctr"/>
          <a:lstStyle/>
          <a:p>
            <a:pPr marL="0" indent="0">
              <a:buNone/>
            </a:pPr>
            <a:r>
              <a:rPr lang="en-US" sz="1400" b="1" noProof="0">
                <a:solidFill>
                  <a:srgbClr val="070F26"/>
                </a:solidFill>
                <a:latin typeface="Aptos" panose="020B0004020202020204" pitchFamily="34" charset="0"/>
                <a:ea typeface="Arial" pitchFamily="34" charset="-122"/>
                <a:cs typeface="Arial" pitchFamily="34" charset="-120"/>
              </a:rPr>
              <a:t>Assessment coverage</a:t>
            </a:r>
            <a:endParaRPr lang="en-US" sz="1400" noProof="0">
              <a:solidFill>
                <a:srgbClr val="070F26"/>
              </a:solidFill>
              <a:latin typeface="Aptos" panose="020B0004020202020204" pitchFamily="34" charset="0"/>
            </a:endParaRPr>
          </a:p>
        </p:txBody>
      </p:sp>
      <p:sp>
        <p:nvSpPr>
          <p:cNvPr id="17" name="CuadroTexto 16">
            <a:extLst>
              <a:ext uri="{FF2B5EF4-FFF2-40B4-BE49-F238E27FC236}">
                <a16:creationId xmlns:a16="http://schemas.microsoft.com/office/drawing/2014/main" id="{00EC7207-9EB6-2B45-56F6-F90A9827897E}"/>
              </a:ext>
            </a:extLst>
          </p:cNvPr>
          <p:cNvSpPr txBox="1"/>
          <p:nvPr/>
        </p:nvSpPr>
        <p:spPr>
          <a:xfrm>
            <a:off x="4868591" y="4542215"/>
            <a:ext cx="6704283" cy="1569660"/>
          </a:xfrm>
          <a:prstGeom prst="rect">
            <a:avLst/>
          </a:prstGeom>
          <a:noFill/>
        </p:spPr>
        <p:txBody>
          <a:bodyPr wrap="square" lIns="72000" rIns="72000">
            <a:spAutoFit/>
          </a:bodyPr>
          <a:lstStyle>
            <a:lvl1pPr>
              <a:defRPr sz="1200">
                <a:latin typeface="Aptos" panose="020B0004020202020204" pitchFamily="34" charset="0"/>
                <a:cs typeface="Arial" panose="020B0604020202020204" pitchFamily="34" charset="0"/>
              </a:defRPr>
            </a:lvl1pPr>
          </a:lstStyle>
          <a:p>
            <a:r>
              <a:rPr lang="en-US" b="1" noProof="0"/>
              <a:t>All ICFR and mission-critical applications are assessed at application level to establish a Group-wide sovereignty classification.</a:t>
            </a:r>
            <a:br>
              <a:rPr lang="en-US" noProof="0"/>
            </a:br>
            <a:r>
              <a:rPr lang="en-US" noProof="0"/>
              <a:t>This classification covers each application’s business criticality, data sensitivity, supplier dependency, cloud/platform footprint, AI usage and exit complexity.</a:t>
            </a:r>
          </a:p>
          <a:p>
            <a:endParaRPr lang="en-US" noProof="0"/>
          </a:p>
          <a:p>
            <a:r>
              <a:rPr lang="en-US" noProof="0"/>
              <a:t>Applications are then grouped into </a:t>
            </a:r>
            <a:r>
              <a:rPr lang="en-US" b="1" noProof="0"/>
              <a:t>sovereignty risk clusters</a:t>
            </a:r>
            <a:r>
              <a:rPr lang="en-US" noProof="0"/>
              <a:t>. Those with the highest exposure are selected for a detailed deep dive, where NTT DATA’s </a:t>
            </a:r>
            <a:r>
              <a:rPr lang="en-US" b="1" noProof="0"/>
              <a:t>IT Sovereignty Assessment Model</a:t>
            </a:r>
            <a:r>
              <a:rPr lang="en-US" noProof="0"/>
              <a:t>, aligned with the EU Sovereignty Framework, is applied across the five assessment domains.</a:t>
            </a:r>
          </a:p>
        </p:txBody>
      </p:sp>
      <p:graphicFrame>
        <p:nvGraphicFramePr>
          <p:cNvPr id="35" name="Table 0">
            <a:extLst>
              <a:ext uri="{FF2B5EF4-FFF2-40B4-BE49-F238E27FC236}">
                <a16:creationId xmlns:a16="http://schemas.microsoft.com/office/drawing/2014/main" id="{9D4823BE-0452-A93A-F331-71E7DF10A1B9}"/>
              </a:ext>
            </a:extLst>
          </p:cNvPr>
          <p:cNvGraphicFramePr>
            <a:graphicFrameLocks noGrp="1"/>
          </p:cNvGraphicFramePr>
          <p:nvPr>
            <p:extLst>
              <p:ext uri="{D42A27DB-BD31-4B8C-83A1-F6EECF244321}">
                <p14:modId xmlns:p14="http://schemas.microsoft.com/office/powerpoint/2010/main" val="1508294705"/>
              </p:ext>
            </p:extLst>
          </p:nvPr>
        </p:nvGraphicFramePr>
        <p:xfrm>
          <a:off x="676188" y="4305381"/>
          <a:ext cx="3515602" cy="350395"/>
        </p:xfrm>
        <a:graphic>
          <a:graphicData uri="http://schemas.openxmlformats.org/drawingml/2006/table">
            <a:tbl>
              <a:tblPr/>
              <a:tblGrid>
                <a:gridCol w="3515602">
                  <a:extLst>
                    <a:ext uri="{9D8B030D-6E8A-4147-A177-3AD203B41FA5}">
                      <a16:colId xmlns:a16="http://schemas.microsoft.com/office/drawing/2014/main" val="20002"/>
                    </a:ext>
                  </a:extLst>
                </a:gridCol>
              </a:tblGrid>
              <a:tr h="350395">
                <a:tc>
                  <a:txBody>
                    <a:bodyPr/>
                    <a:lstStyle/>
                    <a:p>
                      <a:pPr marL="0" indent="0" algn="ctr">
                        <a:buNone/>
                      </a:pPr>
                      <a:r>
                        <a:rPr lang="en-US" sz="1200" b="1" noProof="0">
                          <a:solidFill>
                            <a:srgbClr val="FFFFFF"/>
                          </a:solidFill>
                          <a:latin typeface="Aptos" panose="020B0004020202020204" pitchFamily="34" charset="0"/>
                          <a:ea typeface="Arial" pitchFamily="34" charset="-122"/>
                          <a:cs typeface="Arial" pitchFamily="34" charset="-120"/>
                        </a:rPr>
                        <a:t>140 ICFR/Mission-Critical Systems</a:t>
                      </a:r>
                      <a:endParaRPr lang="en-US" sz="1200" noProof="0">
                        <a:latin typeface="Aptos" panose="020B0004020202020204" pitchFamily="34" charset="0"/>
                        <a:ea typeface="Arial" charset="0"/>
                        <a:cs typeface="Arial" charset="0"/>
                      </a:endParaRPr>
                    </a:p>
                  </a:txBody>
                  <a:tcPr marL="50800" marR="50800" marT="50800" marB="50800" anchor="ctr">
                    <a:lnL w="6350" cap="flat" cmpd="sng" algn="ctr">
                      <a:solidFill>
                        <a:srgbClr val="C9D5E0"/>
                      </a:solidFill>
                      <a:prstDash val="solid"/>
                      <a:round/>
                      <a:headEnd type="none" w="med" len="med"/>
                      <a:tailEnd type="none" w="med" len="med"/>
                    </a:lnL>
                    <a:lnR w="6350" cap="flat" cmpd="sng" algn="ctr">
                      <a:solidFill>
                        <a:srgbClr val="C9D5E0"/>
                      </a:solidFill>
                      <a:prstDash val="solid"/>
                      <a:round/>
                      <a:headEnd type="none" w="med" len="med"/>
                      <a:tailEnd type="none" w="med" len="med"/>
                    </a:lnR>
                    <a:lnT w="6350" cap="flat" cmpd="sng" algn="ctr">
                      <a:solidFill>
                        <a:srgbClr val="C9D5E0"/>
                      </a:solidFill>
                      <a:prstDash val="solid"/>
                      <a:round/>
                      <a:headEnd type="none" w="med" len="med"/>
                      <a:tailEnd type="none" w="med" len="med"/>
                    </a:lnT>
                    <a:lnB w="6350" cap="flat" cmpd="sng" algn="ctr">
                      <a:solidFill>
                        <a:srgbClr val="C9D5E0"/>
                      </a:solidFill>
                      <a:prstDash val="solid"/>
                      <a:round/>
                      <a:headEnd type="none" w="med" len="med"/>
                      <a:tailEnd type="none" w="med" len="med"/>
                    </a:lnB>
                    <a:solidFill>
                      <a:srgbClr val="070F26"/>
                    </a:solidFill>
                  </a:tcPr>
                </a:tc>
                <a:extLst>
                  <a:ext uri="{0D108BD9-81ED-4DB2-BD59-A6C34878D82A}">
                    <a16:rowId xmlns:a16="http://schemas.microsoft.com/office/drawing/2014/main" val="10000"/>
                  </a:ext>
                </a:extLst>
              </a:tr>
            </a:tbl>
          </a:graphicData>
        </a:graphic>
      </p:graphicFrame>
      <p:graphicFrame>
        <p:nvGraphicFramePr>
          <p:cNvPr id="37" name="Table 0">
            <a:extLst>
              <a:ext uri="{FF2B5EF4-FFF2-40B4-BE49-F238E27FC236}">
                <a16:creationId xmlns:a16="http://schemas.microsoft.com/office/drawing/2014/main" id="{6436564A-28F8-E75A-7AB3-E64639C88F02}"/>
              </a:ext>
            </a:extLst>
          </p:cNvPr>
          <p:cNvGraphicFramePr>
            <a:graphicFrameLocks noGrp="1"/>
          </p:cNvGraphicFramePr>
          <p:nvPr>
            <p:extLst>
              <p:ext uri="{D42A27DB-BD31-4B8C-83A1-F6EECF244321}">
                <p14:modId xmlns:p14="http://schemas.microsoft.com/office/powerpoint/2010/main" val="3599036511"/>
              </p:ext>
            </p:extLst>
          </p:nvPr>
        </p:nvGraphicFramePr>
        <p:xfrm>
          <a:off x="667009" y="2573055"/>
          <a:ext cx="3515602" cy="350395"/>
        </p:xfrm>
        <a:graphic>
          <a:graphicData uri="http://schemas.openxmlformats.org/drawingml/2006/table">
            <a:tbl>
              <a:tblPr/>
              <a:tblGrid>
                <a:gridCol w="3515602">
                  <a:extLst>
                    <a:ext uri="{9D8B030D-6E8A-4147-A177-3AD203B41FA5}">
                      <a16:colId xmlns:a16="http://schemas.microsoft.com/office/drawing/2014/main" val="20002"/>
                    </a:ext>
                  </a:extLst>
                </a:gridCol>
              </a:tblGrid>
              <a:tr h="350395">
                <a:tc>
                  <a:txBody>
                    <a:bodyPr/>
                    <a:lstStyle/>
                    <a:p>
                      <a:pPr marL="0" indent="0" algn="ctr">
                        <a:buNone/>
                      </a:pPr>
                      <a:r>
                        <a:rPr lang="en-US" sz="1200" b="1" noProof="0">
                          <a:solidFill>
                            <a:srgbClr val="FFFFFF"/>
                          </a:solidFill>
                          <a:latin typeface="Aptos" panose="020B0004020202020204" pitchFamily="34" charset="0"/>
                          <a:ea typeface="Arial" pitchFamily="34" charset="-122"/>
                          <a:cs typeface="Arial" pitchFamily="34" charset="-120"/>
                        </a:rPr>
                        <a:t>10 Operating Companies (OpCos)</a:t>
                      </a:r>
                      <a:endParaRPr lang="en-US" sz="1200" noProof="0">
                        <a:latin typeface="Aptos" panose="020B0004020202020204" pitchFamily="34" charset="0"/>
                        <a:ea typeface="Arial" charset="0"/>
                        <a:cs typeface="Arial" charset="0"/>
                      </a:endParaRPr>
                    </a:p>
                  </a:txBody>
                  <a:tcPr marL="50800" marR="50800" marT="50800" marB="50800" anchor="ctr">
                    <a:lnL w="6350" cap="flat" cmpd="sng" algn="ctr">
                      <a:solidFill>
                        <a:srgbClr val="C9D5E0"/>
                      </a:solidFill>
                      <a:prstDash val="solid"/>
                      <a:round/>
                      <a:headEnd type="none" w="med" len="med"/>
                      <a:tailEnd type="none" w="med" len="med"/>
                    </a:lnL>
                    <a:lnR w="6350" cap="flat" cmpd="sng" algn="ctr">
                      <a:solidFill>
                        <a:srgbClr val="C9D5E0"/>
                      </a:solidFill>
                      <a:prstDash val="solid"/>
                      <a:round/>
                      <a:headEnd type="none" w="med" len="med"/>
                      <a:tailEnd type="none" w="med" len="med"/>
                    </a:lnR>
                    <a:lnT w="6350" cap="flat" cmpd="sng" algn="ctr">
                      <a:solidFill>
                        <a:srgbClr val="C9D5E0"/>
                      </a:solidFill>
                      <a:prstDash val="solid"/>
                      <a:round/>
                      <a:headEnd type="none" w="med" len="med"/>
                      <a:tailEnd type="none" w="med" len="med"/>
                    </a:lnT>
                    <a:lnB w="6350" cap="flat" cmpd="sng" algn="ctr">
                      <a:solidFill>
                        <a:srgbClr val="C9D5E0"/>
                      </a:solidFill>
                      <a:prstDash val="solid"/>
                      <a:round/>
                      <a:headEnd type="none" w="med" len="med"/>
                      <a:tailEnd type="none" w="med" len="med"/>
                    </a:lnB>
                    <a:solidFill>
                      <a:srgbClr val="070F26"/>
                    </a:solidFill>
                  </a:tcPr>
                </a:tc>
                <a:extLst>
                  <a:ext uri="{0D108BD9-81ED-4DB2-BD59-A6C34878D82A}">
                    <a16:rowId xmlns:a16="http://schemas.microsoft.com/office/drawing/2014/main" val="10000"/>
                  </a:ext>
                </a:extLst>
              </a:tr>
            </a:tbl>
          </a:graphicData>
        </a:graphic>
      </p:graphicFrame>
      <p:pic>
        <p:nvPicPr>
          <p:cNvPr id="1028" name="Picture 4" descr="IAGi - About Us">
            <a:extLst>
              <a:ext uri="{FF2B5EF4-FFF2-40B4-BE49-F238E27FC236}">
                <a16:creationId xmlns:a16="http://schemas.microsoft.com/office/drawing/2014/main" id="{768D1001-A557-73D5-F43C-D3A0F1D30482}"/>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14426" t="24969" r="11168" b="31639"/>
          <a:stretch>
            <a:fillRect/>
          </a:stretch>
        </p:blipFill>
        <p:spPr bwMode="auto">
          <a:xfrm>
            <a:off x="3359807" y="3786535"/>
            <a:ext cx="706848" cy="298989"/>
          </a:xfrm>
          <a:prstGeom prst="rect">
            <a:avLst/>
          </a:prstGeom>
          <a:noFill/>
          <a:extLst>
            <a:ext uri="{909E8E84-426E-40DD-AFC4-6F175D3DCCD1}">
              <a14:hiddenFill xmlns:a14="http://schemas.microsoft.com/office/drawing/2010/main">
                <a:solidFill>
                  <a:srgbClr val="FFFFFF"/>
                </a:solidFill>
              </a14:hiddenFill>
            </a:ext>
          </a:extLst>
        </p:spPr>
      </p:pic>
      <p:sp>
        <p:nvSpPr>
          <p:cNvPr id="3" name="Shape 9">
            <a:extLst>
              <a:ext uri="{FF2B5EF4-FFF2-40B4-BE49-F238E27FC236}">
                <a16:creationId xmlns:a16="http://schemas.microsoft.com/office/drawing/2014/main" id="{2C0EEA6E-C992-80A6-B3AF-1259C4778C42}"/>
              </a:ext>
            </a:extLst>
          </p:cNvPr>
          <p:cNvSpPr/>
          <p:nvPr/>
        </p:nvSpPr>
        <p:spPr>
          <a:xfrm>
            <a:off x="1304579" y="4797313"/>
            <a:ext cx="1271712" cy="1290286"/>
          </a:xfrm>
          <a:prstGeom prst="ellipse">
            <a:avLst/>
          </a:prstGeom>
          <a:solidFill>
            <a:srgbClr val="F7E2D4">
              <a:alpha val="85000"/>
            </a:srgbClr>
          </a:solidFill>
          <a:ln w="19050">
            <a:solidFill>
              <a:srgbClr val="E2814A"/>
            </a:solidFill>
            <a:prstDash val="solid"/>
          </a:ln>
        </p:spPr>
        <p:txBody>
          <a:bodyPr/>
          <a:lstStyle/>
          <a:p>
            <a:endParaRPr lang="en-US" sz="1200" noProof="0"/>
          </a:p>
        </p:txBody>
      </p:sp>
      <p:sp>
        <p:nvSpPr>
          <p:cNvPr id="4" name="Shape 10">
            <a:extLst>
              <a:ext uri="{FF2B5EF4-FFF2-40B4-BE49-F238E27FC236}">
                <a16:creationId xmlns:a16="http://schemas.microsoft.com/office/drawing/2014/main" id="{FCD53D6F-AF32-4D80-E48F-5A8D0312E2C9}"/>
              </a:ext>
            </a:extLst>
          </p:cNvPr>
          <p:cNvSpPr/>
          <p:nvPr/>
        </p:nvSpPr>
        <p:spPr>
          <a:xfrm>
            <a:off x="2285369" y="4791381"/>
            <a:ext cx="1282533" cy="1300944"/>
          </a:xfrm>
          <a:prstGeom prst="ellipse">
            <a:avLst/>
          </a:prstGeom>
          <a:solidFill>
            <a:srgbClr val="C9D3D6">
              <a:alpha val="75000"/>
            </a:srgbClr>
          </a:solidFill>
          <a:ln w="19050">
            <a:solidFill>
              <a:srgbClr val="7C8E94"/>
            </a:solidFill>
            <a:prstDash val="solid"/>
          </a:ln>
        </p:spPr>
        <p:txBody>
          <a:bodyPr/>
          <a:lstStyle/>
          <a:p>
            <a:endParaRPr lang="en-US" noProof="0"/>
          </a:p>
        </p:txBody>
      </p:sp>
      <p:sp>
        <p:nvSpPr>
          <p:cNvPr id="16" name="Text 14">
            <a:extLst>
              <a:ext uri="{FF2B5EF4-FFF2-40B4-BE49-F238E27FC236}">
                <a16:creationId xmlns:a16="http://schemas.microsoft.com/office/drawing/2014/main" id="{D9CE66E7-4A49-A3FA-FFDF-CF4940D23087}"/>
              </a:ext>
            </a:extLst>
          </p:cNvPr>
          <p:cNvSpPr/>
          <p:nvPr/>
        </p:nvSpPr>
        <p:spPr>
          <a:xfrm>
            <a:off x="2144452" y="5098049"/>
            <a:ext cx="581359" cy="365760"/>
          </a:xfrm>
          <a:prstGeom prst="rect">
            <a:avLst/>
          </a:prstGeom>
          <a:noFill/>
          <a:ln/>
        </p:spPr>
        <p:txBody>
          <a:bodyPr wrap="square" lIns="0" tIns="0" rIns="0" bIns="0" rtlCol="0" anchor="ctr"/>
          <a:lstStyle/>
          <a:p>
            <a:pPr marL="0" indent="0" algn="ctr">
              <a:buNone/>
            </a:pPr>
            <a:r>
              <a:rPr lang="en-US" sz="800" b="1" noProof="0">
                <a:solidFill>
                  <a:srgbClr val="2B3440"/>
                </a:solidFill>
                <a:latin typeface="Aptos" panose="020B0004020202020204" pitchFamily="34" charset="0"/>
                <a:ea typeface="Arial" pitchFamily="34" charset="-122"/>
                <a:cs typeface="Arial" pitchFamily="34" charset="-120"/>
              </a:rPr>
              <a:t>Both</a:t>
            </a:r>
            <a:endParaRPr lang="en-US" sz="1200" noProof="0">
              <a:latin typeface="Aptos" panose="020B0004020202020204" pitchFamily="34" charset="0"/>
            </a:endParaRPr>
          </a:p>
        </p:txBody>
      </p:sp>
      <p:sp>
        <p:nvSpPr>
          <p:cNvPr id="18" name="Text 15">
            <a:extLst>
              <a:ext uri="{FF2B5EF4-FFF2-40B4-BE49-F238E27FC236}">
                <a16:creationId xmlns:a16="http://schemas.microsoft.com/office/drawing/2014/main" id="{D1B2B305-A99C-A4D1-6156-22CE56E371AA}"/>
              </a:ext>
            </a:extLst>
          </p:cNvPr>
          <p:cNvSpPr/>
          <p:nvPr/>
        </p:nvSpPr>
        <p:spPr>
          <a:xfrm>
            <a:off x="2225147" y="5337822"/>
            <a:ext cx="397110" cy="311951"/>
          </a:xfrm>
          <a:prstGeom prst="rect">
            <a:avLst/>
          </a:prstGeom>
          <a:noFill/>
          <a:ln/>
        </p:spPr>
        <p:txBody>
          <a:bodyPr wrap="square" lIns="0" tIns="0" rIns="0" bIns="0" rtlCol="0" anchor="ctr"/>
          <a:lstStyle/>
          <a:p>
            <a:pPr marL="0" indent="0" algn="ctr">
              <a:buNone/>
            </a:pPr>
            <a:r>
              <a:rPr lang="en-US" b="1" noProof="0">
                <a:solidFill>
                  <a:srgbClr val="2B3440"/>
                </a:solidFill>
                <a:latin typeface="Aptos" panose="020B0004020202020204" pitchFamily="34" charset="0"/>
                <a:ea typeface="Arial" pitchFamily="34" charset="-122"/>
                <a:cs typeface="Arial" pitchFamily="34" charset="-120"/>
              </a:rPr>
              <a:t>17</a:t>
            </a:r>
            <a:endParaRPr lang="en-US" sz="1200" noProof="0">
              <a:latin typeface="Aptos" panose="020B0004020202020204" pitchFamily="34" charset="0"/>
            </a:endParaRPr>
          </a:p>
        </p:txBody>
      </p:sp>
      <p:sp>
        <p:nvSpPr>
          <p:cNvPr id="19" name="Text 16">
            <a:extLst>
              <a:ext uri="{FF2B5EF4-FFF2-40B4-BE49-F238E27FC236}">
                <a16:creationId xmlns:a16="http://schemas.microsoft.com/office/drawing/2014/main" id="{B362F889-3DEF-B573-F7C6-DB72652AD19A}"/>
              </a:ext>
            </a:extLst>
          </p:cNvPr>
          <p:cNvSpPr/>
          <p:nvPr/>
        </p:nvSpPr>
        <p:spPr>
          <a:xfrm>
            <a:off x="2689664" y="4992724"/>
            <a:ext cx="492463" cy="365760"/>
          </a:xfrm>
          <a:prstGeom prst="rect">
            <a:avLst/>
          </a:prstGeom>
          <a:noFill/>
          <a:ln/>
        </p:spPr>
        <p:txBody>
          <a:bodyPr wrap="square" lIns="0" tIns="0" rIns="0" bIns="0" rtlCol="0" anchor="ctr"/>
          <a:lstStyle/>
          <a:p>
            <a:pPr marL="0" indent="0" algn="ctr">
              <a:buNone/>
            </a:pPr>
            <a:r>
              <a:rPr lang="en-US" sz="1050" b="1" noProof="0">
                <a:solidFill>
                  <a:srgbClr val="2B3440"/>
                </a:solidFill>
                <a:latin typeface="Aptos" panose="020B0004020202020204" pitchFamily="34" charset="0"/>
                <a:ea typeface="Arial" pitchFamily="34" charset="-122"/>
                <a:cs typeface="Arial" pitchFamily="34" charset="-120"/>
              </a:rPr>
              <a:t>Mission</a:t>
            </a:r>
            <a:br>
              <a:rPr lang="en-US" sz="1050" b="1" noProof="0">
                <a:solidFill>
                  <a:srgbClr val="2B3440"/>
                </a:solidFill>
                <a:latin typeface="Aptos" panose="020B0004020202020204" pitchFamily="34" charset="0"/>
                <a:ea typeface="Arial" pitchFamily="34" charset="-122"/>
                <a:cs typeface="Arial" pitchFamily="34" charset="-120"/>
              </a:rPr>
            </a:br>
            <a:r>
              <a:rPr lang="en-US" sz="1050" b="1" noProof="0">
                <a:solidFill>
                  <a:srgbClr val="2B3440"/>
                </a:solidFill>
                <a:latin typeface="Aptos" panose="020B0004020202020204" pitchFamily="34" charset="0"/>
                <a:ea typeface="Arial" pitchFamily="34" charset="-122"/>
                <a:cs typeface="Arial" pitchFamily="34" charset="-120"/>
              </a:rPr>
              <a:t>Critical</a:t>
            </a:r>
            <a:endParaRPr lang="en-US" sz="1050" noProof="0">
              <a:latin typeface="Aptos" panose="020B0004020202020204" pitchFamily="34" charset="0"/>
            </a:endParaRPr>
          </a:p>
        </p:txBody>
      </p:sp>
      <p:sp>
        <p:nvSpPr>
          <p:cNvPr id="22" name="Text 17">
            <a:extLst>
              <a:ext uri="{FF2B5EF4-FFF2-40B4-BE49-F238E27FC236}">
                <a16:creationId xmlns:a16="http://schemas.microsoft.com/office/drawing/2014/main" id="{83463FE7-A179-53AE-4130-731FA4219AC5}"/>
              </a:ext>
            </a:extLst>
          </p:cNvPr>
          <p:cNvSpPr/>
          <p:nvPr/>
        </p:nvSpPr>
        <p:spPr>
          <a:xfrm>
            <a:off x="2674232" y="5369973"/>
            <a:ext cx="523326" cy="248946"/>
          </a:xfrm>
          <a:prstGeom prst="rect">
            <a:avLst/>
          </a:prstGeom>
          <a:noFill/>
          <a:ln/>
        </p:spPr>
        <p:txBody>
          <a:bodyPr wrap="square" lIns="0" tIns="0" rIns="0" bIns="0" rtlCol="0" anchor="ctr"/>
          <a:lstStyle/>
          <a:p>
            <a:pPr marL="0" indent="0" algn="ctr">
              <a:buNone/>
            </a:pPr>
            <a:r>
              <a:rPr lang="en-US" sz="2800" b="1" noProof="0">
                <a:solidFill>
                  <a:srgbClr val="2B3440"/>
                </a:solidFill>
                <a:latin typeface="Aptos" panose="020B0004020202020204" pitchFamily="34" charset="0"/>
                <a:ea typeface="Arial" pitchFamily="34" charset="-122"/>
                <a:cs typeface="Arial" pitchFamily="34" charset="-120"/>
              </a:rPr>
              <a:t>49</a:t>
            </a:r>
            <a:endParaRPr lang="en-US" noProof="0">
              <a:latin typeface="Aptos" panose="020B0004020202020204" pitchFamily="34" charset="0"/>
            </a:endParaRPr>
          </a:p>
        </p:txBody>
      </p:sp>
      <p:sp>
        <p:nvSpPr>
          <p:cNvPr id="29" name="Text 19">
            <a:extLst>
              <a:ext uri="{FF2B5EF4-FFF2-40B4-BE49-F238E27FC236}">
                <a16:creationId xmlns:a16="http://schemas.microsoft.com/office/drawing/2014/main" id="{C59B162D-1F62-4147-CEE9-5F326F135F9B}"/>
              </a:ext>
            </a:extLst>
          </p:cNvPr>
          <p:cNvSpPr/>
          <p:nvPr/>
        </p:nvSpPr>
        <p:spPr>
          <a:xfrm>
            <a:off x="580611" y="6115506"/>
            <a:ext cx="3710940" cy="365760"/>
          </a:xfrm>
          <a:prstGeom prst="rect">
            <a:avLst/>
          </a:prstGeom>
          <a:noFill/>
          <a:ln/>
        </p:spPr>
        <p:txBody>
          <a:bodyPr wrap="square" lIns="0" tIns="0" rIns="0" bIns="0" rtlCol="0" anchor="ctr"/>
          <a:lstStyle/>
          <a:p>
            <a:pPr marL="0" indent="0" algn="ctr">
              <a:buNone/>
            </a:pPr>
            <a:r>
              <a:rPr lang="en-US" sz="800" noProof="0">
                <a:solidFill>
                  <a:srgbClr val="5B6770"/>
                </a:solidFill>
                <a:latin typeface="Aptos" panose="020B0004020202020204" pitchFamily="34" charset="0"/>
                <a:ea typeface="Arial" pitchFamily="34" charset="-122"/>
                <a:cs typeface="Arial" pitchFamily="34" charset="-120"/>
              </a:rPr>
              <a:t>Total ICFR: 91  ·  Total Mission Critical: 66  ·  Total unique apps: 140</a:t>
            </a:r>
            <a:endParaRPr lang="en-US" sz="800" noProof="0">
              <a:latin typeface="Aptos" panose="020B0004020202020204" pitchFamily="34" charset="0"/>
            </a:endParaRPr>
          </a:p>
        </p:txBody>
      </p:sp>
      <p:grpSp>
        <p:nvGrpSpPr>
          <p:cNvPr id="55" name="Group 54">
            <a:extLst>
              <a:ext uri="{FF2B5EF4-FFF2-40B4-BE49-F238E27FC236}">
                <a16:creationId xmlns:a16="http://schemas.microsoft.com/office/drawing/2014/main" id="{101582D3-CB5C-BFDA-BABB-5109965C8B30}"/>
              </a:ext>
            </a:extLst>
          </p:cNvPr>
          <p:cNvGrpSpPr/>
          <p:nvPr/>
        </p:nvGrpSpPr>
        <p:grpSpPr>
          <a:xfrm>
            <a:off x="1678772" y="5029000"/>
            <a:ext cx="523326" cy="589919"/>
            <a:chOff x="1606010" y="5098970"/>
            <a:chExt cx="523326" cy="589919"/>
          </a:xfrm>
        </p:grpSpPr>
        <p:sp>
          <p:nvSpPr>
            <p:cNvPr id="32" name="Text 16">
              <a:extLst>
                <a:ext uri="{FF2B5EF4-FFF2-40B4-BE49-F238E27FC236}">
                  <a16:creationId xmlns:a16="http://schemas.microsoft.com/office/drawing/2014/main" id="{2A8B5ADA-9B11-5CDC-BDD5-305B0718AB5E}"/>
                </a:ext>
              </a:extLst>
            </p:cNvPr>
            <p:cNvSpPr/>
            <p:nvPr/>
          </p:nvSpPr>
          <p:spPr>
            <a:xfrm>
              <a:off x="1644606" y="5098970"/>
              <a:ext cx="446135" cy="365760"/>
            </a:xfrm>
            <a:prstGeom prst="rect">
              <a:avLst/>
            </a:prstGeom>
            <a:noFill/>
            <a:ln/>
          </p:spPr>
          <p:txBody>
            <a:bodyPr wrap="square" lIns="0" tIns="0" rIns="0" bIns="0" rtlCol="0" anchor="ctr"/>
            <a:lstStyle/>
            <a:p>
              <a:pPr marL="0" indent="0" algn="ctr">
                <a:buNone/>
              </a:pPr>
              <a:r>
                <a:rPr lang="en-US" sz="1050" b="1" noProof="0">
                  <a:solidFill>
                    <a:srgbClr val="2B3440"/>
                  </a:solidFill>
                  <a:latin typeface="Aptos" panose="020B0004020202020204" pitchFamily="34" charset="0"/>
                  <a:ea typeface="Arial" pitchFamily="34" charset="-122"/>
                  <a:cs typeface="Arial" pitchFamily="34" charset="-120"/>
                </a:rPr>
                <a:t>ICFR</a:t>
              </a:r>
              <a:endParaRPr lang="en-US" sz="1050" noProof="0">
                <a:latin typeface="Aptos" panose="020B0004020202020204" pitchFamily="34" charset="0"/>
              </a:endParaRPr>
            </a:p>
          </p:txBody>
        </p:sp>
        <p:sp>
          <p:nvSpPr>
            <p:cNvPr id="38" name="Text 17">
              <a:extLst>
                <a:ext uri="{FF2B5EF4-FFF2-40B4-BE49-F238E27FC236}">
                  <a16:creationId xmlns:a16="http://schemas.microsoft.com/office/drawing/2014/main" id="{95575519-5B40-3A0F-1AD8-55CC2BFDF3BE}"/>
                </a:ext>
              </a:extLst>
            </p:cNvPr>
            <p:cNvSpPr/>
            <p:nvPr/>
          </p:nvSpPr>
          <p:spPr>
            <a:xfrm>
              <a:off x="1606010" y="5439943"/>
              <a:ext cx="523326" cy="248946"/>
            </a:xfrm>
            <a:prstGeom prst="rect">
              <a:avLst/>
            </a:prstGeom>
            <a:noFill/>
            <a:ln/>
          </p:spPr>
          <p:txBody>
            <a:bodyPr wrap="square" lIns="0" tIns="0" rIns="0" bIns="0" rtlCol="0" anchor="ctr"/>
            <a:lstStyle/>
            <a:p>
              <a:pPr marL="0" indent="0" algn="ctr">
                <a:buNone/>
              </a:pPr>
              <a:r>
                <a:rPr lang="en-US" sz="2800" b="1" noProof="0">
                  <a:solidFill>
                    <a:srgbClr val="2B3440"/>
                  </a:solidFill>
                  <a:latin typeface="Aptos" panose="020B0004020202020204" pitchFamily="34" charset="0"/>
                  <a:ea typeface="Arial" pitchFamily="34" charset="-122"/>
                  <a:cs typeface="Arial" pitchFamily="34" charset="-120"/>
                </a:rPr>
                <a:t>74</a:t>
              </a:r>
              <a:endParaRPr lang="en-US" noProof="0">
                <a:latin typeface="Aptos" panose="020B0004020202020204" pitchFamily="34" charset="0"/>
              </a:endParaRPr>
            </a:p>
          </p:txBody>
        </p:sp>
      </p:grpSp>
      <p:pic>
        <p:nvPicPr>
          <p:cNvPr id="42" name="Picture 12">
            <a:extLst>
              <a:ext uri="{FF2B5EF4-FFF2-40B4-BE49-F238E27FC236}">
                <a16:creationId xmlns:a16="http://schemas.microsoft.com/office/drawing/2014/main" id="{AB6C2CD0-ED4B-F994-5A85-05BD6F72D04B}"/>
              </a:ext>
            </a:extLst>
          </p:cNvPr>
          <p:cNvPicPr>
            <a:picLocks noChangeAspect="1"/>
          </p:cNvPicPr>
          <p:nvPr/>
        </p:nvPicPr>
        <p:blipFill>
          <a:blip r:embed="rId14"/>
          <a:stretch>
            <a:fillRect/>
          </a:stretch>
        </p:blipFill>
        <p:spPr>
          <a:xfrm>
            <a:off x="1595608" y="3824356"/>
            <a:ext cx="889511" cy="223346"/>
          </a:xfrm>
          <a:prstGeom prst="rect">
            <a:avLst/>
          </a:prstGeom>
        </p:spPr>
      </p:pic>
      <p:pic>
        <p:nvPicPr>
          <p:cNvPr id="1030" name="Picture 6">
            <a:extLst>
              <a:ext uri="{FF2B5EF4-FFF2-40B4-BE49-F238E27FC236}">
                <a16:creationId xmlns:a16="http://schemas.microsoft.com/office/drawing/2014/main" id="{5698CB2B-B94D-9C47-F256-85D98DAD39A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50988" y="3868699"/>
            <a:ext cx="742950" cy="134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9669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85AB4-F745-5BE9-E4BC-B975CC6B1754}"/>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88EB7F1E-2941-2191-0CCA-D2DC6B60306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88EB7F1E-2941-2191-0CCA-D2DC6B6030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F9F58C70-B259-2963-BB40-4C20BB655623}"/>
              </a:ext>
            </a:extLst>
          </p:cNvPr>
          <p:cNvSpPr>
            <a:spLocks noGrp="1"/>
          </p:cNvSpPr>
          <p:nvPr>
            <p:ph type="body" sz="quarter" idx="10"/>
          </p:nvPr>
        </p:nvSpPr>
        <p:spPr>
          <a:xfrm>
            <a:off x="465722" y="1937256"/>
            <a:ext cx="1270481" cy="1154688"/>
          </a:xfrm>
          <a:prstGeom prst="rect">
            <a:avLst/>
          </a:prstGeom>
        </p:spPr>
        <p:txBody>
          <a:bodyPr vert="horz" lIns="0" tIns="0" rIns="0" bIns="0" rtlCol="0" anchor="ctr"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sz="6400" noProof="0">
                <a:solidFill>
                  <a:srgbClr val="19A3FC"/>
                </a:solidFill>
              </a:rPr>
              <a:t>02</a:t>
            </a:r>
          </a:p>
        </p:txBody>
      </p:sp>
      <p:sp>
        <p:nvSpPr>
          <p:cNvPr id="3" name="Title 12">
            <a:extLst>
              <a:ext uri="{FF2B5EF4-FFF2-40B4-BE49-F238E27FC236}">
                <a16:creationId xmlns:a16="http://schemas.microsoft.com/office/drawing/2014/main" id="{B644ADFB-B23C-A33D-8A23-62ECD56811AC}"/>
              </a:ext>
            </a:extLst>
          </p:cNvPr>
          <p:cNvSpPr>
            <a:spLocks noGrp="1"/>
          </p:cNvSpPr>
          <p:nvPr>
            <p:ph type="title"/>
          </p:nvPr>
        </p:nvSpPr>
        <p:spPr>
          <a:xfrm>
            <a:off x="465722" y="3006923"/>
            <a:ext cx="11446876" cy="615553"/>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sz="3400" noProof="0">
                <a:solidFill>
                  <a:schemeClr val="bg1"/>
                </a:solidFill>
              </a:rPr>
              <a:t>Our Approach</a:t>
            </a:r>
          </a:p>
        </p:txBody>
      </p:sp>
      <p:sp>
        <p:nvSpPr>
          <p:cNvPr id="29" name="Title 12">
            <a:extLst>
              <a:ext uri="{FF2B5EF4-FFF2-40B4-BE49-F238E27FC236}">
                <a16:creationId xmlns:a16="http://schemas.microsoft.com/office/drawing/2014/main" id="{F519B920-EAD0-46A4-7158-D0A21734569B}"/>
              </a:ext>
            </a:extLst>
          </p:cNvPr>
          <p:cNvSpPr txBox="1">
            <a:spLocks/>
          </p:cNvSpPr>
          <p:nvPr/>
        </p:nvSpPr>
        <p:spPr>
          <a:xfrm>
            <a:off x="465722" y="3692723"/>
            <a:ext cx="11446876" cy="400110"/>
          </a:xfrm>
          <a:prstGeom prst="rect">
            <a:avLst/>
          </a:prstGeom>
          <a:noFill/>
        </p:spPr>
        <p:txBody>
          <a:bodyPr wrap="square" lIns="0">
            <a:spAutoFit/>
          </a:bodyPr>
          <a:lstStyle>
            <a:lvl1pPr algn="ctr" defTabSz="914400" rtl="0" eaLnBrk="1" latinLnBrk="0" hangingPunct="1">
              <a:spcBef>
                <a:spcPct val="0"/>
              </a:spcBef>
              <a:buNone/>
              <a:defRPr kumimoji="0" lang="es-ES" sz="1600" b="0" i="0" u="none" strike="noStrike" kern="1200" cap="none" spc="0" normalizeH="0" baseline="0">
                <a:ln>
                  <a:noFill/>
                </a:ln>
                <a:solidFill>
                  <a:prstClr val="black"/>
                </a:solidFill>
                <a:effectLst/>
                <a:uLnTx/>
                <a:uFillTx/>
                <a:latin typeface="Aptos" panose="0211000402020202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ptos" panose="02110004020202020204"/>
                <a:ea typeface="+mn-ea"/>
                <a:cs typeface="+mn-cs"/>
              </a:rPr>
              <a:t>A structured, evidence-based model build on a European Commission Sovereignty Framework</a:t>
            </a:r>
            <a:r>
              <a:rPr lang="en-US" sz="2000" noProof="0">
                <a:solidFill>
                  <a:prstClr val="white"/>
                </a:solidFill>
              </a:rPr>
              <a:t>.</a:t>
            </a: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7450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517EF-250E-CEC6-A9CE-72358B22BBC2}"/>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22756902-01E1-06C4-7C87-FF1ED2BFC7D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22756902-01E1-06C4-7C87-FF1ED2BFC7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870F4461-CA7D-E3D5-9807-558B516FE142}"/>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indent="0">
              <a:buNone/>
            </a:pPr>
            <a:r>
              <a:rPr lang="en-US" noProof="0"/>
              <a:t>European Commission Sovereignty Framework</a:t>
            </a:r>
          </a:p>
        </p:txBody>
      </p:sp>
      <p:sp>
        <p:nvSpPr>
          <p:cNvPr id="3" name="Title 12">
            <a:extLst>
              <a:ext uri="{FF2B5EF4-FFF2-40B4-BE49-F238E27FC236}">
                <a16:creationId xmlns:a16="http://schemas.microsoft.com/office/drawing/2014/main" id="{7F0CBBE8-1BB1-3B11-5414-873CAA0314F2}"/>
              </a:ext>
            </a:extLst>
          </p:cNvPr>
          <p:cNvSpPr>
            <a:spLocks noGrp="1"/>
          </p:cNvSpPr>
          <p:nvPr>
            <p:ph type="title"/>
          </p:nvPr>
        </p:nvSpPr>
        <p:spPr>
          <a:xfrm>
            <a:off x="465722" y="794031"/>
            <a:ext cx="11446876" cy="584775"/>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t>A common model to </a:t>
            </a:r>
            <a:r>
              <a:rPr lang="en-US" b="1" noProof="0"/>
              <a:t>assess digital sovereignty</a:t>
            </a:r>
            <a:r>
              <a:rPr lang="en-US" noProof="0"/>
              <a:t> based on Commission initiatives such as IGREF’s Trusted Cloud Referential v2, Gaia-X policy rules and architecture, and the European Cybersecurity Certification Framework.</a:t>
            </a:r>
          </a:p>
        </p:txBody>
      </p:sp>
      <p:cxnSp>
        <p:nvCxnSpPr>
          <p:cNvPr id="5" name="Conector recto 4">
            <a:extLst>
              <a:ext uri="{FF2B5EF4-FFF2-40B4-BE49-F238E27FC236}">
                <a16:creationId xmlns:a16="http://schemas.microsoft.com/office/drawing/2014/main" id="{0F52D24A-0FEA-DC23-DB30-736209ECB7E2}"/>
              </a:ext>
            </a:extLst>
          </p:cNvPr>
          <p:cNvCxnSpPr>
            <a:cxnSpLocks/>
          </p:cNvCxnSpPr>
          <p:nvPr/>
        </p:nvCxnSpPr>
        <p:spPr>
          <a:xfrm>
            <a:off x="465722" y="2055675"/>
            <a:ext cx="5112000" cy="0"/>
          </a:xfrm>
          <a:prstGeom prst="line">
            <a:avLst/>
          </a:prstGeom>
          <a:ln/>
        </p:spPr>
        <p:style>
          <a:lnRef idx="1">
            <a:schemeClr val="accent1"/>
          </a:lnRef>
          <a:fillRef idx="0">
            <a:schemeClr val="accent1"/>
          </a:fillRef>
          <a:effectRef idx="0">
            <a:schemeClr val="accent1"/>
          </a:effectRef>
          <a:fontRef idx="minor">
            <a:schemeClr val="tx1"/>
          </a:fontRef>
        </p:style>
      </p:cxnSp>
      <p:sp>
        <p:nvSpPr>
          <p:cNvPr id="6" name="CuadroTexto 1045">
            <a:extLst>
              <a:ext uri="{FF2B5EF4-FFF2-40B4-BE49-F238E27FC236}">
                <a16:creationId xmlns:a16="http://schemas.microsoft.com/office/drawing/2014/main" id="{0FC9B639-4E4D-B427-0141-8803AA1C47D6}"/>
              </a:ext>
            </a:extLst>
          </p:cNvPr>
          <p:cNvSpPr txBox="1"/>
          <p:nvPr/>
        </p:nvSpPr>
        <p:spPr>
          <a:xfrm>
            <a:off x="465721" y="1427168"/>
            <a:ext cx="5392153" cy="549703"/>
          </a:xfrm>
          <a:prstGeom prst="rect">
            <a:avLst/>
          </a:prstGeom>
          <a:noFill/>
        </p:spPr>
        <p:txBody>
          <a:bodyPr wrap="square" lIns="0" tIns="0" rIns="0" bIns="0" rtlCol="0">
            <a:noAutofit/>
          </a:bodyPr>
          <a:lstStyle>
            <a:defPPr>
              <a:defRPr lang="en-US"/>
            </a:defPPr>
            <a:lvl1pPr algn="ctr">
              <a:lnSpc>
                <a:spcPct val="80000"/>
              </a:lnSpc>
              <a:defRPr sz="2800" b="1">
                <a:latin typeface="Dubai" panose="020B0503030403030204" pitchFamily="34" charset="-78"/>
                <a:cs typeface="Dubai" panose="020B0503030403030204" pitchFamily="34" charset="-78"/>
              </a:defRPr>
            </a:lvl1pPr>
          </a:lstStyle>
          <a:p>
            <a:pPr marL="0" lvl="1">
              <a:defRPr/>
            </a:pPr>
            <a:r>
              <a:rPr lang="en-US" sz="1100" noProof="0">
                <a:solidFill>
                  <a:prstClr val="black"/>
                </a:solidFill>
                <a:latin typeface="Aptos" panose="02110004020202020204"/>
              </a:rPr>
              <a:t>The </a:t>
            </a:r>
            <a:r>
              <a:rPr lang="en-US" sz="1100" b="1" noProof="0">
                <a:solidFill>
                  <a:prstClr val="black"/>
                </a:solidFill>
                <a:latin typeface="Aptos" panose="02110004020202020204"/>
              </a:rPr>
              <a:t>Sovereignty Objectives </a:t>
            </a:r>
            <a:r>
              <a:rPr lang="en-US" sz="1100" noProof="0">
                <a:solidFill>
                  <a:prstClr val="black"/>
                </a:solidFill>
                <a:latin typeface="Aptos" panose="02110004020202020204"/>
              </a:rPr>
              <a:t>define the key dimensions that determine digital sovereignty. Together they cover legal exposure, data and AI control, operational resilience, supply chain dependencies, technology independence and security governance.</a:t>
            </a:r>
            <a:endParaRPr kumimoji="0" lang="en-US" sz="110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 name="CuadroTexto 1045">
            <a:extLst>
              <a:ext uri="{FF2B5EF4-FFF2-40B4-BE49-F238E27FC236}">
                <a16:creationId xmlns:a16="http://schemas.microsoft.com/office/drawing/2014/main" id="{D27F7DAE-FA40-2FDA-25A4-D6A84A575C68}"/>
              </a:ext>
            </a:extLst>
          </p:cNvPr>
          <p:cNvSpPr txBox="1"/>
          <p:nvPr/>
        </p:nvSpPr>
        <p:spPr>
          <a:xfrm>
            <a:off x="7350124" y="1427168"/>
            <a:ext cx="4387848" cy="725524"/>
          </a:xfrm>
          <a:prstGeom prst="rect">
            <a:avLst/>
          </a:prstGeom>
          <a:noFill/>
        </p:spPr>
        <p:txBody>
          <a:bodyPr wrap="square" lIns="0" tIns="0" rIns="0" bIns="0" rtlCol="0">
            <a:noAutofit/>
          </a:bodyPr>
          <a:lstStyle>
            <a:defPPr>
              <a:defRPr lang="en-US"/>
            </a:defPPr>
            <a:lvl1pPr algn="ctr">
              <a:lnSpc>
                <a:spcPct val="80000"/>
              </a:lnSpc>
              <a:defRPr sz="2800" b="1">
                <a:latin typeface="Dubai" panose="020B0503030403030204" pitchFamily="34" charset="-78"/>
                <a:cs typeface="Dubai" panose="020B0503030403030204" pitchFamily="34" charset="-78"/>
              </a:defRPr>
            </a:lvl1pPr>
          </a:lstStyle>
          <a:p>
            <a:pPr marL="0" lvl="1">
              <a:defRPr/>
            </a:pPr>
            <a:r>
              <a:rPr lang="en-US" sz="1100" noProof="0">
                <a:solidFill>
                  <a:prstClr val="black"/>
                </a:solidFill>
                <a:latin typeface="Aptos" panose="02110004020202020204"/>
              </a:rPr>
              <a:t>The </a:t>
            </a:r>
            <a:r>
              <a:rPr lang="en-US" sz="1100" b="1" noProof="0">
                <a:solidFill>
                  <a:prstClr val="black"/>
                </a:solidFill>
                <a:latin typeface="Aptos" panose="02110004020202020204"/>
              </a:rPr>
              <a:t>SEAL</a:t>
            </a:r>
            <a:r>
              <a:rPr lang="en-US" sz="1100" noProof="0">
                <a:solidFill>
                  <a:prstClr val="black"/>
                </a:solidFill>
                <a:latin typeface="Aptos" panose="02110004020202020204"/>
              </a:rPr>
              <a:t> </a:t>
            </a:r>
            <a:r>
              <a:rPr lang="en-US" sz="1100" b="1" noProof="0">
                <a:solidFill>
                  <a:prstClr val="black"/>
                </a:solidFill>
                <a:latin typeface="Aptos" panose="02110004020202020204"/>
              </a:rPr>
              <a:t>model</a:t>
            </a:r>
            <a:r>
              <a:rPr lang="en-US" sz="1100" noProof="0">
                <a:solidFill>
                  <a:prstClr val="black"/>
                </a:solidFill>
                <a:latin typeface="Aptos" panose="02110004020202020204"/>
              </a:rPr>
              <a:t> defines the level of sovereignty assurance achieved for each objective. It measures the degree of control retained by the organization, ranging from complete dependency on non-EU actors (SEAL-0) to full digital sovereignty under EU control (SEAL-4).</a:t>
            </a:r>
            <a:endParaRPr kumimoji="0" lang="en-US" sz="110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12" name="Conector recto 11">
            <a:extLst>
              <a:ext uri="{FF2B5EF4-FFF2-40B4-BE49-F238E27FC236}">
                <a16:creationId xmlns:a16="http://schemas.microsoft.com/office/drawing/2014/main" id="{E74B038E-6D00-5855-6806-217233CAA9E3}"/>
              </a:ext>
            </a:extLst>
          </p:cNvPr>
          <p:cNvCxnSpPr>
            <a:cxnSpLocks/>
          </p:cNvCxnSpPr>
          <p:nvPr/>
        </p:nvCxnSpPr>
        <p:spPr>
          <a:xfrm>
            <a:off x="7350124" y="2277578"/>
            <a:ext cx="4511550"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9" name="Shape 2">
            <a:extLst>
              <a:ext uri="{FF2B5EF4-FFF2-40B4-BE49-F238E27FC236}">
                <a16:creationId xmlns:a16="http://schemas.microsoft.com/office/drawing/2014/main" id="{F6DE2C35-C7A9-9899-6678-18BD8E991E1B}"/>
              </a:ext>
            </a:extLst>
          </p:cNvPr>
          <p:cNvSpPr/>
          <p:nvPr/>
        </p:nvSpPr>
        <p:spPr>
          <a:xfrm>
            <a:off x="7350124" y="2500005"/>
            <a:ext cx="777934" cy="299416"/>
          </a:xfrm>
          <a:prstGeom prst="roundRect">
            <a:avLst>
              <a:gd name="adj" fmla="val 5814"/>
            </a:avLst>
          </a:prstGeom>
          <a:solidFill>
            <a:srgbClr val="D7263D"/>
          </a:solidFill>
          <a:ln/>
        </p:spPr>
        <p:txBody>
          <a:bodyPr/>
          <a:lstStyle/>
          <a:p>
            <a:endParaRPr lang="en-US" sz="1100" noProof="0"/>
          </a:p>
        </p:txBody>
      </p:sp>
      <p:sp>
        <p:nvSpPr>
          <p:cNvPr id="40" name="Text 3">
            <a:extLst>
              <a:ext uri="{FF2B5EF4-FFF2-40B4-BE49-F238E27FC236}">
                <a16:creationId xmlns:a16="http://schemas.microsoft.com/office/drawing/2014/main" id="{5F4C250B-0FDB-64EE-9073-8AD508E78350}"/>
              </a:ext>
            </a:extLst>
          </p:cNvPr>
          <p:cNvSpPr/>
          <p:nvPr/>
        </p:nvSpPr>
        <p:spPr>
          <a:xfrm>
            <a:off x="7350124" y="2527036"/>
            <a:ext cx="777934" cy="245355"/>
          </a:xfrm>
          <a:prstGeom prst="rect">
            <a:avLst/>
          </a:prstGeom>
          <a:noFill/>
          <a:ln/>
        </p:spPr>
        <p:txBody>
          <a:bodyPr wrap="square" rtlCol="0" anchor="ctr"/>
          <a:lstStyle/>
          <a:p>
            <a:pPr algn="ctr"/>
            <a:r>
              <a:rPr lang="en-US" sz="1000" b="1" noProof="0">
                <a:solidFill>
                  <a:schemeClr val="bg1"/>
                </a:solidFill>
                <a:latin typeface="Aptos" panose="02110004020202020204"/>
              </a:rPr>
              <a:t>SEAL- 0</a:t>
            </a:r>
          </a:p>
        </p:txBody>
      </p:sp>
      <p:sp>
        <p:nvSpPr>
          <p:cNvPr id="41" name="Shape 7">
            <a:extLst>
              <a:ext uri="{FF2B5EF4-FFF2-40B4-BE49-F238E27FC236}">
                <a16:creationId xmlns:a16="http://schemas.microsoft.com/office/drawing/2014/main" id="{6A7B2B7B-E9C4-2ECC-1650-877C918DB785}"/>
              </a:ext>
            </a:extLst>
          </p:cNvPr>
          <p:cNvSpPr/>
          <p:nvPr/>
        </p:nvSpPr>
        <p:spPr>
          <a:xfrm>
            <a:off x="7350124" y="3077139"/>
            <a:ext cx="777934" cy="299416"/>
          </a:xfrm>
          <a:prstGeom prst="roundRect">
            <a:avLst>
              <a:gd name="adj" fmla="val 5814"/>
            </a:avLst>
          </a:prstGeom>
          <a:solidFill>
            <a:srgbClr val="FF7A00"/>
          </a:solidFill>
          <a:ln/>
        </p:spPr>
        <p:txBody>
          <a:bodyPr/>
          <a:lstStyle/>
          <a:p>
            <a:endParaRPr lang="en-US" sz="1100" noProof="0"/>
          </a:p>
        </p:txBody>
      </p:sp>
      <p:sp>
        <p:nvSpPr>
          <p:cNvPr id="42" name="Text 8">
            <a:extLst>
              <a:ext uri="{FF2B5EF4-FFF2-40B4-BE49-F238E27FC236}">
                <a16:creationId xmlns:a16="http://schemas.microsoft.com/office/drawing/2014/main" id="{7CAA49EF-B802-0CD9-1C09-4E0EC3E59EE3}"/>
              </a:ext>
            </a:extLst>
          </p:cNvPr>
          <p:cNvSpPr/>
          <p:nvPr/>
        </p:nvSpPr>
        <p:spPr>
          <a:xfrm>
            <a:off x="7350124" y="3104170"/>
            <a:ext cx="777934" cy="245355"/>
          </a:xfrm>
          <a:prstGeom prst="rect">
            <a:avLst/>
          </a:prstGeom>
          <a:noFill/>
          <a:ln/>
        </p:spPr>
        <p:txBody>
          <a:bodyPr wrap="square" rtlCol="0" anchor="ctr"/>
          <a:lstStyle/>
          <a:p>
            <a:pPr algn="ctr"/>
            <a:r>
              <a:rPr lang="en-US" sz="1000" b="1" noProof="0">
                <a:solidFill>
                  <a:schemeClr val="bg1"/>
                </a:solidFill>
                <a:latin typeface="Aptos" panose="02110004020202020204"/>
              </a:rPr>
              <a:t>SEAL- 1</a:t>
            </a:r>
          </a:p>
        </p:txBody>
      </p:sp>
      <p:sp>
        <p:nvSpPr>
          <p:cNvPr id="43" name="Shape 12">
            <a:extLst>
              <a:ext uri="{FF2B5EF4-FFF2-40B4-BE49-F238E27FC236}">
                <a16:creationId xmlns:a16="http://schemas.microsoft.com/office/drawing/2014/main" id="{35CF7E9D-53CC-A064-489A-81CF913C46CF}"/>
              </a:ext>
            </a:extLst>
          </p:cNvPr>
          <p:cNvSpPr/>
          <p:nvPr/>
        </p:nvSpPr>
        <p:spPr>
          <a:xfrm>
            <a:off x="7350124" y="3699856"/>
            <a:ext cx="777934" cy="299416"/>
          </a:xfrm>
          <a:prstGeom prst="roundRect">
            <a:avLst>
              <a:gd name="adj" fmla="val 5814"/>
            </a:avLst>
          </a:prstGeom>
          <a:solidFill>
            <a:srgbClr val="FFC400"/>
          </a:solidFill>
          <a:ln/>
        </p:spPr>
        <p:txBody>
          <a:bodyPr/>
          <a:lstStyle/>
          <a:p>
            <a:endParaRPr lang="en-US" sz="1100" noProof="0"/>
          </a:p>
        </p:txBody>
      </p:sp>
      <p:sp>
        <p:nvSpPr>
          <p:cNvPr id="44" name="Text 13">
            <a:extLst>
              <a:ext uri="{FF2B5EF4-FFF2-40B4-BE49-F238E27FC236}">
                <a16:creationId xmlns:a16="http://schemas.microsoft.com/office/drawing/2014/main" id="{5CB428EA-0C08-9A8E-67D1-2A19267752CC}"/>
              </a:ext>
            </a:extLst>
          </p:cNvPr>
          <p:cNvSpPr/>
          <p:nvPr/>
        </p:nvSpPr>
        <p:spPr>
          <a:xfrm>
            <a:off x="7350124" y="3726887"/>
            <a:ext cx="777934" cy="245355"/>
          </a:xfrm>
          <a:prstGeom prst="rect">
            <a:avLst/>
          </a:prstGeom>
          <a:noFill/>
          <a:ln/>
        </p:spPr>
        <p:txBody>
          <a:bodyPr wrap="square" rtlCol="0" anchor="ctr"/>
          <a:lstStyle/>
          <a:p>
            <a:pPr algn="ctr"/>
            <a:r>
              <a:rPr lang="en-US" sz="1000" b="1" noProof="0">
                <a:solidFill>
                  <a:schemeClr val="bg1"/>
                </a:solidFill>
                <a:latin typeface="Aptos" panose="02110004020202020204"/>
              </a:rPr>
              <a:t>SEAL- 2</a:t>
            </a:r>
          </a:p>
        </p:txBody>
      </p:sp>
      <p:sp>
        <p:nvSpPr>
          <p:cNvPr id="45" name="Shape 17">
            <a:extLst>
              <a:ext uri="{FF2B5EF4-FFF2-40B4-BE49-F238E27FC236}">
                <a16:creationId xmlns:a16="http://schemas.microsoft.com/office/drawing/2014/main" id="{F461A5AC-F1D7-FF75-B8B0-507C929AB2DA}"/>
              </a:ext>
            </a:extLst>
          </p:cNvPr>
          <p:cNvSpPr/>
          <p:nvPr/>
        </p:nvSpPr>
        <p:spPr>
          <a:xfrm>
            <a:off x="7350124" y="4318763"/>
            <a:ext cx="777934" cy="299416"/>
          </a:xfrm>
          <a:prstGeom prst="roundRect">
            <a:avLst>
              <a:gd name="adj" fmla="val 5814"/>
            </a:avLst>
          </a:prstGeom>
          <a:solidFill>
            <a:srgbClr val="9ACD32"/>
          </a:solidFill>
          <a:ln/>
        </p:spPr>
        <p:txBody>
          <a:bodyPr/>
          <a:lstStyle/>
          <a:p>
            <a:endParaRPr lang="en-US" sz="1100" noProof="0"/>
          </a:p>
        </p:txBody>
      </p:sp>
      <p:sp>
        <p:nvSpPr>
          <p:cNvPr id="46" name="Text 18">
            <a:extLst>
              <a:ext uri="{FF2B5EF4-FFF2-40B4-BE49-F238E27FC236}">
                <a16:creationId xmlns:a16="http://schemas.microsoft.com/office/drawing/2014/main" id="{542D82E4-00C5-158E-203B-846D8966B27C}"/>
              </a:ext>
            </a:extLst>
          </p:cNvPr>
          <p:cNvSpPr/>
          <p:nvPr/>
        </p:nvSpPr>
        <p:spPr>
          <a:xfrm>
            <a:off x="7350124" y="4345794"/>
            <a:ext cx="777934" cy="245355"/>
          </a:xfrm>
          <a:prstGeom prst="rect">
            <a:avLst/>
          </a:prstGeom>
          <a:noFill/>
          <a:ln/>
        </p:spPr>
        <p:txBody>
          <a:bodyPr wrap="square" rtlCol="0" anchor="ctr"/>
          <a:lstStyle/>
          <a:p>
            <a:pPr algn="ctr"/>
            <a:r>
              <a:rPr lang="en-US" sz="1000" b="1" noProof="0">
                <a:solidFill>
                  <a:schemeClr val="bg1"/>
                </a:solidFill>
                <a:latin typeface="Aptos" panose="02110004020202020204"/>
              </a:rPr>
              <a:t>SEAL- 3</a:t>
            </a:r>
          </a:p>
        </p:txBody>
      </p:sp>
      <p:sp>
        <p:nvSpPr>
          <p:cNvPr id="47" name="Shape 22">
            <a:extLst>
              <a:ext uri="{FF2B5EF4-FFF2-40B4-BE49-F238E27FC236}">
                <a16:creationId xmlns:a16="http://schemas.microsoft.com/office/drawing/2014/main" id="{3731E14C-A050-DC88-EEA1-09B7650A6D04}"/>
              </a:ext>
            </a:extLst>
          </p:cNvPr>
          <p:cNvSpPr/>
          <p:nvPr/>
        </p:nvSpPr>
        <p:spPr>
          <a:xfrm>
            <a:off x="7350124" y="4964563"/>
            <a:ext cx="777934" cy="299416"/>
          </a:xfrm>
          <a:prstGeom prst="roundRect">
            <a:avLst>
              <a:gd name="adj" fmla="val 5814"/>
            </a:avLst>
          </a:prstGeom>
          <a:solidFill>
            <a:srgbClr val="00CB5D"/>
          </a:solidFill>
          <a:ln/>
        </p:spPr>
        <p:txBody>
          <a:bodyPr/>
          <a:lstStyle/>
          <a:p>
            <a:endParaRPr lang="en-US" sz="1100" noProof="0"/>
          </a:p>
        </p:txBody>
      </p:sp>
      <p:sp>
        <p:nvSpPr>
          <p:cNvPr id="48" name="Text 23">
            <a:extLst>
              <a:ext uri="{FF2B5EF4-FFF2-40B4-BE49-F238E27FC236}">
                <a16:creationId xmlns:a16="http://schemas.microsoft.com/office/drawing/2014/main" id="{AF274BD2-AA76-4617-3FB6-F8DC48A56FDB}"/>
              </a:ext>
            </a:extLst>
          </p:cNvPr>
          <p:cNvSpPr/>
          <p:nvPr/>
        </p:nvSpPr>
        <p:spPr>
          <a:xfrm>
            <a:off x="7350124" y="4991594"/>
            <a:ext cx="777934" cy="245355"/>
          </a:xfrm>
          <a:prstGeom prst="rect">
            <a:avLst/>
          </a:prstGeom>
          <a:noFill/>
          <a:ln/>
        </p:spPr>
        <p:txBody>
          <a:bodyPr wrap="square" rtlCol="0" anchor="ctr"/>
          <a:lstStyle/>
          <a:p>
            <a:pPr marL="0" indent="0" algn="ctr">
              <a:buNone/>
            </a:pPr>
            <a:r>
              <a:rPr lang="en-US" sz="1000" b="1" noProof="0">
                <a:solidFill>
                  <a:schemeClr val="bg1"/>
                </a:solidFill>
                <a:latin typeface="Aptos" panose="02110004020202020204"/>
              </a:rPr>
              <a:t>SEAL- 4</a:t>
            </a:r>
          </a:p>
        </p:txBody>
      </p:sp>
      <p:sp>
        <p:nvSpPr>
          <p:cNvPr id="49" name="CuadroTexto 48">
            <a:extLst>
              <a:ext uri="{FF2B5EF4-FFF2-40B4-BE49-F238E27FC236}">
                <a16:creationId xmlns:a16="http://schemas.microsoft.com/office/drawing/2014/main" id="{F02F9AF9-E559-D937-643C-03231EFD82AC}"/>
              </a:ext>
            </a:extLst>
          </p:cNvPr>
          <p:cNvSpPr txBox="1"/>
          <p:nvPr/>
        </p:nvSpPr>
        <p:spPr>
          <a:xfrm>
            <a:off x="8119727" y="2577322"/>
            <a:ext cx="3618245" cy="400110"/>
          </a:xfrm>
          <a:prstGeom prst="rect">
            <a:avLst/>
          </a:prstGeom>
          <a:noFill/>
        </p:spPr>
        <p:txBody>
          <a:bodyPr wrap="square">
            <a:spAutoFit/>
          </a:bodyPr>
          <a:lstStyle>
            <a:lvl1pPr>
              <a:defRPr sz="1000">
                <a:solidFill>
                  <a:prstClr val="black"/>
                </a:solidFill>
                <a:latin typeface="Aptos" panose="02110004020202020204"/>
              </a:defRPr>
            </a:lvl1pPr>
          </a:lstStyle>
          <a:p>
            <a:pPr algn="just"/>
            <a:r>
              <a:rPr lang="en-US" noProof="0"/>
              <a:t>Critical services operate under full non-EU control and jurisdiction.</a:t>
            </a:r>
          </a:p>
        </p:txBody>
      </p:sp>
      <p:sp>
        <p:nvSpPr>
          <p:cNvPr id="50" name="CuadroTexto 49">
            <a:extLst>
              <a:ext uri="{FF2B5EF4-FFF2-40B4-BE49-F238E27FC236}">
                <a16:creationId xmlns:a16="http://schemas.microsoft.com/office/drawing/2014/main" id="{02F70BB3-84CB-2816-3EA4-AADD84EA30BA}"/>
              </a:ext>
            </a:extLst>
          </p:cNvPr>
          <p:cNvSpPr txBox="1"/>
          <p:nvPr/>
        </p:nvSpPr>
        <p:spPr>
          <a:xfrm>
            <a:off x="8119727" y="3158157"/>
            <a:ext cx="3618245" cy="400110"/>
          </a:xfrm>
          <a:prstGeom prst="rect">
            <a:avLst/>
          </a:prstGeom>
          <a:noFill/>
        </p:spPr>
        <p:txBody>
          <a:bodyPr wrap="square">
            <a:spAutoFit/>
          </a:bodyPr>
          <a:lstStyle>
            <a:lvl1pPr>
              <a:defRPr sz="1000">
                <a:solidFill>
                  <a:prstClr val="black"/>
                </a:solidFill>
                <a:latin typeface="Aptos" panose="02110004020202020204"/>
              </a:defRPr>
            </a:lvl1pPr>
          </a:lstStyle>
          <a:p>
            <a:pPr algn="just"/>
            <a:r>
              <a:rPr lang="en-US" noProof="0"/>
              <a:t>EU law applies, but effective control remains with non-EU providers.</a:t>
            </a:r>
          </a:p>
        </p:txBody>
      </p:sp>
      <p:sp>
        <p:nvSpPr>
          <p:cNvPr id="51" name="CuadroTexto 50">
            <a:extLst>
              <a:ext uri="{FF2B5EF4-FFF2-40B4-BE49-F238E27FC236}">
                <a16:creationId xmlns:a16="http://schemas.microsoft.com/office/drawing/2014/main" id="{3B3325BD-483C-A09E-CD59-4D9523FE5B64}"/>
              </a:ext>
            </a:extLst>
          </p:cNvPr>
          <p:cNvSpPr txBox="1"/>
          <p:nvPr/>
        </p:nvSpPr>
        <p:spPr>
          <a:xfrm>
            <a:off x="8119727" y="4399787"/>
            <a:ext cx="3618245" cy="400110"/>
          </a:xfrm>
          <a:prstGeom prst="rect">
            <a:avLst/>
          </a:prstGeom>
          <a:noFill/>
        </p:spPr>
        <p:txBody>
          <a:bodyPr wrap="square">
            <a:spAutoFit/>
          </a:bodyPr>
          <a:lstStyle>
            <a:lvl1pPr>
              <a:defRPr sz="1000">
                <a:solidFill>
                  <a:prstClr val="black"/>
                </a:solidFill>
                <a:latin typeface="Aptos" panose="02110004020202020204"/>
              </a:defRPr>
            </a:lvl1pPr>
          </a:lstStyle>
          <a:p>
            <a:pPr algn="just"/>
            <a:r>
              <a:rPr lang="en-US" noProof="0"/>
              <a:t>Effective control is largely retained, with only limited non-EU dependencies.</a:t>
            </a:r>
          </a:p>
        </p:txBody>
      </p:sp>
      <p:sp>
        <p:nvSpPr>
          <p:cNvPr id="52" name="CuadroTexto 51">
            <a:extLst>
              <a:ext uri="{FF2B5EF4-FFF2-40B4-BE49-F238E27FC236}">
                <a16:creationId xmlns:a16="http://schemas.microsoft.com/office/drawing/2014/main" id="{7D33EE76-2679-77F3-7D7B-50B80FE2FD67}"/>
              </a:ext>
            </a:extLst>
          </p:cNvPr>
          <p:cNvSpPr txBox="1"/>
          <p:nvPr/>
        </p:nvSpPr>
        <p:spPr>
          <a:xfrm>
            <a:off x="8119727" y="3776247"/>
            <a:ext cx="3618245" cy="400110"/>
          </a:xfrm>
          <a:prstGeom prst="rect">
            <a:avLst/>
          </a:prstGeom>
          <a:noFill/>
        </p:spPr>
        <p:txBody>
          <a:bodyPr wrap="square">
            <a:spAutoFit/>
          </a:bodyPr>
          <a:lstStyle>
            <a:lvl1pPr>
              <a:defRPr sz="1000">
                <a:solidFill>
                  <a:prstClr val="black"/>
                </a:solidFill>
                <a:latin typeface="Aptos" panose="02110004020202020204"/>
              </a:defRPr>
            </a:lvl1pPr>
          </a:lstStyle>
          <a:p>
            <a:pPr algn="just"/>
            <a:r>
              <a:rPr lang="en-US" noProof="0"/>
              <a:t>Data is protected under EU law, but significant non-EU dependencies remain.</a:t>
            </a:r>
          </a:p>
        </p:txBody>
      </p:sp>
      <p:sp>
        <p:nvSpPr>
          <p:cNvPr id="53" name="CuadroTexto 52">
            <a:extLst>
              <a:ext uri="{FF2B5EF4-FFF2-40B4-BE49-F238E27FC236}">
                <a16:creationId xmlns:a16="http://schemas.microsoft.com/office/drawing/2014/main" id="{4B0750C4-2A59-1ACE-2019-D2C6ED08188A}"/>
              </a:ext>
            </a:extLst>
          </p:cNvPr>
          <p:cNvSpPr txBox="1"/>
          <p:nvPr/>
        </p:nvSpPr>
        <p:spPr>
          <a:xfrm>
            <a:off x="8119727" y="5044694"/>
            <a:ext cx="3618245" cy="400110"/>
          </a:xfrm>
          <a:prstGeom prst="rect">
            <a:avLst/>
          </a:prstGeom>
          <a:noFill/>
        </p:spPr>
        <p:txBody>
          <a:bodyPr wrap="square">
            <a:spAutoFit/>
          </a:bodyPr>
          <a:lstStyle>
            <a:lvl1pPr>
              <a:defRPr sz="1000">
                <a:solidFill>
                  <a:prstClr val="black"/>
                </a:solidFill>
                <a:latin typeface="Aptos" panose="02110004020202020204"/>
              </a:defRPr>
            </a:lvl1pPr>
          </a:lstStyle>
          <a:p>
            <a:pPr algn="just"/>
            <a:r>
              <a:rPr lang="en-US" noProof="0"/>
              <a:t>Critical services operate under full EU control with no material non-EU dependencies.</a:t>
            </a:r>
          </a:p>
        </p:txBody>
      </p:sp>
      <p:sp>
        <p:nvSpPr>
          <p:cNvPr id="55" name="CuadroTexto 54">
            <a:extLst>
              <a:ext uri="{FF2B5EF4-FFF2-40B4-BE49-F238E27FC236}">
                <a16:creationId xmlns:a16="http://schemas.microsoft.com/office/drawing/2014/main" id="{E06D3184-5CB8-19FB-CA23-A113B848A9F7}"/>
              </a:ext>
            </a:extLst>
          </p:cNvPr>
          <p:cNvSpPr txBox="1"/>
          <p:nvPr/>
        </p:nvSpPr>
        <p:spPr>
          <a:xfrm>
            <a:off x="8119727" y="2424803"/>
            <a:ext cx="1641600" cy="246221"/>
          </a:xfrm>
          <a:prstGeom prst="rect">
            <a:avLst/>
          </a:prstGeom>
          <a:noFill/>
        </p:spPr>
        <p:txBody>
          <a:bodyPr wrap="square">
            <a:spAutoFit/>
          </a:bodyPr>
          <a:lstStyle>
            <a:lvl1pPr algn="just">
              <a:defRPr sz="1000">
                <a:solidFill>
                  <a:prstClr val="black"/>
                </a:solidFill>
                <a:latin typeface="Aptos" panose="02110004020202020204"/>
              </a:defRPr>
            </a:lvl1pPr>
          </a:lstStyle>
          <a:p>
            <a:r>
              <a:rPr lang="en-US" b="1" noProof="0"/>
              <a:t>No Sovereignty</a:t>
            </a:r>
          </a:p>
        </p:txBody>
      </p:sp>
      <p:sp>
        <p:nvSpPr>
          <p:cNvPr id="56" name="CuadroTexto 55">
            <a:extLst>
              <a:ext uri="{FF2B5EF4-FFF2-40B4-BE49-F238E27FC236}">
                <a16:creationId xmlns:a16="http://schemas.microsoft.com/office/drawing/2014/main" id="{0D87783E-6C57-C2E9-4C5F-D71B5AD0030C}"/>
              </a:ext>
            </a:extLst>
          </p:cNvPr>
          <p:cNvSpPr txBox="1"/>
          <p:nvPr/>
        </p:nvSpPr>
        <p:spPr>
          <a:xfrm>
            <a:off x="8119727" y="3001793"/>
            <a:ext cx="2000061" cy="246221"/>
          </a:xfrm>
          <a:prstGeom prst="rect">
            <a:avLst/>
          </a:prstGeom>
          <a:noFill/>
        </p:spPr>
        <p:txBody>
          <a:bodyPr wrap="square">
            <a:spAutoFit/>
          </a:bodyPr>
          <a:lstStyle>
            <a:lvl1pPr algn="just">
              <a:defRPr sz="1000">
                <a:solidFill>
                  <a:prstClr val="black"/>
                </a:solidFill>
                <a:latin typeface="Aptos" panose="02110004020202020204"/>
              </a:defRPr>
            </a:lvl1pPr>
          </a:lstStyle>
          <a:p>
            <a:r>
              <a:rPr lang="en-US" b="1" noProof="0"/>
              <a:t>Jurisdictional Sovereignty</a:t>
            </a:r>
          </a:p>
        </p:txBody>
      </p:sp>
      <p:sp>
        <p:nvSpPr>
          <p:cNvPr id="57" name="CuadroTexto 56">
            <a:extLst>
              <a:ext uri="{FF2B5EF4-FFF2-40B4-BE49-F238E27FC236}">
                <a16:creationId xmlns:a16="http://schemas.microsoft.com/office/drawing/2014/main" id="{042CEB56-BBB3-475D-BEFD-84DD96850692}"/>
              </a:ext>
            </a:extLst>
          </p:cNvPr>
          <p:cNvSpPr txBox="1"/>
          <p:nvPr/>
        </p:nvSpPr>
        <p:spPr>
          <a:xfrm>
            <a:off x="8119727" y="3623658"/>
            <a:ext cx="2000061" cy="246221"/>
          </a:xfrm>
          <a:prstGeom prst="rect">
            <a:avLst/>
          </a:prstGeom>
          <a:noFill/>
        </p:spPr>
        <p:txBody>
          <a:bodyPr wrap="square">
            <a:spAutoFit/>
          </a:bodyPr>
          <a:lstStyle>
            <a:lvl1pPr algn="just">
              <a:defRPr sz="1000">
                <a:solidFill>
                  <a:prstClr val="black"/>
                </a:solidFill>
                <a:latin typeface="Aptos" panose="02110004020202020204"/>
              </a:defRPr>
            </a:lvl1pPr>
          </a:lstStyle>
          <a:p>
            <a:r>
              <a:rPr lang="en-US" b="1" noProof="0"/>
              <a:t>Data Sovereignty</a:t>
            </a:r>
          </a:p>
        </p:txBody>
      </p:sp>
      <p:sp>
        <p:nvSpPr>
          <p:cNvPr id="58" name="CuadroTexto 57">
            <a:extLst>
              <a:ext uri="{FF2B5EF4-FFF2-40B4-BE49-F238E27FC236}">
                <a16:creationId xmlns:a16="http://schemas.microsoft.com/office/drawing/2014/main" id="{0A8987E2-01A0-B2D7-DC53-CEB66C72E9DC}"/>
              </a:ext>
            </a:extLst>
          </p:cNvPr>
          <p:cNvSpPr txBox="1"/>
          <p:nvPr/>
        </p:nvSpPr>
        <p:spPr>
          <a:xfrm>
            <a:off x="8119727" y="4246681"/>
            <a:ext cx="2000061" cy="246221"/>
          </a:xfrm>
          <a:prstGeom prst="rect">
            <a:avLst/>
          </a:prstGeom>
          <a:noFill/>
        </p:spPr>
        <p:txBody>
          <a:bodyPr wrap="square">
            <a:spAutoFit/>
          </a:bodyPr>
          <a:lstStyle>
            <a:lvl1pPr algn="just">
              <a:defRPr sz="1000">
                <a:solidFill>
                  <a:prstClr val="black"/>
                </a:solidFill>
                <a:latin typeface="Aptos" panose="02110004020202020204"/>
              </a:defRPr>
            </a:lvl1pPr>
          </a:lstStyle>
          <a:p>
            <a:r>
              <a:rPr lang="en-US" b="1" noProof="0"/>
              <a:t>Digital Resilience</a:t>
            </a:r>
          </a:p>
        </p:txBody>
      </p:sp>
      <p:sp>
        <p:nvSpPr>
          <p:cNvPr id="59" name="CuadroTexto 58">
            <a:extLst>
              <a:ext uri="{FF2B5EF4-FFF2-40B4-BE49-F238E27FC236}">
                <a16:creationId xmlns:a16="http://schemas.microsoft.com/office/drawing/2014/main" id="{C4950289-D39E-4292-E346-B4355AC342FA}"/>
              </a:ext>
            </a:extLst>
          </p:cNvPr>
          <p:cNvSpPr txBox="1"/>
          <p:nvPr/>
        </p:nvSpPr>
        <p:spPr>
          <a:xfrm>
            <a:off x="8119727" y="4892169"/>
            <a:ext cx="2000061" cy="246221"/>
          </a:xfrm>
          <a:prstGeom prst="rect">
            <a:avLst/>
          </a:prstGeom>
          <a:noFill/>
        </p:spPr>
        <p:txBody>
          <a:bodyPr wrap="square">
            <a:spAutoFit/>
          </a:bodyPr>
          <a:lstStyle>
            <a:lvl1pPr algn="just">
              <a:defRPr sz="1000">
                <a:solidFill>
                  <a:prstClr val="black"/>
                </a:solidFill>
                <a:latin typeface="Aptos" panose="02110004020202020204"/>
              </a:defRPr>
            </a:lvl1pPr>
          </a:lstStyle>
          <a:p>
            <a:r>
              <a:rPr lang="en-US" b="1" noProof="0"/>
              <a:t>Full Digital Sovereignty</a:t>
            </a:r>
          </a:p>
        </p:txBody>
      </p:sp>
      <p:sp>
        <p:nvSpPr>
          <p:cNvPr id="77" name="CuadroTexto 76">
            <a:extLst>
              <a:ext uri="{FF2B5EF4-FFF2-40B4-BE49-F238E27FC236}">
                <a16:creationId xmlns:a16="http://schemas.microsoft.com/office/drawing/2014/main" id="{C2AD6C6B-E3F3-12AF-5B76-32E31C005EEA}"/>
              </a:ext>
            </a:extLst>
          </p:cNvPr>
          <p:cNvSpPr txBox="1"/>
          <p:nvPr/>
        </p:nvSpPr>
        <p:spPr>
          <a:xfrm>
            <a:off x="6081712" y="6286036"/>
            <a:ext cx="933450" cy="246221"/>
          </a:xfrm>
          <a:prstGeom prst="rect">
            <a:avLst/>
          </a:prstGeom>
          <a:noFill/>
        </p:spPr>
        <p:txBody>
          <a:bodyPr wrap="square">
            <a:spAutoFit/>
          </a:bodyPr>
          <a:lstStyle/>
          <a:p>
            <a:pPr algn="ctr"/>
            <a:r>
              <a:rPr lang="en-US" sz="1000" b="1" noProof="0">
                <a:solidFill>
                  <a:prstClr val="black"/>
                </a:solidFill>
                <a:latin typeface="Aptos" panose="02110004020202020204"/>
              </a:rPr>
              <a:t>100</a:t>
            </a:r>
            <a:r>
              <a:rPr lang="en-US" sz="1000" b="1" kern="1200" noProof="0">
                <a:solidFill>
                  <a:prstClr val="black"/>
                </a:solidFill>
                <a:latin typeface="Aptos" panose="02110004020202020204"/>
                <a:ea typeface="+mn-ea"/>
                <a:cs typeface="+mn-cs"/>
              </a:rPr>
              <a:t>%</a:t>
            </a:r>
          </a:p>
        </p:txBody>
      </p:sp>
      <p:sp>
        <p:nvSpPr>
          <p:cNvPr id="78" name="CuadroTexto 77">
            <a:extLst>
              <a:ext uri="{FF2B5EF4-FFF2-40B4-BE49-F238E27FC236}">
                <a16:creationId xmlns:a16="http://schemas.microsoft.com/office/drawing/2014/main" id="{DA1C8C86-0AB1-A712-EE4F-48E9C75E4127}"/>
              </a:ext>
            </a:extLst>
          </p:cNvPr>
          <p:cNvSpPr txBox="1"/>
          <p:nvPr/>
        </p:nvSpPr>
        <p:spPr>
          <a:xfrm>
            <a:off x="5857874" y="1827884"/>
            <a:ext cx="1381127" cy="400110"/>
          </a:xfrm>
          <a:prstGeom prst="rect">
            <a:avLst/>
          </a:prstGeom>
          <a:noFill/>
        </p:spPr>
        <p:txBody>
          <a:bodyPr wrap="square">
            <a:spAutoFit/>
          </a:bodyPr>
          <a:lstStyle/>
          <a:p>
            <a:pPr algn="ctr"/>
            <a:r>
              <a:rPr lang="en-US" sz="1000" b="1" noProof="0">
                <a:solidFill>
                  <a:prstClr val="black"/>
                </a:solidFill>
                <a:latin typeface="Aptos" panose="02110004020202020204"/>
              </a:rPr>
              <a:t>Sovereignty</a:t>
            </a:r>
            <a:br>
              <a:rPr lang="en-US" sz="1000" b="1" noProof="0">
                <a:solidFill>
                  <a:prstClr val="black"/>
                </a:solidFill>
                <a:latin typeface="Aptos" panose="02110004020202020204"/>
              </a:rPr>
            </a:br>
            <a:r>
              <a:rPr lang="en-US" sz="1000" b="1" noProof="0">
                <a:solidFill>
                  <a:prstClr val="black"/>
                </a:solidFill>
                <a:latin typeface="Aptos" panose="02110004020202020204"/>
              </a:rPr>
              <a:t>Score</a:t>
            </a:r>
            <a:endParaRPr lang="en-US" sz="1000" b="1" kern="1200" noProof="0">
              <a:solidFill>
                <a:prstClr val="black"/>
              </a:solidFill>
              <a:latin typeface="Aptos" panose="02110004020202020204"/>
              <a:ea typeface="+mn-ea"/>
              <a:cs typeface="+mn-cs"/>
            </a:endParaRPr>
          </a:p>
        </p:txBody>
      </p:sp>
      <p:grpSp>
        <p:nvGrpSpPr>
          <p:cNvPr id="106" name="Group 105">
            <a:extLst>
              <a:ext uri="{FF2B5EF4-FFF2-40B4-BE49-F238E27FC236}">
                <a16:creationId xmlns:a16="http://schemas.microsoft.com/office/drawing/2014/main" id="{16787A32-19ED-C748-98AE-3BDCA782F21A}"/>
              </a:ext>
            </a:extLst>
          </p:cNvPr>
          <p:cNvGrpSpPr/>
          <p:nvPr/>
        </p:nvGrpSpPr>
        <p:grpSpPr>
          <a:xfrm>
            <a:off x="392429" y="2627790"/>
            <a:ext cx="6622733" cy="400110"/>
            <a:chOff x="392429" y="2600310"/>
            <a:chExt cx="6622733" cy="400110"/>
          </a:xfrm>
        </p:grpSpPr>
        <p:sp>
          <p:nvSpPr>
            <p:cNvPr id="18" name="CuadroTexto 17">
              <a:extLst>
                <a:ext uri="{FF2B5EF4-FFF2-40B4-BE49-F238E27FC236}">
                  <a16:creationId xmlns:a16="http://schemas.microsoft.com/office/drawing/2014/main" id="{802541ED-C72A-6B01-483B-F267E3DF5ED7}"/>
                </a:ext>
              </a:extLst>
            </p:cNvPr>
            <p:cNvSpPr txBox="1"/>
            <p:nvPr/>
          </p:nvSpPr>
          <p:spPr>
            <a:xfrm>
              <a:off x="1238249" y="2600310"/>
              <a:ext cx="1137403" cy="400110"/>
            </a:xfrm>
            <a:prstGeom prst="rect">
              <a:avLst/>
            </a:prstGeom>
            <a:noFill/>
          </p:spPr>
          <p:txBody>
            <a:bodyPr wrap="square">
              <a:spAutoFit/>
            </a:bodyPr>
            <a:lstStyle/>
            <a:p>
              <a:r>
                <a:rPr lang="en-US" sz="1000" b="1" noProof="0">
                  <a:solidFill>
                    <a:prstClr val="black"/>
                  </a:solidFill>
                  <a:latin typeface="Aptos" panose="02110004020202020204"/>
                </a:rPr>
                <a:t>Legal &amp; Jurisdictional</a:t>
              </a:r>
            </a:p>
          </p:txBody>
        </p:sp>
        <p:sp>
          <p:nvSpPr>
            <p:cNvPr id="23" name="CuadroTexto 22">
              <a:extLst>
                <a:ext uri="{FF2B5EF4-FFF2-40B4-BE49-F238E27FC236}">
                  <a16:creationId xmlns:a16="http://schemas.microsoft.com/office/drawing/2014/main" id="{E68196B8-A1E6-C72C-E22E-DBBC9A1E16F6}"/>
                </a:ext>
              </a:extLst>
            </p:cNvPr>
            <p:cNvSpPr txBox="1"/>
            <p:nvPr/>
          </p:nvSpPr>
          <p:spPr>
            <a:xfrm>
              <a:off x="2171698" y="2600310"/>
              <a:ext cx="3876675" cy="400110"/>
            </a:xfrm>
            <a:prstGeom prst="rect">
              <a:avLst/>
            </a:prstGeom>
            <a:noFill/>
          </p:spPr>
          <p:txBody>
            <a:bodyPr wrap="square">
              <a:spAutoFit/>
            </a:bodyPr>
            <a:lstStyle>
              <a:lvl1pPr>
                <a:defRPr sz="1000">
                  <a:solidFill>
                    <a:prstClr val="black"/>
                  </a:solidFill>
                  <a:latin typeface="Aptos" panose="02110004020202020204"/>
                </a:defRPr>
              </a:lvl1pPr>
            </a:lstStyle>
            <a:p>
              <a:pPr algn="just"/>
              <a:r>
                <a:rPr lang="en-US" noProof="0"/>
                <a:t>Evaluates the extent to which services are protected under European jurisdiction and insulated from external legal claims.</a:t>
              </a:r>
            </a:p>
          </p:txBody>
        </p:sp>
        <p:cxnSp>
          <p:nvCxnSpPr>
            <p:cNvPr id="63" name="Conector recto de flecha 62">
              <a:extLst>
                <a:ext uri="{FF2B5EF4-FFF2-40B4-BE49-F238E27FC236}">
                  <a16:creationId xmlns:a16="http://schemas.microsoft.com/office/drawing/2014/main" id="{2E0A1AF6-0A49-8E16-CFB9-83A2680D8BF9}"/>
                </a:ext>
              </a:extLst>
            </p:cNvPr>
            <p:cNvCxnSpPr>
              <a:cxnSpLocks/>
            </p:cNvCxnSpPr>
            <p:nvPr/>
          </p:nvCxnSpPr>
          <p:spPr>
            <a:xfrm>
              <a:off x="6055515" y="2797781"/>
              <a:ext cx="238127" cy="5168"/>
            </a:xfrm>
            <a:prstGeom prst="straightConnector1">
              <a:avLst/>
            </a:prstGeom>
            <a:ln>
              <a:solidFill>
                <a:srgbClr val="0072BC"/>
              </a:solidFill>
              <a:tailEnd type="triangle"/>
            </a:ln>
          </p:spPr>
          <p:style>
            <a:lnRef idx="1">
              <a:schemeClr val="accent1"/>
            </a:lnRef>
            <a:fillRef idx="0">
              <a:schemeClr val="accent1"/>
            </a:fillRef>
            <a:effectRef idx="0">
              <a:schemeClr val="accent1"/>
            </a:effectRef>
            <a:fontRef idx="minor">
              <a:schemeClr val="tx1"/>
            </a:fontRef>
          </p:style>
        </p:cxnSp>
        <p:sp>
          <p:nvSpPr>
            <p:cNvPr id="71" name="CuadroTexto 70">
              <a:extLst>
                <a:ext uri="{FF2B5EF4-FFF2-40B4-BE49-F238E27FC236}">
                  <a16:creationId xmlns:a16="http://schemas.microsoft.com/office/drawing/2014/main" id="{8D2E3687-1EDD-9927-8619-2101FB839EC0}"/>
                </a:ext>
              </a:extLst>
            </p:cNvPr>
            <p:cNvSpPr txBox="1"/>
            <p:nvPr/>
          </p:nvSpPr>
          <p:spPr>
            <a:xfrm>
              <a:off x="6081712" y="2677255"/>
              <a:ext cx="933450" cy="246221"/>
            </a:xfrm>
            <a:prstGeom prst="rect">
              <a:avLst/>
            </a:prstGeom>
            <a:noFill/>
          </p:spPr>
          <p:txBody>
            <a:bodyPr wrap="square">
              <a:spAutoFit/>
            </a:bodyPr>
            <a:lstStyle/>
            <a:p>
              <a:pPr algn="ctr"/>
              <a:r>
                <a:rPr lang="en-US" sz="1000" b="1" kern="1200" noProof="0">
                  <a:solidFill>
                    <a:prstClr val="black"/>
                  </a:solidFill>
                  <a:latin typeface="Aptos" panose="02110004020202020204"/>
                  <a:ea typeface="+mn-ea"/>
                  <a:cs typeface="+mn-cs"/>
                </a:rPr>
                <a:t>10%</a:t>
              </a:r>
            </a:p>
          </p:txBody>
        </p:sp>
        <p:grpSp>
          <p:nvGrpSpPr>
            <p:cNvPr id="54" name="Group 53">
              <a:extLst>
                <a:ext uri="{FF2B5EF4-FFF2-40B4-BE49-F238E27FC236}">
                  <a16:creationId xmlns:a16="http://schemas.microsoft.com/office/drawing/2014/main" id="{8EA2678F-AAAE-1CB7-30D7-97F4CB42ED8A}"/>
                </a:ext>
              </a:extLst>
            </p:cNvPr>
            <p:cNvGrpSpPr/>
            <p:nvPr/>
          </p:nvGrpSpPr>
          <p:grpSpPr>
            <a:xfrm>
              <a:off x="392429" y="2663191"/>
              <a:ext cx="845821" cy="274348"/>
              <a:chOff x="392429" y="2872069"/>
              <a:chExt cx="845821" cy="274348"/>
            </a:xfrm>
          </p:grpSpPr>
          <p:sp>
            <p:nvSpPr>
              <p:cNvPr id="17" name="Rectángulo: esquinas redondeadas 16">
                <a:extLst>
                  <a:ext uri="{FF2B5EF4-FFF2-40B4-BE49-F238E27FC236}">
                    <a16:creationId xmlns:a16="http://schemas.microsoft.com/office/drawing/2014/main" id="{8F1742A8-6222-550B-5813-8BC3674DF90F}"/>
                  </a:ext>
                </a:extLst>
              </p:cNvPr>
              <p:cNvSpPr/>
              <p:nvPr/>
            </p:nvSpPr>
            <p:spPr>
              <a:xfrm>
                <a:off x="392429" y="2872069"/>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SOV-2</a:t>
                </a:r>
              </a:p>
            </p:txBody>
          </p:sp>
          <p:pic>
            <p:nvPicPr>
              <p:cNvPr id="82" name="Gráfico 81" descr="Martillo de juez con relleno sólido">
                <a:extLst>
                  <a:ext uri="{FF2B5EF4-FFF2-40B4-BE49-F238E27FC236}">
                    <a16:creationId xmlns:a16="http://schemas.microsoft.com/office/drawing/2014/main" id="{05041DD1-F684-6053-75FA-5047BC810A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9302" y="2882636"/>
                <a:ext cx="253215" cy="253215"/>
              </a:xfrm>
              <a:prstGeom prst="rect">
                <a:avLst/>
              </a:prstGeom>
            </p:spPr>
          </p:pic>
        </p:grpSp>
      </p:grpSp>
      <p:grpSp>
        <p:nvGrpSpPr>
          <p:cNvPr id="108" name="Group 107">
            <a:extLst>
              <a:ext uri="{FF2B5EF4-FFF2-40B4-BE49-F238E27FC236}">
                <a16:creationId xmlns:a16="http://schemas.microsoft.com/office/drawing/2014/main" id="{E6B42845-EE2A-0737-4093-6DDDE5DC9E9B}"/>
              </a:ext>
            </a:extLst>
          </p:cNvPr>
          <p:cNvGrpSpPr/>
          <p:nvPr/>
        </p:nvGrpSpPr>
        <p:grpSpPr>
          <a:xfrm>
            <a:off x="392429" y="3120378"/>
            <a:ext cx="6622733" cy="400110"/>
            <a:chOff x="392429" y="3039473"/>
            <a:chExt cx="6622733" cy="400110"/>
          </a:xfrm>
        </p:grpSpPr>
        <p:sp>
          <p:nvSpPr>
            <p:cNvPr id="21" name="CuadroTexto 20">
              <a:extLst>
                <a:ext uri="{FF2B5EF4-FFF2-40B4-BE49-F238E27FC236}">
                  <a16:creationId xmlns:a16="http://schemas.microsoft.com/office/drawing/2014/main" id="{3F4F3F38-9356-1EBB-6DE6-89BB97EA226C}"/>
                </a:ext>
              </a:extLst>
            </p:cNvPr>
            <p:cNvSpPr txBox="1"/>
            <p:nvPr/>
          </p:nvSpPr>
          <p:spPr>
            <a:xfrm>
              <a:off x="1238250" y="3116418"/>
              <a:ext cx="933450" cy="246221"/>
            </a:xfrm>
            <a:prstGeom prst="rect">
              <a:avLst/>
            </a:prstGeom>
            <a:noFill/>
          </p:spPr>
          <p:txBody>
            <a:bodyPr wrap="square">
              <a:spAutoFit/>
            </a:bodyPr>
            <a:lstStyle/>
            <a:p>
              <a:r>
                <a:rPr lang="en-US" sz="1000" b="1" noProof="0">
                  <a:solidFill>
                    <a:prstClr val="black"/>
                  </a:solidFill>
                  <a:latin typeface="Aptos" panose="02110004020202020204"/>
                </a:rPr>
                <a:t>Data &amp; AI</a:t>
              </a:r>
            </a:p>
          </p:txBody>
        </p:sp>
        <p:sp>
          <p:nvSpPr>
            <p:cNvPr id="22" name="CuadroTexto 21">
              <a:extLst>
                <a:ext uri="{FF2B5EF4-FFF2-40B4-BE49-F238E27FC236}">
                  <a16:creationId xmlns:a16="http://schemas.microsoft.com/office/drawing/2014/main" id="{FD4795DC-0B42-2069-56E8-D7AAEC6332F1}"/>
                </a:ext>
              </a:extLst>
            </p:cNvPr>
            <p:cNvSpPr txBox="1"/>
            <p:nvPr/>
          </p:nvSpPr>
          <p:spPr>
            <a:xfrm>
              <a:off x="2171698" y="3039473"/>
              <a:ext cx="3876675" cy="400110"/>
            </a:xfrm>
            <a:prstGeom prst="rect">
              <a:avLst/>
            </a:prstGeom>
            <a:noFill/>
          </p:spPr>
          <p:txBody>
            <a:bodyPr wrap="square">
              <a:spAutoFit/>
            </a:bodyPr>
            <a:lstStyle>
              <a:lvl1pPr>
                <a:defRPr sz="1000">
                  <a:solidFill>
                    <a:prstClr val="black"/>
                  </a:solidFill>
                  <a:latin typeface="Aptos" panose="02110004020202020204"/>
                </a:defRPr>
              </a:lvl1pPr>
            </a:lstStyle>
            <a:p>
              <a:pPr algn="just"/>
              <a:r>
                <a:rPr lang="en-US" noProof="0"/>
                <a:t>Measures the protection, control and independence of data and AI services, including processing location and autonomy.</a:t>
              </a:r>
            </a:p>
          </p:txBody>
        </p:sp>
        <p:cxnSp>
          <p:nvCxnSpPr>
            <p:cNvPr id="64" name="Conector recto de flecha 63">
              <a:extLst>
                <a:ext uri="{FF2B5EF4-FFF2-40B4-BE49-F238E27FC236}">
                  <a16:creationId xmlns:a16="http://schemas.microsoft.com/office/drawing/2014/main" id="{9E793142-B2A4-6247-C33F-7178B910D0B6}"/>
                </a:ext>
              </a:extLst>
            </p:cNvPr>
            <p:cNvCxnSpPr>
              <a:cxnSpLocks/>
            </p:cNvCxnSpPr>
            <p:nvPr/>
          </p:nvCxnSpPr>
          <p:spPr>
            <a:xfrm>
              <a:off x="6055515" y="3236944"/>
              <a:ext cx="238127" cy="5168"/>
            </a:xfrm>
            <a:prstGeom prst="straightConnector1">
              <a:avLst/>
            </a:prstGeom>
            <a:ln>
              <a:solidFill>
                <a:srgbClr val="0072BC"/>
              </a:solidFill>
              <a:tailEnd type="triangle"/>
            </a:ln>
          </p:spPr>
          <p:style>
            <a:lnRef idx="1">
              <a:schemeClr val="accent1"/>
            </a:lnRef>
            <a:fillRef idx="0">
              <a:schemeClr val="accent1"/>
            </a:fillRef>
            <a:effectRef idx="0">
              <a:schemeClr val="accent1"/>
            </a:effectRef>
            <a:fontRef idx="minor">
              <a:schemeClr val="tx1"/>
            </a:fontRef>
          </p:style>
        </p:cxnSp>
        <p:sp>
          <p:nvSpPr>
            <p:cNvPr id="72" name="CuadroTexto 71">
              <a:extLst>
                <a:ext uri="{FF2B5EF4-FFF2-40B4-BE49-F238E27FC236}">
                  <a16:creationId xmlns:a16="http://schemas.microsoft.com/office/drawing/2014/main" id="{EA31A248-A301-51D2-9A9E-EB484BD3EB77}"/>
                </a:ext>
              </a:extLst>
            </p:cNvPr>
            <p:cNvSpPr txBox="1"/>
            <p:nvPr/>
          </p:nvSpPr>
          <p:spPr>
            <a:xfrm>
              <a:off x="6081712" y="3116418"/>
              <a:ext cx="933450" cy="246221"/>
            </a:xfrm>
            <a:prstGeom prst="rect">
              <a:avLst/>
            </a:prstGeom>
            <a:noFill/>
          </p:spPr>
          <p:txBody>
            <a:bodyPr wrap="square">
              <a:spAutoFit/>
            </a:bodyPr>
            <a:lstStyle/>
            <a:p>
              <a:pPr algn="ctr"/>
              <a:r>
                <a:rPr lang="en-US" sz="1000" b="1" kern="1200" noProof="0">
                  <a:solidFill>
                    <a:prstClr val="black"/>
                  </a:solidFill>
                  <a:latin typeface="Aptos" panose="02110004020202020204"/>
                  <a:ea typeface="+mn-ea"/>
                  <a:cs typeface="+mn-cs"/>
                </a:rPr>
                <a:t>10%</a:t>
              </a:r>
            </a:p>
          </p:txBody>
        </p:sp>
        <p:grpSp>
          <p:nvGrpSpPr>
            <p:cNvPr id="60" name="Group 59">
              <a:extLst>
                <a:ext uri="{FF2B5EF4-FFF2-40B4-BE49-F238E27FC236}">
                  <a16:creationId xmlns:a16="http://schemas.microsoft.com/office/drawing/2014/main" id="{0E81651F-F755-7115-9D59-CC970343064E}"/>
                </a:ext>
              </a:extLst>
            </p:cNvPr>
            <p:cNvGrpSpPr/>
            <p:nvPr/>
          </p:nvGrpSpPr>
          <p:grpSpPr>
            <a:xfrm>
              <a:off x="392429" y="3102354"/>
              <a:ext cx="845821" cy="274348"/>
              <a:chOff x="392429" y="3412828"/>
              <a:chExt cx="845821" cy="274348"/>
            </a:xfrm>
          </p:grpSpPr>
          <p:sp>
            <p:nvSpPr>
              <p:cNvPr id="20" name="Rectángulo: esquinas redondeadas 19">
                <a:extLst>
                  <a:ext uri="{FF2B5EF4-FFF2-40B4-BE49-F238E27FC236}">
                    <a16:creationId xmlns:a16="http://schemas.microsoft.com/office/drawing/2014/main" id="{C1520758-DE1D-95F1-9B8D-6EEC8D800BCD}"/>
                  </a:ext>
                </a:extLst>
              </p:cNvPr>
              <p:cNvSpPr/>
              <p:nvPr/>
            </p:nvSpPr>
            <p:spPr>
              <a:xfrm>
                <a:off x="392429" y="3412828"/>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SOV-3</a:t>
                </a:r>
              </a:p>
            </p:txBody>
          </p:sp>
          <p:pic>
            <p:nvPicPr>
              <p:cNvPr id="84" name="Gráfico 83" descr="Base de datos con relleno sólido">
                <a:extLst>
                  <a:ext uri="{FF2B5EF4-FFF2-40B4-BE49-F238E27FC236}">
                    <a16:creationId xmlns:a16="http://schemas.microsoft.com/office/drawing/2014/main" id="{7A7930FE-1C41-482A-4491-D59A099DE19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9302" y="3423395"/>
                <a:ext cx="253215" cy="253215"/>
              </a:xfrm>
              <a:prstGeom prst="rect">
                <a:avLst/>
              </a:prstGeom>
            </p:spPr>
          </p:pic>
        </p:grpSp>
      </p:grpSp>
      <p:grpSp>
        <p:nvGrpSpPr>
          <p:cNvPr id="104" name="Group 103">
            <a:extLst>
              <a:ext uri="{FF2B5EF4-FFF2-40B4-BE49-F238E27FC236}">
                <a16:creationId xmlns:a16="http://schemas.microsoft.com/office/drawing/2014/main" id="{26A0AC32-8552-9021-92C1-C17AC5554DB0}"/>
              </a:ext>
            </a:extLst>
          </p:cNvPr>
          <p:cNvGrpSpPr/>
          <p:nvPr/>
        </p:nvGrpSpPr>
        <p:grpSpPr>
          <a:xfrm>
            <a:off x="392429" y="3612966"/>
            <a:ext cx="6622733" cy="400110"/>
            <a:chOff x="392429" y="3722886"/>
            <a:chExt cx="6622733" cy="400110"/>
          </a:xfrm>
        </p:grpSpPr>
        <p:sp>
          <p:nvSpPr>
            <p:cNvPr id="25" name="CuadroTexto 24">
              <a:extLst>
                <a:ext uri="{FF2B5EF4-FFF2-40B4-BE49-F238E27FC236}">
                  <a16:creationId xmlns:a16="http://schemas.microsoft.com/office/drawing/2014/main" id="{95C819D4-126C-DE63-0C19-BD5F958BAE17}"/>
                </a:ext>
              </a:extLst>
            </p:cNvPr>
            <p:cNvSpPr txBox="1"/>
            <p:nvPr/>
          </p:nvSpPr>
          <p:spPr>
            <a:xfrm>
              <a:off x="1250072" y="3799831"/>
              <a:ext cx="933450" cy="246221"/>
            </a:xfrm>
            <a:prstGeom prst="rect">
              <a:avLst/>
            </a:prstGeom>
            <a:noFill/>
          </p:spPr>
          <p:txBody>
            <a:bodyPr wrap="square">
              <a:spAutoFit/>
            </a:bodyPr>
            <a:lstStyle/>
            <a:p>
              <a:r>
                <a:rPr lang="en-US" sz="1000" b="1" noProof="0">
                  <a:solidFill>
                    <a:prstClr val="black"/>
                  </a:solidFill>
                  <a:latin typeface="Aptos" panose="02110004020202020204"/>
                </a:rPr>
                <a:t>Operational</a:t>
              </a:r>
            </a:p>
          </p:txBody>
        </p:sp>
        <p:sp>
          <p:nvSpPr>
            <p:cNvPr id="26" name="CuadroTexto 25">
              <a:extLst>
                <a:ext uri="{FF2B5EF4-FFF2-40B4-BE49-F238E27FC236}">
                  <a16:creationId xmlns:a16="http://schemas.microsoft.com/office/drawing/2014/main" id="{396BDBBB-C8B6-44F4-844E-D2716A8E7D26}"/>
                </a:ext>
              </a:extLst>
            </p:cNvPr>
            <p:cNvSpPr txBox="1"/>
            <p:nvPr/>
          </p:nvSpPr>
          <p:spPr>
            <a:xfrm>
              <a:off x="2171698" y="3722886"/>
              <a:ext cx="3876675" cy="400110"/>
            </a:xfrm>
            <a:prstGeom prst="rect">
              <a:avLst/>
            </a:prstGeom>
            <a:noFill/>
          </p:spPr>
          <p:txBody>
            <a:bodyPr wrap="square">
              <a:spAutoFit/>
            </a:bodyPr>
            <a:lstStyle>
              <a:lvl1pPr>
                <a:defRPr sz="1000">
                  <a:solidFill>
                    <a:prstClr val="black"/>
                  </a:solidFill>
                  <a:latin typeface="Aptos" panose="02110004020202020204"/>
                </a:defRPr>
              </a:lvl1pPr>
            </a:lstStyle>
            <a:p>
              <a:pPr algn="just"/>
              <a:r>
                <a:rPr lang="en-US" noProof="0"/>
                <a:t>Evaluates which critical services can be operated and sustained without reliance on external providers, preserving continuity.</a:t>
              </a:r>
            </a:p>
          </p:txBody>
        </p:sp>
        <p:cxnSp>
          <p:nvCxnSpPr>
            <p:cNvPr id="65" name="Conector recto de flecha 64">
              <a:extLst>
                <a:ext uri="{FF2B5EF4-FFF2-40B4-BE49-F238E27FC236}">
                  <a16:creationId xmlns:a16="http://schemas.microsoft.com/office/drawing/2014/main" id="{74A265FC-60C1-3A96-9347-53F38B1F8FA4}"/>
                </a:ext>
              </a:extLst>
            </p:cNvPr>
            <p:cNvCxnSpPr>
              <a:cxnSpLocks/>
            </p:cNvCxnSpPr>
            <p:nvPr/>
          </p:nvCxnSpPr>
          <p:spPr>
            <a:xfrm>
              <a:off x="6055515" y="3920357"/>
              <a:ext cx="238127" cy="5168"/>
            </a:xfrm>
            <a:prstGeom prst="straightConnector1">
              <a:avLst/>
            </a:prstGeom>
            <a:ln>
              <a:solidFill>
                <a:srgbClr val="0072BC"/>
              </a:solidFill>
              <a:tailEnd type="triangle"/>
            </a:ln>
          </p:spPr>
          <p:style>
            <a:lnRef idx="1">
              <a:schemeClr val="accent1"/>
            </a:lnRef>
            <a:fillRef idx="0">
              <a:schemeClr val="accent1"/>
            </a:fillRef>
            <a:effectRef idx="0">
              <a:schemeClr val="accent1"/>
            </a:effectRef>
            <a:fontRef idx="minor">
              <a:schemeClr val="tx1"/>
            </a:fontRef>
          </p:style>
        </p:cxnSp>
        <p:sp>
          <p:nvSpPr>
            <p:cNvPr id="73" name="CuadroTexto 72">
              <a:extLst>
                <a:ext uri="{FF2B5EF4-FFF2-40B4-BE49-F238E27FC236}">
                  <a16:creationId xmlns:a16="http://schemas.microsoft.com/office/drawing/2014/main" id="{53B0177D-5FC5-5642-6E2C-09C7A54933EF}"/>
                </a:ext>
              </a:extLst>
            </p:cNvPr>
            <p:cNvSpPr txBox="1"/>
            <p:nvPr/>
          </p:nvSpPr>
          <p:spPr>
            <a:xfrm>
              <a:off x="6081712" y="3799831"/>
              <a:ext cx="933450" cy="246221"/>
            </a:xfrm>
            <a:prstGeom prst="rect">
              <a:avLst/>
            </a:prstGeom>
            <a:noFill/>
          </p:spPr>
          <p:txBody>
            <a:bodyPr wrap="square">
              <a:spAutoFit/>
            </a:bodyPr>
            <a:lstStyle/>
            <a:p>
              <a:pPr algn="ctr"/>
              <a:r>
                <a:rPr lang="en-US" sz="1000" b="1" kern="1200" noProof="0">
                  <a:solidFill>
                    <a:prstClr val="black"/>
                  </a:solidFill>
                  <a:latin typeface="Aptos" panose="02110004020202020204"/>
                  <a:ea typeface="+mn-ea"/>
                  <a:cs typeface="+mn-cs"/>
                </a:rPr>
                <a:t>15%</a:t>
              </a:r>
            </a:p>
          </p:txBody>
        </p:sp>
        <p:grpSp>
          <p:nvGrpSpPr>
            <p:cNvPr id="61" name="Group 60">
              <a:extLst>
                <a:ext uri="{FF2B5EF4-FFF2-40B4-BE49-F238E27FC236}">
                  <a16:creationId xmlns:a16="http://schemas.microsoft.com/office/drawing/2014/main" id="{9FD70E1D-103D-5B9D-67EB-683B45B2F030}"/>
                </a:ext>
              </a:extLst>
            </p:cNvPr>
            <p:cNvGrpSpPr/>
            <p:nvPr/>
          </p:nvGrpSpPr>
          <p:grpSpPr>
            <a:xfrm>
              <a:off x="392429" y="3785767"/>
              <a:ext cx="845821" cy="274348"/>
              <a:chOff x="392429" y="3935164"/>
              <a:chExt cx="845821" cy="274348"/>
            </a:xfrm>
          </p:grpSpPr>
          <p:sp>
            <p:nvSpPr>
              <p:cNvPr id="24" name="Rectángulo: esquinas redondeadas 23">
                <a:extLst>
                  <a:ext uri="{FF2B5EF4-FFF2-40B4-BE49-F238E27FC236}">
                    <a16:creationId xmlns:a16="http://schemas.microsoft.com/office/drawing/2014/main" id="{054216E0-70E1-CE7D-8FF6-502BF99FE658}"/>
                  </a:ext>
                </a:extLst>
              </p:cNvPr>
              <p:cNvSpPr/>
              <p:nvPr/>
            </p:nvSpPr>
            <p:spPr>
              <a:xfrm>
                <a:off x="392429" y="3935164"/>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SOV-4</a:t>
                </a:r>
              </a:p>
            </p:txBody>
          </p:sp>
          <p:pic>
            <p:nvPicPr>
              <p:cNvPr id="86" name="Gráfico 85" descr="Engranajes con relleno sólido">
                <a:extLst>
                  <a:ext uri="{FF2B5EF4-FFF2-40B4-BE49-F238E27FC236}">
                    <a16:creationId xmlns:a16="http://schemas.microsoft.com/office/drawing/2014/main" id="{C4E8BCC7-8EB4-4973-988B-49E1D04BC90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49302" y="3945731"/>
                <a:ext cx="253215" cy="253215"/>
              </a:xfrm>
              <a:prstGeom prst="rect">
                <a:avLst/>
              </a:prstGeom>
            </p:spPr>
          </p:pic>
        </p:grpSp>
      </p:grpSp>
      <p:grpSp>
        <p:nvGrpSpPr>
          <p:cNvPr id="109" name="Group 108">
            <a:extLst>
              <a:ext uri="{FF2B5EF4-FFF2-40B4-BE49-F238E27FC236}">
                <a16:creationId xmlns:a16="http://schemas.microsoft.com/office/drawing/2014/main" id="{A5BD1037-B7B6-62EE-4FC2-0B627DB630B8}"/>
              </a:ext>
            </a:extLst>
          </p:cNvPr>
          <p:cNvGrpSpPr/>
          <p:nvPr/>
        </p:nvGrpSpPr>
        <p:grpSpPr>
          <a:xfrm>
            <a:off x="392429" y="4105554"/>
            <a:ext cx="6622733" cy="400110"/>
            <a:chOff x="392429" y="4090601"/>
            <a:chExt cx="6622733" cy="400110"/>
          </a:xfrm>
        </p:grpSpPr>
        <p:sp>
          <p:nvSpPr>
            <p:cNvPr id="28" name="CuadroTexto 27">
              <a:extLst>
                <a:ext uri="{FF2B5EF4-FFF2-40B4-BE49-F238E27FC236}">
                  <a16:creationId xmlns:a16="http://schemas.microsoft.com/office/drawing/2014/main" id="{BD37EA4F-3A86-6992-9972-B6604D1997B4}"/>
                </a:ext>
              </a:extLst>
            </p:cNvPr>
            <p:cNvSpPr txBox="1"/>
            <p:nvPr/>
          </p:nvSpPr>
          <p:spPr>
            <a:xfrm>
              <a:off x="1238250" y="4167546"/>
              <a:ext cx="1066800" cy="246221"/>
            </a:xfrm>
            <a:prstGeom prst="rect">
              <a:avLst/>
            </a:prstGeom>
            <a:noFill/>
          </p:spPr>
          <p:txBody>
            <a:bodyPr wrap="square">
              <a:spAutoFit/>
            </a:bodyPr>
            <a:lstStyle/>
            <a:p>
              <a:r>
                <a:rPr lang="en-US" sz="1000" b="1" noProof="0">
                  <a:solidFill>
                    <a:prstClr val="black"/>
                  </a:solidFill>
                  <a:latin typeface="Aptos" panose="02110004020202020204"/>
                </a:rPr>
                <a:t>Supply Chain </a:t>
              </a:r>
            </a:p>
          </p:txBody>
        </p:sp>
        <p:sp>
          <p:nvSpPr>
            <p:cNvPr id="29" name="CuadroTexto 28">
              <a:extLst>
                <a:ext uri="{FF2B5EF4-FFF2-40B4-BE49-F238E27FC236}">
                  <a16:creationId xmlns:a16="http://schemas.microsoft.com/office/drawing/2014/main" id="{7583E30B-A529-488E-4241-9903854802A3}"/>
                </a:ext>
              </a:extLst>
            </p:cNvPr>
            <p:cNvSpPr txBox="1"/>
            <p:nvPr/>
          </p:nvSpPr>
          <p:spPr>
            <a:xfrm>
              <a:off x="2171698" y="4090601"/>
              <a:ext cx="3876675" cy="400110"/>
            </a:xfrm>
            <a:prstGeom prst="rect">
              <a:avLst/>
            </a:prstGeom>
            <a:noFill/>
          </p:spPr>
          <p:txBody>
            <a:bodyPr wrap="square">
              <a:spAutoFit/>
            </a:bodyPr>
            <a:lstStyle>
              <a:lvl1pPr>
                <a:defRPr sz="1000">
                  <a:solidFill>
                    <a:prstClr val="black"/>
                  </a:solidFill>
                  <a:latin typeface="Aptos" panose="02110004020202020204"/>
                </a:defRPr>
              </a:lvl1pPr>
            </a:lstStyle>
            <a:p>
              <a:pPr algn="just"/>
              <a:r>
                <a:rPr lang="en-US" noProof="0"/>
                <a:t>Assesses dependency on external providers by evaluating hardware and software provenance, transparency, auditability and resilience.</a:t>
              </a:r>
            </a:p>
          </p:txBody>
        </p:sp>
        <p:cxnSp>
          <p:nvCxnSpPr>
            <p:cNvPr id="66" name="Conector recto de flecha 65">
              <a:extLst>
                <a:ext uri="{FF2B5EF4-FFF2-40B4-BE49-F238E27FC236}">
                  <a16:creationId xmlns:a16="http://schemas.microsoft.com/office/drawing/2014/main" id="{FBE6144B-8FE0-58DE-DA6E-7AB446FFCC7C}"/>
                </a:ext>
              </a:extLst>
            </p:cNvPr>
            <p:cNvCxnSpPr>
              <a:cxnSpLocks/>
            </p:cNvCxnSpPr>
            <p:nvPr/>
          </p:nvCxnSpPr>
          <p:spPr>
            <a:xfrm>
              <a:off x="6055515" y="4288072"/>
              <a:ext cx="238127" cy="5168"/>
            </a:xfrm>
            <a:prstGeom prst="straightConnector1">
              <a:avLst/>
            </a:prstGeom>
            <a:ln>
              <a:solidFill>
                <a:srgbClr val="0072BC"/>
              </a:solidFill>
              <a:tailEnd type="triangle"/>
            </a:ln>
          </p:spPr>
          <p:style>
            <a:lnRef idx="1">
              <a:schemeClr val="accent1"/>
            </a:lnRef>
            <a:fillRef idx="0">
              <a:schemeClr val="accent1"/>
            </a:fillRef>
            <a:effectRef idx="0">
              <a:schemeClr val="accent1"/>
            </a:effectRef>
            <a:fontRef idx="minor">
              <a:schemeClr val="tx1"/>
            </a:fontRef>
          </p:style>
        </p:cxnSp>
        <p:sp>
          <p:nvSpPr>
            <p:cNvPr id="74" name="CuadroTexto 73">
              <a:extLst>
                <a:ext uri="{FF2B5EF4-FFF2-40B4-BE49-F238E27FC236}">
                  <a16:creationId xmlns:a16="http://schemas.microsoft.com/office/drawing/2014/main" id="{A8539997-A726-3527-9821-1EB6203C24FF}"/>
                </a:ext>
              </a:extLst>
            </p:cNvPr>
            <p:cNvSpPr txBox="1"/>
            <p:nvPr/>
          </p:nvSpPr>
          <p:spPr>
            <a:xfrm>
              <a:off x="6081712" y="4167546"/>
              <a:ext cx="933450" cy="246221"/>
            </a:xfrm>
            <a:prstGeom prst="rect">
              <a:avLst/>
            </a:prstGeom>
            <a:noFill/>
          </p:spPr>
          <p:txBody>
            <a:bodyPr wrap="square">
              <a:spAutoFit/>
            </a:bodyPr>
            <a:lstStyle/>
            <a:p>
              <a:pPr algn="ctr"/>
              <a:r>
                <a:rPr lang="en-US" sz="1000" b="1" noProof="0">
                  <a:solidFill>
                    <a:prstClr val="black"/>
                  </a:solidFill>
                  <a:latin typeface="Aptos" panose="02110004020202020204"/>
                </a:rPr>
                <a:t>20</a:t>
              </a:r>
              <a:r>
                <a:rPr lang="en-US" sz="1000" b="1" kern="1200" noProof="0">
                  <a:solidFill>
                    <a:prstClr val="black"/>
                  </a:solidFill>
                  <a:latin typeface="Aptos" panose="02110004020202020204"/>
                  <a:ea typeface="+mn-ea"/>
                  <a:cs typeface="+mn-cs"/>
                </a:rPr>
                <a:t>%</a:t>
              </a:r>
            </a:p>
          </p:txBody>
        </p:sp>
        <p:grpSp>
          <p:nvGrpSpPr>
            <p:cNvPr id="79" name="Group 78">
              <a:extLst>
                <a:ext uri="{FF2B5EF4-FFF2-40B4-BE49-F238E27FC236}">
                  <a16:creationId xmlns:a16="http://schemas.microsoft.com/office/drawing/2014/main" id="{A2AEA390-8F61-6A20-3CA9-43B1BBD44FC1}"/>
                </a:ext>
              </a:extLst>
            </p:cNvPr>
            <p:cNvGrpSpPr/>
            <p:nvPr/>
          </p:nvGrpSpPr>
          <p:grpSpPr>
            <a:xfrm>
              <a:off x="392429" y="4153482"/>
              <a:ext cx="845821" cy="274348"/>
              <a:chOff x="392429" y="4474564"/>
              <a:chExt cx="845821" cy="274348"/>
            </a:xfrm>
          </p:grpSpPr>
          <p:sp>
            <p:nvSpPr>
              <p:cNvPr id="27" name="Rectángulo: esquinas redondeadas 26">
                <a:extLst>
                  <a:ext uri="{FF2B5EF4-FFF2-40B4-BE49-F238E27FC236}">
                    <a16:creationId xmlns:a16="http://schemas.microsoft.com/office/drawing/2014/main" id="{4704C58E-71C5-28DA-D2FD-1357CE56569C}"/>
                  </a:ext>
                </a:extLst>
              </p:cNvPr>
              <p:cNvSpPr/>
              <p:nvPr/>
            </p:nvSpPr>
            <p:spPr>
              <a:xfrm>
                <a:off x="392429" y="4474564"/>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SOV-5</a:t>
                </a:r>
              </a:p>
            </p:txBody>
          </p:sp>
          <p:pic>
            <p:nvPicPr>
              <p:cNvPr id="88" name="Gráfico 87" descr="Conectado con relleno sólido">
                <a:extLst>
                  <a:ext uri="{FF2B5EF4-FFF2-40B4-BE49-F238E27FC236}">
                    <a16:creationId xmlns:a16="http://schemas.microsoft.com/office/drawing/2014/main" id="{E5D33E9F-98ED-1823-1374-3A2D1FB4984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49302" y="4485131"/>
                <a:ext cx="253215" cy="253215"/>
              </a:xfrm>
              <a:prstGeom prst="rect">
                <a:avLst/>
              </a:prstGeom>
            </p:spPr>
          </p:pic>
        </p:grpSp>
      </p:grpSp>
      <p:grpSp>
        <p:nvGrpSpPr>
          <p:cNvPr id="102" name="Group 101">
            <a:extLst>
              <a:ext uri="{FF2B5EF4-FFF2-40B4-BE49-F238E27FC236}">
                <a16:creationId xmlns:a16="http://schemas.microsoft.com/office/drawing/2014/main" id="{09058A93-B57A-5C5D-5F76-68756BE9C476}"/>
              </a:ext>
            </a:extLst>
          </p:cNvPr>
          <p:cNvGrpSpPr/>
          <p:nvPr/>
        </p:nvGrpSpPr>
        <p:grpSpPr>
          <a:xfrm>
            <a:off x="392429" y="4598142"/>
            <a:ext cx="6622733" cy="553998"/>
            <a:chOff x="392429" y="4730046"/>
            <a:chExt cx="6622733" cy="553998"/>
          </a:xfrm>
        </p:grpSpPr>
        <p:sp>
          <p:nvSpPr>
            <p:cNvPr id="31" name="CuadroTexto 30">
              <a:extLst>
                <a:ext uri="{FF2B5EF4-FFF2-40B4-BE49-F238E27FC236}">
                  <a16:creationId xmlns:a16="http://schemas.microsoft.com/office/drawing/2014/main" id="{05CF9F72-B7D6-7D2B-B2BB-57B6FCE84A72}"/>
                </a:ext>
              </a:extLst>
            </p:cNvPr>
            <p:cNvSpPr txBox="1"/>
            <p:nvPr/>
          </p:nvSpPr>
          <p:spPr>
            <a:xfrm>
              <a:off x="1238250" y="4883935"/>
              <a:ext cx="1066800" cy="246221"/>
            </a:xfrm>
            <a:prstGeom prst="rect">
              <a:avLst/>
            </a:prstGeom>
            <a:noFill/>
          </p:spPr>
          <p:txBody>
            <a:bodyPr wrap="square">
              <a:spAutoFit/>
            </a:bodyPr>
            <a:lstStyle/>
            <a:p>
              <a:r>
                <a:rPr lang="en-US" sz="1000" b="1" noProof="0">
                  <a:solidFill>
                    <a:prstClr val="black"/>
                  </a:solidFill>
                  <a:latin typeface="Aptos" panose="02110004020202020204"/>
                </a:rPr>
                <a:t>Technology </a:t>
              </a:r>
            </a:p>
          </p:txBody>
        </p:sp>
        <p:sp>
          <p:nvSpPr>
            <p:cNvPr id="32" name="CuadroTexto 31">
              <a:extLst>
                <a:ext uri="{FF2B5EF4-FFF2-40B4-BE49-F238E27FC236}">
                  <a16:creationId xmlns:a16="http://schemas.microsoft.com/office/drawing/2014/main" id="{583CAEB9-78AC-89A0-F09F-A73556441BC0}"/>
                </a:ext>
              </a:extLst>
            </p:cNvPr>
            <p:cNvSpPr txBox="1"/>
            <p:nvPr/>
          </p:nvSpPr>
          <p:spPr>
            <a:xfrm>
              <a:off x="2171698" y="4730046"/>
              <a:ext cx="3876675" cy="553998"/>
            </a:xfrm>
            <a:prstGeom prst="rect">
              <a:avLst/>
            </a:prstGeom>
            <a:noFill/>
          </p:spPr>
          <p:txBody>
            <a:bodyPr wrap="square">
              <a:spAutoFit/>
            </a:bodyPr>
            <a:lstStyle>
              <a:lvl1pPr>
                <a:defRPr sz="1000">
                  <a:solidFill>
                    <a:prstClr val="black"/>
                  </a:solidFill>
                  <a:latin typeface="Aptos" panose="02110004020202020204"/>
                </a:defRPr>
              </a:lvl1pPr>
            </a:lstStyle>
            <a:p>
              <a:pPr algn="just"/>
              <a:r>
                <a:rPr lang="en-US" noProof="0"/>
                <a:t>Evaluates the openness, transparency and independence of the technology stack, reducing reliance on proprietary systems and vendor lock-in.</a:t>
              </a:r>
            </a:p>
          </p:txBody>
        </p:sp>
        <p:cxnSp>
          <p:nvCxnSpPr>
            <p:cNvPr id="67" name="Conector recto de flecha 66">
              <a:extLst>
                <a:ext uri="{FF2B5EF4-FFF2-40B4-BE49-F238E27FC236}">
                  <a16:creationId xmlns:a16="http://schemas.microsoft.com/office/drawing/2014/main" id="{FE4B6CA6-FB43-322B-AABC-6C8420800BCD}"/>
                </a:ext>
              </a:extLst>
            </p:cNvPr>
            <p:cNvCxnSpPr>
              <a:cxnSpLocks/>
            </p:cNvCxnSpPr>
            <p:nvPr/>
          </p:nvCxnSpPr>
          <p:spPr>
            <a:xfrm>
              <a:off x="6055515" y="5004461"/>
              <a:ext cx="238127" cy="5168"/>
            </a:xfrm>
            <a:prstGeom prst="straightConnector1">
              <a:avLst/>
            </a:prstGeom>
            <a:ln>
              <a:solidFill>
                <a:srgbClr val="0072BC"/>
              </a:solidFill>
              <a:tailEnd type="triangle"/>
            </a:ln>
          </p:spPr>
          <p:style>
            <a:lnRef idx="1">
              <a:schemeClr val="accent1"/>
            </a:lnRef>
            <a:fillRef idx="0">
              <a:schemeClr val="accent1"/>
            </a:fillRef>
            <a:effectRef idx="0">
              <a:schemeClr val="accent1"/>
            </a:effectRef>
            <a:fontRef idx="minor">
              <a:schemeClr val="tx1"/>
            </a:fontRef>
          </p:style>
        </p:cxnSp>
        <p:sp>
          <p:nvSpPr>
            <p:cNvPr id="75" name="CuadroTexto 74">
              <a:extLst>
                <a:ext uri="{FF2B5EF4-FFF2-40B4-BE49-F238E27FC236}">
                  <a16:creationId xmlns:a16="http://schemas.microsoft.com/office/drawing/2014/main" id="{81B92A2E-CFA6-0B40-096B-E0B65764A693}"/>
                </a:ext>
              </a:extLst>
            </p:cNvPr>
            <p:cNvSpPr txBox="1"/>
            <p:nvPr/>
          </p:nvSpPr>
          <p:spPr>
            <a:xfrm>
              <a:off x="6081712" y="4883935"/>
              <a:ext cx="933450" cy="246221"/>
            </a:xfrm>
            <a:prstGeom prst="rect">
              <a:avLst/>
            </a:prstGeom>
            <a:noFill/>
          </p:spPr>
          <p:txBody>
            <a:bodyPr wrap="square">
              <a:spAutoFit/>
            </a:bodyPr>
            <a:lstStyle/>
            <a:p>
              <a:pPr algn="ctr"/>
              <a:r>
                <a:rPr lang="en-US" sz="1000" b="1" noProof="0">
                  <a:solidFill>
                    <a:prstClr val="black"/>
                  </a:solidFill>
                  <a:latin typeface="Aptos" panose="02110004020202020204"/>
                </a:rPr>
                <a:t>15</a:t>
              </a:r>
              <a:r>
                <a:rPr lang="en-US" sz="1000" b="1" kern="1200" noProof="0">
                  <a:solidFill>
                    <a:prstClr val="black"/>
                  </a:solidFill>
                  <a:latin typeface="Aptos" panose="02110004020202020204"/>
                  <a:ea typeface="+mn-ea"/>
                  <a:cs typeface="+mn-cs"/>
                </a:rPr>
                <a:t>%</a:t>
              </a:r>
            </a:p>
          </p:txBody>
        </p:sp>
        <p:grpSp>
          <p:nvGrpSpPr>
            <p:cNvPr id="81" name="Group 80">
              <a:extLst>
                <a:ext uri="{FF2B5EF4-FFF2-40B4-BE49-F238E27FC236}">
                  <a16:creationId xmlns:a16="http://schemas.microsoft.com/office/drawing/2014/main" id="{5AE561FC-422D-147A-668B-9DD902D53459}"/>
                </a:ext>
              </a:extLst>
            </p:cNvPr>
            <p:cNvGrpSpPr/>
            <p:nvPr/>
          </p:nvGrpSpPr>
          <p:grpSpPr>
            <a:xfrm>
              <a:off x="392429" y="4869871"/>
              <a:ext cx="845821" cy="274348"/>
              <a:chOff x="392429" y="5049136"/>
              <a:chExt cx="845821" cy="274348"/>
            </a:xfrm>
          </p:grpSpPr>
          <p:sp>
            <p:nvSpPr>
              <p:cNvPr id="30" name="Rectángulo: esquinas redondeadas 29">
                <a:extLst>
                  <a:ext uri="{FF2B5EF4-FFF2-40B4-BE49-F238E27FC236}">
                    <a16:creationId xmlns:a16="http://schemas.microsoft.com/office/drawing/2014/main" id="{354220EA-4C0A-8FC9-148E-98823714AFE4}"/>
                  </a:ext>
                </a:extLst>
              </p:cNvPr>
              <p:cNvSpPr/>
              <p:nvPr/>
            </p:nvSpPr>
            <p:spPr>
              <a:xfrm>
                <a:off x="392429" y="5049136"/>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SOV-6</a:t>
                </a:r>
              </a:p>
            </p:txBody>
          </p:sp>
          <p:pic>
            <p:nvPicPr>
              <p:cNvPr id="90" name="Gráfico 89" descr="Procesador con relleno sólido">
                <a:extLst>
                  <a:ext uri="{FF2B5EF4-FFF2-40B4-BE49-F238E27FC236}">
                    <a16:creationId xmlns:a16="http://schemas.microsoft.com/office/drawing/2014/main" id="{0B91596F-F94F-8769-A7B5-6CAD1C5C085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49302" y="5059703"/>
                <a:ext cx="253215" cy="253215"/>
              </a:xfrm>
              <a:prstGeom prst="rect">
                <a:avLst/>
              </a:prstGeom>
            </p:spPr>
          </p:pic>
        </p:grpSp>
      </p:grpSp>
      <p:grpSp>
        <p:nvGrpSpPr>
          <p:cNvPr id="101" name="Group 100">
            <a:extLst>
              <a:ext uri="{FF2B5EF4-FFF2-40B4-BE49-F238E27FC236}">
                <a16:creationId xmlns:a16="http://schemas.microsoft.com/office/drawing/2014/main" id="{F5986B41-91BA-D126-A3A2-620476A229B7}"/>
              </a:ext>
            </a:extLst>
          </p:cNvPr>
          <p:cNvGrpSpPr/>
          <p:nvPr/>
        </p:nvGrpSpPr>
        <p:grpSpPr>
          <a:xfrm>
            <a:off x="392429" y="5244618"/>
            <a:ext cx="6622733" cy="553998"/>
            <a:chOff x="392429" y="5310570"/>
            <a:chExt cx="6622733" cy="553998"/>
          </a:xfrm>
        </p:grpSpPr>
        <p:sp>
          <p:nvSpPr>
            <p:cNvPr id="76" name="CuadroTexto 75">
              <a:extLst>
                <a:ext uri="{FF2B5EF4-FFF2-40B4-BE49-F238E27FC236}">
                  <a16:creationId xmlns:a16="http://schemas.microsoft.com/office/drawing/2014/main" id="{BAA5316F-C570-72BC-EFBB-A9DE132116C3}"/>
                </a:ext>
              </a:extLst>
            </p:cNvPr>
            <p:cNvSpPr txBox="1"/>
            <p:nvPr/>
          </p:nvSpPr>
          <p:spPr>
            <a:xfrm>
              <a:off x="6081712" y="5464459"/>
              <a:ext cx="933450" cy="246221"/>
            </a:xfrm>
            <a:prstGeom prst="rect">
              <a:avLst/>
            </a:prstGeom>
            <a:noFill/>
          </p:spPr>
          <p:txBody>
            <a:bodyPr wrap="square">
              <a:spAutoFit/>
            </a:bodyPr>
            <a:lstStyle/>
            <a:p>
              <a:pPr algn="ctr"/>
              <a:r>
                <a:rPr lang="en-US" sz="1000" b="1" kern="1200" noProof="0">
                  <a:solidFill>
                    <a:prstClr val="black"/>
                  </a:solidFill>
                  <a:latin typeface="Aptos" panose="02110004020202020204"/>
                  <a:ea typeface="+mn-ea"/>
                  <a:cs typeface="+mn-cs"/>
                </a:rPr>
                <a:t>10%</a:t>
              </a:r>
            </a:p>
          </p:txBody>
        </p:sp>
        <p:grpSp>
          <p:nvGrpSpPr>
            <p:cNvPr id="89" name="Group 88">
              <a:extLst>
                <a:ext uri="{FF2B5EF4-FFF2-40B4-BE49-F238E27FC236}">
                  <a16:creationId xmlns:a16="http://schemas.microsoft.com/office/drawing/2014/main" id="{85661C17-528E-6452-648B-4C3550BCED6A}"/>
                </a:ext>
              </a:extLst>
            </p:cNvPr>
            <p:cNvGrpSpPr/>
            <p:nvPr/>
          </p:nvGrpSpPr>
          <p:grpSpPr>
            <a:xfrm>
              <a:off x="392429" y="5310570"/>
              <a:ext cx="5901213" cy="553998"/>
              <a:chOff x="392429" y="5349134"/>
              <a:chExt cx="5901213" cy="553998"/>
            </a:xfrm>
          </p:grpSpPr>
          <p:sp>
            <p:nvSpPr>
              <p:cNvPr id="34" name="CuadroTexto 33">
                <a:extLst>
                  <a:ext uri="{FF2B5EF4-FFF2-40B4-BE49-F238E27FC236}">
                    <a16:creationId xmlns:a16="http://schemas.microsoft.com/office/drawing/2014/main" id="{F7904FD0-B333-7767-6521-1227F48D0E4E}"/>
                  </a:ext>
                </a:extLst>
              </p:cNvPr>
              <p:cNvSpPr txBox="1"/>
              <p:nvPr/>
            </p:nvSpPr>
            <p:spPr>
              <a:xfrm>
                <a:off x="1238249" y="5426075"/>
                <a:ext cx="1066800" cy="400110"/>
              </a:xfrm>
              <a:prstGeom prst="rect">
                <a:avLst/>
              </a:prstGeom>
              <a:noFill/>
            </p:spPr>
            <p:txBody>
              <a:bodyPr wrap="square">
                <a:spAutoFit/>
              </a:bodyPr>
              <a:lstStyle/>
              <a:p>
                <a:r>
                  <a:rPr lang="en-US" sz="1000" b="1" noProof="0">
                    <a:solidFill>
                      <a:prstClr val="black"/>
                    </a:solidFill>
                    <a:latin typeface="Aptos" panose="02110004020202020204"/>
                  </a:rPr>
                  <a:t>Security &amp; Compliance </a:t>
                </a:r>
              </a:p>
            </p:txBody>
          </p:sp>
          <p:sp>
            <p:nvSpPr>
              <p:cNvPr id="35" name="CuadroTexto 34">
                <a:extLst>
                  <a:ext uri="{FF2B5EF4-FFF2-40B4-BE49-F238E27FC236}">
                    <a16:creationId xmlns:a16="http://schemas.microsoft.com/office/drawing/2014/main" id="{109FE0FE-84E6-727A-DB49-F982EE75BE49}"/>
                  </a:ext>
                </a:extLst>
              </p:cNvPr>
              <p:cNvSpPr txBox="1"/>
              <p:nvPr/>
            </p:nvSpPr>
            <p:spPr>
              <a:xfrm>
                <a:off x="2171698" y="5349134"/>
                <a:ext cx="3876675" cy="553998"/>
              </a:xfrm>
              <a:prstGeom prst="rect">
                <a:avLst/>
              </a:prstGeom>
              <a:noFill/>
            </p:spPr>
            <p:txBody>
              <a:bodyPr wrap="square">
                <a:spAutoFit/>
              </a:bodyPr>
              <a:lstStyle>
                <a:lvl1pPr>
                  <a:defRPr sz="1000">
                    <a:solidFill>
                      <a:prstClr val="black"/>
                    </a:solidFill>
                    <a:latin typeface="Aptos" panose="02110004020202020204"/>
                  </a:defRPr>
                </a:lvl1pPr>
              </a:lstStyle>
              <a:p>
                <a:pPr algn="just"/>
                <a:r>
                  <a:rPr lang="en-US" noProof="0"/>
                  <a:t>Assesses the ability to maintain security, compliance and operational resilience under trusted governance, with independent oversight and auditability.</a:t>
                </a:r>
              </a:p>
            </p:txBody>
          </p:sp>
          <p:cxnSp>
            <p:nvCxnSpPr>
              <p:cNvPr id="68" name="Conector recto de flecha 67">
                <a:extLst>
                  <a:ext uri="{FF2B5EF4-FFF2-40B4-BE49-F238E27FC236}">
                    <a16:creationId xmlns:a16="http://schemas.microsoft.com/office/drawing/2014/main" id="{9E23AFA5-9FA6-0EF4-61EA-A914DFA1439D}"/>
                  </a:ext>
                </a:extLst>
              </p:cNvPr>
              <p:cNvCxnSpPr>
                <a:cxnSpLocks/>
              </p:cNvCxnSpPr>
              <p:nvPr/>
            </p:nvCxnSpPr>
            <p:spPr>
              <a:xfrm>
                <a:off x="6055515" y="5623549"/>
                <a:ext cx="238127" cy="5168"/>
              </a:xfrm>
              <a:prstGeom prst="straightConnector1">
                <a:avLst/>
              </a:prstGeom>
              <a:ln>
                <a:solidFill>
                  <a:srgbClr val="0072BC"/>
                </a:solidFill>
                <a:tailEnd type="triangle"/>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712484C6-754C-6C30-7C11-533E29872764}"/>
                  </a:ext>
                </a:extLst>
              </p:cNvPr>
              <p:cNvGrpSpPr/>
              <p:nvPr/>
            </p:nvGrpSpPr>
            <p:grpSpPr>
              <a:xfrm>
                <a:off x="392429" y="5488959"/>
                <a:ext cx="845821" cy="274348"/>
                <a:chOff x="392429" y="5488959"/>
                <a:chExt cx="845821" cy="274348"/>
              </a:xfrm>
            </p:grpSpPr>
            <p:sp>
              <p:nvSpPr>
                <p:cNvPr id="33" name="Rectángulo: esquinas redondeadas 32">
                  <a:extLst>
                    <a:ext uri="{FF2B5EF4-FFF2-40B4-BE49-F238E27FC236}">
                      <a16:creationId xmlns:a16="http://schemas.microsoft.com/office/drawing/2014/main" id="{3A20975D-8722-61F3-E9EA-6D84FDEC2C23}"/>
                    </a:ext>
                  </a:extLst>
                </p:cNvPr>
                <p:cNvSpPr/>
                <p:nvPr/>
              </p:nvSpPr>
              <p:spPr>
                <a:xfrm>
                  <a:off x="392429" y="5488959"/>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SOV-7</a:t>
                  </a:r>
                </a:p>
              </p:txBody>
            </p:sp>
            <p:pic>
              <p:nvPicPr>
                <p:cNvPr id="92" name="Gráfico 91" descr="Marca de escudo con relleno sólido">
                  <a:extLst>
                    <a:ext uri="{FF2B5EF4-FFF2-40B4-BE49-F238E27FC236}">
                      <a16:creationId xmlns:a16="http://schemas.microsoft.com/office/drawing/2014/main" id="{18EA5D36-9936-F393-7B2C-4DE638300AC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49302" y="5499526"/>
                  <a:ext cx="253215" cy="253215"/>
                </a:xfrm>
                <a:prstGeom prst="rect">
                  <a:avLst/>
                </a:prstGeom>
              </p:spPr>
            </p:pic>
          </p:grpSp>
        </p:grpSp>
      </p:grpSp>
      <p:grpSp>
        <p:nvGrpSpPr>
          <p:cNvPr id="107" name="Group 106">
            <a:extLst>
              <a:ext uri="{FF2B5EF4-FFF2-40B4-BE49-F238E27FC236}">
                <a16:creationId xmlns:a16="http://schemas.microsoft.com/office/drawing/2014/main" id="{0A624A09-5DF8-A007-842E-DDC47F5CE5A1}"/>
              </a:ext>
            </a:extLst>
          </p:cNvPr>
          <p:cNvGrpSpPr/>
          <p:nvPr/>
        </p:nvGrpSpPr>
        <p:grpSpPr>
          <a:xfrm>
            <a:off x="392429" y="2135202"/>
            <a:ext cx="6622733" cy="400110"/>
            <a:chOff x="392429" y="2135202"/>
            <a:chExt cx="6622733" cy="400110"/>
          </a:xfrm>
        </p:grpSpPr>
        <p:sp>
          <p:nvSpPr>
            <p:cNvPr id="15" name="CuadroTexto 14">
              <a:extLst>
                <a:ext uri="{FF2B5EF4-FFF2-40B4-BE49-F238E27FC236}">
                  <a16:creationId xmlns:a16="http://schemas.microsoft.com/office/drawing/2014/main" id="{8F6B6396-5C2F-88C1-5F78-54B2335F23F1}"/>
                </a:ext>
              </a:extLst>
            </p:cNvPr>
            <p:cNvSpPr txBox="1"/>
            <p:nvPr/>
          </p:nvSpPr>
          <p:spPr>
            <a:xfrm>
              <a:off x="1238250" y="2212147"/>
              <a:ext cx="933450" cy="246221"/>
            </a:xfrm>
            <a:prstGeom prst="rect">
              <a:avLst/>
            </a:prstGeom>
            <a:noFill/>
          </p:spPr>
          <p:txBody>
            <a:bodyPr wrap="square">
              <a:spAutoFit/>
            </a:bodyPr>
            <a:lstStyle/>
            <a:p>
              <a:r>
                <a:rPr lang="en-US" sz="1000" b="1" kern="1200" noProof="0">
                  <a:solidFill>
                    <a:prstClr val="black"/>
                  </a:solidFill>
                  <a:latin typeface="Aptos" panose="02110004020202020204"/>
                  <a:ea typeface="+mn-ea"/>
                  <a:cs typeface="+mn-cs"/>
                </a:rPr>
                <a:t>Strategic </a:t>
              </a:r>
            </a:p>
          </p:txBody>
        </p:sp>
        <p:sp>
          <p:nvSpPr>
            <p:cNvPr id="16" name="CuadroTexto 15">
              <a:extLst>
                <a:ext uri="{FF2B5EF4-FFF2-40B4-BE49-F238E27FC236}">
                  <a16:creationId xmlns:a16="http://schemas.microsoft.com/office/drawing/2014/main" id="{2B9ACAFE-17CE-55C3-1343-3E3B51DC9700}"/>
                </a:ext>
              </a:extLst>
            </p:cNvPr>
            <p:cNvSpPr txBox="1"/>
            <p:nvPr/>
          </p:nvSpPr>
          <p:spPr>
            <a:xfrm>
              <a:off x="2171698" y="2135202"/>
              <a:ext cx="3876675" cy="400110"/>
            </a:xfrm>
            <a:prstGeom prst="rect">
              <a:avLst/>
            </a:prstGeom>
            <a:noFill/>
          </p:spPr>
          <p:txBody>
            <a:bodyPr wrap="square">
              <a:spAutoFit/>
            </a:bodyPr>
            <a:lstStyle>
              <a:lvl1pPr>
                <a:defRPr sz="1000">
                  <a:solidFill>
                    <a:prstClr val="black"/>
                  </a:solidFill>
                  <a:latin typeface="Aptos" panose="02110004020202020204"/>
                </a:defRPr>
              </a:lvl1pPr>
            </a:lstStyle>
            <a:p>
              <a:pPr algn="just"/>
              <a:r>
                <a:rPr lang="en-US" noProof="0"/>
                <a:t>Measures how strongly critical services are anchored within the European legal, governance and industrial ecosystem.</a:t>
              </a:r>
            </a:p>
          </p:txBody>
        </p:sp>
        <p:cxnSp>
          <p:nvCxnSpPr>
            <p:cNvPr id="62" name="Conector recto de flecha 61">
              <a:extLst>
                <a:ext uri="{FF2B5EF4-FFF2-40B4-BE49-F238E27FC236}">
                  <a16:creationId xmlns:a16="http://schemas.microsoft.com/office/drawing/2014/main" id="{09AD45BA-C2D3-E77D-D93F-1E9DC1603D99}"/>
                </a:ext>
              </a:extLst>
            </p:cNvPr>
            <p:cNvCxnSpPr>
              <a:cxnSpLocks/>
            </p:cNvCxnSpPr>
            <p:nvPr/>
          </p:nvCxnSpPr>
          <p:spPr>
            <a:xfrm>
              <a:off x="6055515" y="2332673"/>
              <a:ext cx="238127" cy="5168"/>
            </a:xfrm>
            <a:prstGeom prst="straightConnector1">
              <a:avLst/>
            </a:prstGeom>
            <a:ln>
              <a:solidFill>
                <a:srgbClr val="0072BC"/>
              </a:solidFill>
              <a:tailEnd type="triangle"/>
            </a:ln>
          </p:spPr>
          <p:style>
            <a:lnRef idx="1">
              <a:schemeClr val="accent1"/>
            </a:lnRef>
            <a:fillRef idx="0">
              <a:schemeClr val="accent1"/>
            </a:fillRef>
            <a:effectRef idx="0">
              <a:schemeClr val="accent1"/>
            </a:effectRef>
            <a:fontRef idx="minor">
              <a:schemeClr val="tx1"/>
            </a:fontRef>
          </p:style>
        </p:cxnSp>
        <p:sp>
          <p:nvSpPr>
            <p:cNvPr id="70" name="CuadroTexto 69">
              <a:extLst>
                <a:ext uri="{FF2B5EF4-FFF2-40B4-BE49-F238E27FC236}">
                  <a16:creationId xmlns:a16="http://schemas.microsoft.com/office/drawing/2014/main" id="{B61A9FE6-67D6-53F1-B611-3419EF559739}"/>
                </a:ext>
              </a:extLst>
            </p:cNvPr>
            <p:cNvSpPr txBox="1"/>
            <p:nvPr/>
          </p:nvSpPr>
          <p:spPr>
            <a:xfrm>
              <a:off x="6081712" y="2212147"/>
              <a:ext cx="933450" cy="246221"/>
            </a:xfrm>
            <a:prstGeom prst="rect">
              <a:avLst/>
            </a:prstGeom>
            <a:noFill/>
          </p:spPr>
          <p:txBody>
            <a:bodyPr wrap="square">
              <a:spAutoFit/>
            </a:bodyPr>
            <a:lstStyle/>
            <a:p>
              <a:pPr algn="ctr"/>
              <a:r>
                <a:rPr lang="en-US" sz="1000" b="1" kern="1200" noProof="0">
                  <a:solidFill>
                    <a:prstClr val="black"/>
                  </a:solidFill>
                  <a:latin typeface="Aptos" panose="02110004020202020204"/>
                  <a:ea typeface="+mn-ea"/>
                  <a:cs typeface="+mn-cs"/>
                </a:rPr>
                <a:t>15%</a:t>
              </a:r>
            </a:p>
          </p:txBody>
        </p:sp>
        <p:grpSp>
          <p:nvGrpSpPr>
            <p:cNvPr id="19" name="Group 18">
              <a:extLst>
                <a:ext uri="{FF2B5EF4-FFF2-40B4-BE49-F238E27FC236}">
                  <a16:creationId xmlns:a16="http://schemas.microsoft.com/office/drawing/2014/main" id="{A1B10EB2-A7C8-345D-F91E-B13A57DDD7E7}"/>
                </a:ext>
              </a:extLst>
            </p:cNvPr>
            <p:cNvGrpSpPr/>
            <p:nvPr/>
          </p:nvGrpSpPr>
          <p:grpSpPr>
            <a:xfrm>
              <a:off x="392429" y="2198083"/>
              <a:ext cx="845821" cy="274348"/>
              <a:chOff x="392429" y="2317596"/>
              <a:chExt cx="845821" cy="274348"/>
            </a:xfrm>
          </p:grpSpPr>
          <p:sp>
            <p:nvSpPr>
              <p:cNvPr id="13" name="Rectángulo: esquinas redondeadas 12">
                <a:extLst>
                  <a:ext uri="{FF2B5EF4-FFF2-40B4-BE49-F238E27FC236}">
                    <a16:creationId xmlns:a16="http://schemas.microsoft.com/office/drawing/2014/main" id="{96223F51-E401-C14B-301F-B4411598E4DA}"/>
                  </a:ext>
                </a:extLst>
              </p:cNvPr>
              <p:cNvSpPr/>
              <p:nvPr/>
            </p:nvSpPr>
            <p:spPr>
              <a:xfrm>
                <a:off x="392429" y="2317596"/>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SOV-1</a:t>
                </a:r>
              </a:p>
            </p:txBody>
          </p:sp>
          <p:pic>
            <p:nvPicPr>
              <p:cNvPr id="94" name="Gráfico 93" descr="Piezas de ajedrez con relleno sólido">
                <a:extLst>
                  <a:ext uri="{FF2B5EF4-FFF2-40B4-BE49-F238E27FC236}">
                    <a16:creationId xmlns:a16="http://schemas.microsoft.com/office/drawing/2014/main" id="{CDBB825A-004B-7EC9-90BB-BCF2F5AAAA6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49302" y="2328163"/>
                <a:ext cx="253215" cy="253215"/>
              </a:xfrm>
              <a:prstGeom prst="rect">
                <a:avLst/>
              </a:prstGeom>
            </p:spPr>
          </p:pic>
        </p:grpSp>
      </p:grpSp>
      <p:cxnSp>
        <p:nvCxnSpPr>
          <p:cNvPr id="4" name="Conector recto 4">
            <a:extLst>
              <a:ext uri="{FF2B5EF4-FFF2-40B4-BE49-F238E27FC236}">
                <a16:creationId xmlns:a16="http://schemas.microsoft.com/office/drawing/2014/main" id="{A1052FB4-C91A-47FE-3726-B1E4C05F475F}"/>
              </a:ext>
            </a:extLst>
          </p:cNvPr>
          <p:cNvCxnSpPr>
            <a:cxnSpLocks/>
          </p:cNvCxnSpPr>
          <p:nvPr/>
        </p:nvCxnSpPr>
        <p:spPr>
          <a:xfrm>
            <a:off x="6358254" y="6286036"/>
            <a:ext cx="353061" cy="0"/>
          </a:xfrm>
          <a:prstGeom prst="line">
            <a:avLst/>
          </a:prstGeom>
          <a:ln/>
        </p:spPr>
        <p:style>
          <a:lnRef idx="1">
            <a:schemeClr val="accent1"/>
          </a:lnRef>
          <a:fillRef idx="0">
            <a:schemeClr val="accent1"/>
          </a:fillRef>
          <a:effectRef idx="0">
            <a:schemeClr val="accent1"/>
          </a:effectRef>
          <a:fontRef idx="minor">
            <a:schemeClr val="tx1"/>
          </a:fontRef>
        </p:style>
      </p:cxnSp>
      <p:grpSp>
        <p:nvGrpSpPr>
          <p:cNvPr id="87" name="Group 86">
            <a:extLst>
              <a:ext uri="{FF2B5EF4-FFF2-40B4-BE49-F238E27FC236}">
                <a16:creationId xmlns:a16="http://schemas.microsoft.com/office/drawing/2014/main" id="{9F95CD57-7FC6-F849-8C14-0564DB8C08FB}"/>
              </a:ext>
            </a:extLst>
          </p:cNvPr>
          <p:cNvGrpSpPr/>
          <p:nvPr/>
        </p:nvGrpSpPr>
        <p:grpSpPr>
          <a:xfrm>
            <a:off x="392429" y="5830861"/>
            <a:ext cx="6622733" cy="553998"/>
            <a:chOff x="392429" y="5939239"/>
            <a:chExt cx="6622733" cy="553998"/>
          </a:xfrm>
        </p:grpSpPr>
        <p:sp>
          <p:nvSpPr>
            <p:cNvPr id="37" name="CuadroTexto 36">
              <a:extLst>
                <a:ext uri="{FF2B5EF4-FFF2-40B4-BE49-F238E27FC236}">
                  <a16:creationId xmlns:a16="http://schemas.microsoft.com/office/drawing/2014/main" id="{762F0930-2169-C27F-EF92-673339687892}"/>
                </a:ext>
              </a:extLst>
            </p:cNvPr>
            <p:cNvSpPr txBox="1"/>
            <p:nvPr/>
          </p:nvSpPr>
          <p:spPr>
            <a:xfrm>
              <a:off x="1238249" y="6016183"/>
              <a:ext cx="1066800" cy="400110"/>
            </a:xfrm>
            <a:prstGeom prst="rect">
              <a:avLst/>
            </a:prstGeom>
            <a:noFill/>
          </p:spPr>
          <p:txBody>
            <a:bodyPr wrap="square">
              <a:spAutoFit/>
            </a:bodyPr>
            <a:lstStyle/>
            <a:p>
              <a:r>
                <a:rPr lang="en-US" sz="1000" b="1" noProof="0">
                  <a:solidFill>
                    <a:prstClr val="black"/>
                  </a:solidFill>
                  <a:latin typeface="Aptos" panose="02110004020202020204"/>
                </a:rPr>
                <a:t>Environmental </a:t>
              </a:r>
            </a:p>
            <a:p>
              <a:r>
                <a:rPr lang="en-US" sz="1000" b="1" noProof="0">
                  <a:solidFill>
                    <a:prstClr val="black"/>
                  </a:solidFill>
                  <a:latin typeface="Aptos" panose="02110004020202020204"/>
                </a:rPr>
                <a:t>Sustainability</a:t>
              </a:r>
            </a:p>
          </p:txBody>
        </p:sp>
        <p:sp>
          <p:nvSpPr>
            <p:cNvPr id="38" name="CuadroTexto 37">
              <a:extLst>
                <a:ext uri="{FF2B5EF4-FFF2-40B4-BE49-F238E27FC236}">
                  <a16:creationId xmlns:a16="http://schemas.microsoft.com/office/drawing/2014/main" id="{C189D3B7-9C26-6284-C028-878C7EAAB0FE}"/>
                </a:ext>
              </a:extLst>
            </p:cNvPr>
            <p:cNvSpPr txBox="1"/>
            <p:nvPr/>
          </p:nvSpPr>
          <p:spPr>
            <a:xfrm>
              <a:off x="2171698" y="5939239"/>
              <a:ext cx="3876675" cy="553998"/>
            </a:xfrm>
            <a:prstGeom prst="rect">
              <a:avLst/>
            </a:prstGeom>
            <a:noFill/>
          </p:spPr>
          <p:txBody>
            <a:bodyPr wrap="square">
              <a:spAutoFit/>
            </a:bodyPr>
            <a:lstStyle>
              <a:lvl1pPr>
                <a:defRPr sz="1000">
                  <a:solidFill>
                    <a:prstClr val="black"/>
                  </a:solidFill>
                  <a:latin typeface="Aptos" panose="02110004020202020204"/>
                </a:defRPr>
              </a:lvl1pPr>
            </a:lstStyle>
            <a:p>
              <a:pPr algn="just"/>
              <a:r>
                <a:rPr lang="en-US" noProof="0"/>
                <a:t>Evaluates the ability to sustain digital services over the long term by reducing resource dependency and improving environmental resilience.</a:t>
              </a:r>
            </a:p>
          </p:txBody>
        </p:sp>
        <p:cxnSp>
          <p:nvCxnSpPr>
            <p:cNvPr id="69" name="Conector recto de flecha 68">
              <a:extLst>
                <a:ext uri="{FF2B5EF4-FFF2-40B4-BE49-F238E27FC236}">
                  <a16:creationId xmlns:a16="http://schemas.microsoft.com/office/drawing/2014/main" id="{7238A3AF-C205-2C21-C837-B3CC5725B02C}"/>
                </a:ext>
              </a:extLst>
            </p:cNvPr>
            <p:cNvCxnSpPr>
              <a:cxnSpLocks/>
            </p:cNvCxnSpPr>
            <p:nvPr/>
          </p:nvCxnSpPr>
          <p:spPr>
            <a:xfrm>
              <a:off x="6055515" y="6213654"/>
              <a:ext cx="238127" cy="5168"/>
            </a:xfrm>
            <a:prstGeom prst="straightConnector1">
              <a:avLst/>
            </a:prstGeom>
            <a:ln>
              <a:solidFill>
                <a:srgbClr val="0072BC"/>
              </a:solidFill>
              <a:tailEnd type="triangle"/>
            </a:ln>
          </p:spPr>
          <p:style>
            <a:lnRef idx="1">
              <a:schemeClr val="accent1"/>
            </a:lnRef>
            <a:fillRef idx="0">
              <a:schemeClr val="accent1"/>
            </a:fillRef>
            <a:effectRef idx="0">
              <a:schemeClr val="accent1"/>
            </a:effectRef>
            <a:fontRef idx="minor">
              <a:schemeClr val="tx1"/>
            </a:fontRef>
          </p:style>
        </p:cxnSp>
        <p:grpSp>
          <p:nvGrpSpPr>
            <p:cNvPr id="85" name="Group 84">
              <a:extLst>
                <a:ext uri="{FF2B5EF4-FFF2-40B4-BE49-F238E27FC236}">
                  <a16:creationId xmlns:a16="http://schemas.microsoft.com/office/drawing/2014/main" id="{AEE4F327-2FFF-EB23-BDA2-74ACF629CB0D}"/>
                </a:ext>
              </a:extLst>
            </p:cNvPr>
            <p:cNvGrpSpPr/>
            <p:nvPr/>
          </p:nvGrpSpPr>
          <p:grpSpPr>
            <a:xfrm>
              <a:off x="392429" y="6079064"/>
              <a:ext cx="845821" cy="274348"/>
              <a:chOff x="392429" y="6079064"/>
              <a:chExt cx="845821" cy="274348"/>
            </a:xfrm>
          </p:grpSpPr>
          <p:sp>
            <p:nvSpPr>
              <p:cNvPr id="36" name="Rectángulo: esquinas redondeadas 35">
                <a:extLst>
                  <a:ext uri="{FF2B5EF4-FFF2-40B4-BE49-F238E27FC236}">
                    <a16:creationId xmlns:a16="http://schemas.microsoft.com/office/drawing/2014/main" id="{042E9292-08D7-53BC-7F34-B8247E45DE85}"/>
                  </a:ext>
                </a:extLst>
              </p:cNvPr>
              <p:cNvSpPr/>
              <p:nvPr/>
            </p:nvSpPr>
            <p:spPr>
              <a:xfrm>
                <a:off x="392429" y="6079064"/>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SOV-8</a:t>
                </a:r>
              </a:p>
            </p:txBody>
          </p:sp>
          <p:pic>
            <p:nvPicPr>
              <p:cNvPr id="96" name="Gráfico 95" descr="Sostenibilidad con relleno sólido">
                <a:extLst>
                  <a:ext uri="{FF2B5EF4-FFF2-40B4-BE49-F238E27FC236}">
                    <a16:creationId xmlns:a16="http://schemas.microsoft.com/office/drawing/2014/main" id="{B5256D3E-7225-32BA-7A44-E4D05768957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49302" y="6089631"/>
                <a:ext cx="253215" cy="253215"/>
              </a:xfrm>
              <a:prstGeom prst="rect">
                <a:avLst/>
              </a:prstGeom>
            </p:spPr>
          </p:pic>
        </p:grpSp>
        <p:sp>
          <p:nvSpPr>
            <p:cNvPr id="14" name="CuadroTexto 76">
              <a:extLst>
                <a:ext uri="{FF2B5EF4-FFF2-40B4-BE49-F238E27FC236}">
                  <a16:creationId xmlns:a16="http://schemas.microsoft.com/office/drawing/2014/main" id="{F9FC382A-F985-CFDC-5DE0-9873F35143E8}"/>
                </a:ext>
              </a:extLst>
            </p:cNvPr>
            <p:cNvSpPr txBox="1"/>
            <p:nvPr/>
          </p:nvSpPr>
          <p:spPr>
            <a:xfrm>
              <a:off x="6081712" y="6093128"/>
              <a:ext cx="933450" cy="246221"/>
            </a:xfrm>
            <a:prstGeom prst="rect">
              <a:avLst/>
            </a:prstGeom>
            <a:noFill/>
          </p:spPr>
          <p:txBody>
            <a:bodyPr wrap="square">
              <a:spAutoFit/>
            </a:bodyPr>
            <a:lstStyle/>
            <a:p>
              <a:pPr algn="ctr"/>
              <a:r>
                <a:rPr lang="en-US" sz="1000" b="1" noProof="0">
                  <a:solidFill>
                    <a:prstClr val="black"/>
                  </a:solidFill>
                  <a:latin typeface="Aptos" panose="02110004020202020204"/>
                </a:rPr>
                <a:t>5</a:t>
              </a:r>
              <a:r>
                <a:rPr lang="en-US" sz="1000" b="1" kern="1200" noProof="0">
                  <a:solidFill>
                    <a:prstClr val="black"/>
                  </a:solidFill>
                  <a:latin typeface="Aptos" panose="02110004020202020204"/>
                  <a:ea typeface="+mn-ea"/>
                  <a:cs typeface="+mn-cs"/>
                </a:rPr>
                <a:t>%</a:t>
              </a:r>
            </a:p>
          </p:txBody>
        </p:sp>
      </p:grpSp>
    </p:spTree>
    <p:extLst>
      <p:ext uri="{BB962C8B-B14F-4D97-AF65-F5344CB8AC3E}">
        <p14:creationId xmlns:p14="http://schemas.microsoft.com/office/powerpoint/2010/main" val="3428694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89EF7-BB05-5F15-0052-DBDEB1D5BBAF}"/>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FC6B145-69EB-7F6E-6FFC-084C76B2533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5" progId="TCLayout.ActiveDocument.1">
                  <p:embed/>
                </p:oleObj>
              </mc:Choice>
              <mc:Fallback>
                <p:oleObj name="think-cell Slide" r:id="rId4" imgW="592" imgH="595" progId="TCLayout.ActiveDocument.1">
                  <p:embed/>
                  <p:pic>
                    <p:nvPicPr>
                      <p:cNvPr id="7" name="think-cell data - do not delete" hidden="1">
                        <a:extLst>
                          <a:ext uri="{FF2B5EF4-FFF2-40B4-BE49-F238E27FC236}">
                            <a16:creationId xmlns:a16="http://schemas.microsoft.com/office/drawing/2014/main" id="{AFC6B145-69EB-7F6E-6FFC-084C76B2533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01FA2D0E-48C1-8183-659B-59170749F96F}"/>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noProof="0">
                <a:solidFill>
                  <a:schemeClr val="tx1"/>
                </a:solidFill>
                <a:latin typeface="Aptos" panose="020B0004020202020204" pitchFamily="34" charset="0"/>
              </a:rPr>
              <a:t>Two-Step Approach to Establish IAG’s Sovereignty Baseline</a:t>
            </a:r>
          </a:p>
        </p:txBody>
      </p:sp>
      <p:sp>
        <p:nvSpPr>
          <p:cNvPr id="3" name="Title 12">
            <a:extLst>
              <a:ext uri="{FF2B5EF4-FFF2-40B4-BE49-F238E27FC236}">
                <a16:creationId xmlns:a16="http://schemas.microsoft.com/office/drawing/2014/main" id="{F27447EC-E90C-1F35-9B83-2F8AC5775CFE}"/>
              </a:ext>
            </a:extLst>
          </p:cNvPr>
          <p:cNvSpPr>
            <a:spLocks noGrp="1"/>
          </p:cNvSpPr>
          <p:nvPr>
            <p:ph type="title"/>
          </p:nvPr>
        </p:nvSpPr>
        <p:spPr>
          <a:xfrm>
            <a:off x="465722" y="794031"/>
            <a:ext cx="11446876" cy="584775"/>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latin typeface="Aptos" panose="020B0004020202020204" pitchFamily="34" charset="0"/>
              </a:rPr>
              <a:t>The approach </a:t>
            </a:r>
            <a:r>
              <a:rPr lang="en-US" b="1" noProof="0">
                <a:latin typeface="Aptos" panose="020B0004020202020204" pitchFamily="34" charset="0"/>
              </a:rPr>
              <a:t>deliberately separates breadth from depth</a:t>
            </a:r>
            <a:r>
              <a:rPr lang="en-US" noProof="0">
                <a:latin typeface="Aptos" panose="020B0004020202020204" pitchFamily="34" charset="0"/>
              </a:rPr>
              <a:t>: combining a </a:t>
            </a:r>
            <a:r>
              <a:rPr lang="en-US" b="1" noProof="0">
                <a:latin typeface="Aptos" panose="020B0004020202020204" pitchFamily="34" charset="0"/>
              </a:rPr>
              <a:t>full critical application coverage classification</a:t>
            </a:r>
            <a:r>
              <a:rPr lang="en-US" noProof="0">
                <a:latin typeface="Aptos" panose="020B0004020202020204" pitchFamily="34" charset="0"/>
              </a:rPr>
              <a:t> with a </a:t>
            </a:r>
            <a:r>
              <a:rPr lang="en-US" b="1" noProof="0">
                <a:latin typeface="Aptos" panose="020B0004020202020204" pitchFamily="34" charset="0"/>
              </a:rPr>
              <a:t>targeted detailed assessment model </a:t>
            </a:r>
            <a:r>
              <a:rPr lang="en-US" noProof="0">
                <a:latin typeface="Aptos" panose="020B0004020202020204" pitchFamily="34" charset="0"/>
              </a:rPr>
              <a:t>only to the highest-exposure applications where sovereignty risk is material.</a:t>
            </a:r>
          </a:p>
        </p:txBody>
      </p:sp>
      <p:grpSp>
        <p:nvGrpSpPr>
          <p:cNvPr id="57" name="Group 56">
            <a:extLst>
              <a:ext uri="{FF2B5EF4-FFF2-40B4-BE49-F238E27FC236}">
                <a16:creationId xmlns:a16="http://schemas.microsoft.com/office/drawing/2014/main" id="{59EFE522-6657-170A-81D4-18A492502662}"/>
              </a:ext>
            </a:extLst>
          </p:cNvPr>
          <p:cNvGrpSpPr/>
          <p:nvPr/>
        </p:nvGrpSpPr>
        <p:grpSpPr>
          <a:xfrm>
            <a:off x="10232644" y="-719263"/>
            <a:ext cx="663790" cy="584775"/>
            <a:chOff x="6727610" y="1845975"/>
            <a:chExt cx="663790" cy="584775"/>
          </a:xfrm>
        </p:grpSpPr>
        <p:sp>
          <p:nvSpPr>
            <p:cNvPr id="43" name="Rectangle: Rounded Corners 42">
              <a:extLst>
                <a:ext uri="{FF2B5EF4-FFF2-40B4-BE49-F238E27FC236}">
                  <a16:creationId xmlns:a16="http://schemas.microsoft.com/office/drawing/2014/main" id="{1FB0EB47-C8D9-C64F-D46E-578C6499A6F0}"/>
                </a:ext>
              </a:extLst>
            </p:cNvPr>
            <p:cNvSpPr/>
            <p:nvPr/>
          </p:nvSpPr>
          <p:spPr>
            <a:xfrm>
              <a:off x="6727610" y="1845975"/>
              <a:ext cx="663790" cy="584775"/>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rIns="108000" rtlCol="0" anchor="ctr"/>
            <a:lstStyle/>
            <a:p>
              <a:pPr algn="ctr"/>
              <a:endParaRPr lang="en-US" noProof="0"/>
            </a:p>
          </p:txBody>
        </p:sp>
        <p:grpSp>
          <p:nvGrpSpPr>
            <p:cNvPr id="44" name="Group 43">
              <a:extLst>
                <a:ext uri="{FF2B5EF4-FFF2-40B4-BE49-F238E27FC236}">
                  <a16:creationId xmlns:a16="http://schemas.microsoft.com/office/drawing/2014/main" id="{54A22925-E759-7976-3F96-F0389900220A}"/>
                </a:ext>
              </a:extLst>
            </p:cNvPr>
            <p:cNvGrpSpPr/>
            <p:nvPr/>
          </p:nvGrpSpPr>
          <p:grpSpPr>
            <a:xfrm>
              <a:off x="6854717" y="1933574"/>
              <a:ext cx="409576" cy="409576"/>
              <a:chOff x="3506827" y="2956207"/>
              <a:chExt cx="1143000" cy="1143000"/>
            </a:xfrm>
          </p:grpSpPr>
          <p:sp>
            <p:nvSpPr>
              <p:cNvPr id="45" name="Oval 44">
                <a:extLst>
                  <a:ext uri="{FF2B5EF4-FFF2-40B4-BE49-F238E27FC236}">
                    <a16:creationId xmlns:a16="http://schemas.microsoft.com/office/drawing/2014/main" id="{951825A4-3795-B116-5BBE-9ECAD6EA604F}"/>
                  </a:ext>
                </a:extLst>
              </p:cNvPr>
              <p:cNvSpPr/>
              <p:nvPr/>
            </p:nvSpPr>
            <p:spPr>
              <a:xfrm>
                <a:off x="3506827" y="2956207"/>
                <a:ext cx="1143000" cy="1143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46" name="Graphic 45" descr="Filter with solid fill">
                <a:extLst>
                  <a:ext uri="{FF2B5EF4-FFF2-40B4-BE49-F238E27FC236}">
                    <a16:creationId xmlns:a16="http://schemas.microsoft.com/office/drawing/2014/main" id="{B1FE1DF1-49C4-240A-718A-A8401C43069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21127" y="3127657"/>
                <a:ext cx="914400" cy="914400"/>
              </a:xfrm>
              <a:prstGeom prst="rect">
                <a:avLst/>
              </a:prstGeom>
            </p:spPr>
          </p:pic>
        </p:grpSp>
      </p:grpSp>
      <p:grpSp>
        <p:nvGrpSpPr>
          <p:cNvPr id="56" name="Group 55">
            <a:extLst>
              <a:ext uri="{FF2B5EF4-FFF2-40B4-BE49-F238E27FC236}">
                <a16:creationId xmlns:a16="http://schemas.microsoft.com/office/drawing/2014/main" id="{8F362329-2821-B43C-D778-9912721AC9A5}"/>
              </a:ext>
            </a:extLst>
          </p:cNvPr>
          <p:cNvGrpSpPr/>
          <p:nvPr/>
        </p:nvGrpSpPr>
        <p:grpSpPr>
          <a:xfrm>
            <a:off x="11248808" y="-711215"/>
            <a:ext cx="663790" cy="584775"/>
            <a:chOff x="6727610" y="3049012"/>
            <a:chExt cx="663790" cy="584775"/>
          </a:xfrm>
        </p:grpSpPr>
        <p:sp>
          <p:nvSpPr>
            <p:cNvPr id="48" name="Rectangle: Rounded Corners 47">
              <a:extLst>
                <a:ext uri="{FF2B5EF4-FFF2-40B4-BE49-F238E27FC236}">
                  <a16:creationId xmlns:a16="http://schemas.microsoft.com/office/drawing/2014/main" id="{11D7E353-E727-93DD-069A-C830C8B386E7}"/>
                </a:ext>
              </a:extLst>
            </p:cNvPr>
            <p:cNvSpPr/>
            <p:nvPr/>
          </p:nvSpPr>
          <p:spPr>
            <a:xfrm>
              <a:off x="6727610" y="3049012"/>
              <a:ext cx="663790" cy="584775"/>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rIns="108000" rtlCol="0" anchor="ctr"/>
            <a:lstStyle/>
            <a:p>
              <a:pPr algn="ctr"/>
              <a:endParaRPr lang="en-US" noProof="0"/>
            </a:p>
          </p:txBody>
        </p:sp>
        <p:grpSp>
          <p:nvGrpSpPr>
            <p:cNvPr id="49" name="Group 48">
              <a:extLst>
                <a:ext uri="{FF2B5EF4-FFF2-40B4-BE49-F238E27FC236}">
                  <a16:creationId xmlns:a16="http://schemas.microsoft.com/office/drawing/2014/main" id="{6856BC67-9B39-AA2B-7237-2A8B10A9848B}"/>
                </a:ext>
              </a:extLst>
            </p:cNvPr>
            <p:cNvGrpSpPr/>
            <p:nvPr/>
          </p:nvGrpSpPr>
          <p:grpSpPr>
            <a:xfrm>
              <a:off x="6854717" y="3136611"/>
              <a:ext cx="409576" cy="409576"/>
              <a:chOff x="5203825" y="2899057"/>
              <a:chExt cx="1143000" cy="1143000"/>
            </a:xfrm>
          </p:grpSpPr>
          <p:sp>
            <p:nvSpPr>
              <p:cNvPr id="53" name="Oval 52">
                <a:extLst>
                  <a:ext uri="{FF2B5EF4-FFF2-40B4-BE49-F238E27FC236}">
                    <a16:creationId xmlns:a16="http://schemas.microsoft.com/office/drawing/2014/main" id="{F792859D-8896-0268-5401-162723EF0FAC}"/>
                  </a:ext>
                </a:extLst>
              </p:cNvPr>
              <p:cNvSpPr/>
              <p:nvPr/>
            </p:nvSpPr>
            <p:spPr>
              <a:xfrm>
                <a:off x="5203825" y="2899057"/>
                <a:ext cx="1143000" cy="1143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55" name="Graphic 54" descr="Clipboard Checked with solid fill">
                <a:extLst>
                  <a:ext uri="{FF2B5EF4-FFF2-40B4-BE49-F238E27FC236}">
                    <a16:creationId xmlns:a16="http://schemas.microsoft.com/office/drawing/2014/main" id="{9E8F1FAF-AD9E-2C25-D594-CAF06FA5576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18125" y="3000657"/>
                <a:ext cx="914400" cy="914400"/>
              </a:xfrm>
              <a:prstGeom prst="rect">
                <a:avLst/>
              </a:prstGeom>
            </p:spPr>
          </p:pic>
        </p:grpSp>
      </p:grpSp>
      <p:sp>
        <p:nvSpPr>
          <p:cNvPr id="79" name="Arrow: Right 78">
            <a:extLst>
              <a:ext uri="{FF2B5EF4-FFF2-40B4-BE49-F238E27FC236}">
                <a16:creationId xmlns:a16="http://schemas.microsoft.com/office/drawing/2014/main" id="{58F22E3D-84FC-F3C6-48AA-9F3EA1F29279}"/>
              </a:ext>
            </a:extLst>
          </p:cNvPr>
          <p:cNvSpPr/>
          <p:nvPr/>
        </p:nvSpPr>
        <p:spPr>
          <a:xfrm>
            <a:off x="5892166" y="3531821"/>
            <a:ext cx="407670" cy="416243"/>
          </a:xfrm>
          <a:prstGeom prst="rightArrow">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87" name="Group 86">
            <a:extLst>
              <a:ext uri="{FF2B5EF4-FFF2-40B4-BE49-F238E27FC236}">
                <a16:creationId xmlns:a16="http://schemas.microsoft.com/office/drawing/2014/main" id="{CFD625C8-DA25-0DB1-E092-8E3B17032853}"/>
              </a:ext>
            </a:extLst>
          </p:cNvPr>
          <p:cNvGrpSpPr/>
          <p:nvPr/>
        </p:nvGrpSpPr>
        <p:grpSpPr>
          <a:xfrm>
            <a:off x="647699" y="1907809"/>
            <a:ext cx="5010151" cy="3367087"/>
            <a:chOff x="647699" y="1800225"/>
            <a:chExt cx="5010151" cy="3367087"/>
          </a:xfrm>
        </p:grpSpPr>
        <p:grpSp>
          <p:nvGrpSpPr>
            <p:cNvPr id="63" name="Group 62">
              <a:extLst>
                <a:ext uri="{FF2B5EF4-FFF2-40B4-BE49-F238E27FC236}">
                  <a16:creationId xmlns:a16="http://schemas.microsoft.com/office/drawing/2014/main" id="{5DDB264D-EA4F-F060-0D13-BF370727555F}"/>
                </a:ext>
              </a:extLst>
            </p:cNvPr>
            <p:cNvGrpSpPr/>
            <p:nvPr/>
          </p:nvGrpSpPr>
          <p:grpSpPr>
            <a:xfrm>
              <a:off x="647699" y="1800225"/>
              <a:ext cx="5010151" cy="3367087"/>
              <a:chOff x="647699" y="1800225"/>
              <a:chExt cx="5010151" cy="3367087"/>
            </a:xfrm>
            <a:effectLst>
              <a:outerShdw blurRad="50800" dist="38100" dir="2700000" algn="tl" rotWithShape="0">
                <a:prstClr val="black">
                  <a:alpha val="40000"/>
                </a:prstClr>
              </a:outerShdw>
            </a:effectLst>
          </p:grpSpPr>
          <p:grpSp>
            <p:nvGrpSpPr>
              <p:cNvPr id="41" name="Group 40">
                <a:extLst>
                  <a:ext uri="{FF2B5EF4-FFF2-40B4-BE49-F238E27FC236}">
                    <a16:creationId xmlns:a16="http://schemas.microsoft.com/office/drawing/2014/main" id="{681038C0-7501-E22C-D69B-85C370BB1B89}"/>
                  </a:ext>
                </a:extLst>
              </p:cNvPr>
              <p:cNvGrpSpPr/>
              <p:nvPr/>
            </p:nvGrpSpPr>
            <p:grpSpPr>
              <a:xfrm>
                <a:off x="647699" y="1800225"/>
                <a:ext cx="5010151" cy="1374775"/>
                <a:chOff x="1228724" y="1933575"/>
                <a:chExt cx="5010151" cy="1374775"/>
              </a:xfrm>
            </p:grpSpPr>
            <p:sp>
              <p:nvSpPr>
                <p:cNvPr id="4" name="Rectangle: Rounded Corners 3">
                  <a:extLst>
                    <a:ext uri="{FF2B5EF4-FFF2-40B4-BE49-F238E27FC236}">
                      <a16:creationId xmlns:a16="http://schemas.microsoft.com/office/drawing/2014/main" id="{9C41875B-0E3D-47AE-3DC3-5C219153421C}"/>
                    </a:ext>
                  </a:extLst>
                </p:cNvPr>
                <p:cNvSpPr/>
                <p:nvPr/>
              </p:nvSpPr>
              <p:spPr>
                <a:xfrm>
                  <a:off x="1228724" y="1933575"/>
                  <a:ext cx="5010151" cy="1374775"/>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468000" tIns="108000" rIns="108000" rtlCol="0" anchor="t"/>
                <a:lstStyle/>
                <a:p>
                  <a:pPr algn="ctr"/>
                  <a:r>
                    <a:rPr lang="en-US" b="1" noProof="0"/>
                    <a:t>Sovereignty Screening &amp; Clustering</a:t>
                  </a:r>
                </a:p>
              </p:txBody>
            </p:sp>
            <p:grpSp>
              <p:nvGrpSpPr>
                <p:cNvPr id="39" name="Group 38">
                  <a:extLst>
                    <a:ext uri="{FF2B5EF4-FFF2-40B4-BE49-F238E27FC236}">
                      <a16:creationId xmlns:a16="http://schemas.microsoft.com/office/drawing/2014/main" id="{C5E42A32-DF31-2CCC-EB92-2FFD6ED47350}"/>
                    </a:ext>
                  </a:extLst>
                </p:cNvPr>
                <p:cNvGrpSpPr/>
                <p:nvPr/>
              </p:nvGrpSpPr>
              <p:grpSpPr>
                <a:xfrm>
                  <a:off x="1365782" y="2047081"/>
                  <a:ext cx="409576" cy="409576"/>
                  <a:chOff x="3506827" y="3028505"/>
                  <a:chExt cx="1143000" cy="1143000"/>
                </a:xfrm>
              </p:grpSpPr>
              <p:sp>
                <p:nvSpPr>
                  <p:cNvPr id="33" name="Oval 32">
                    <a:extLst>
                      <a:ext uri="{FF2B5EF4-FFF2-40B4-BE49-F238E27FC236}">
                        <a16:creationId xmlns:a16="http://schemas.microsoft.com/office/drawing/2014/main" id="{EB2752C0-DA26-641D-7BE8-EE091A48C99C}"/>
                      </a:ext>
                    </a:extLst>
                  </p:cNvPr>
                  <p:cNvSpPr/>
                  <p:nvPr/>
                </p:nvSpPr>
                <p:spPr>
                  <a:xfrm>
                    <a:off x="3506827" y="3028505"/>
                    <a:ext cx="1143000" cy="1143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32" name="Graphic 31" descr="Filter with solid fill">
                    <a:extLst>
                      <a:ext uri="{FF2B5EF4-FFF2-40B4-BE49-F238E27FC236}">
                        <a16:creationId xmlns:a16="http://schemas.microsoft.com/office/drawing/2014/main" id="{467A60B5-ADDC-7725-001B-CA4B10B9B2E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21128" y="3199954"/>
                    <a:ext cx="914401" cy="914401"/>
                  </a:xfrm>
                  <a:prstGeom prst="rect">
                    <a:avLst/>
                  </a:prstGeom>
                </p:spPr>
              </p:pic>
            </p:grpSp>
          </p:grpSp>
          <p:sp>
            <p:nvSpPr>
              <p:cNvPr id="61" name="Rectangle 60">
                <a:extLst>
                  <a:ext uri="{FF2B5EF4-FFF2-40B4-BE49-F238E27FC236}">
                    <a16:creationId xmlns:a16="http://schemas.microsoft.com/office/drawing/2014/main" id="{67679828-0043-16B1-66BD-48F2BACC4284}"/>
                  </a:ext>
                </a:extLst>
              </p:cNvPr>
              <p:cNvSpPr/>
              <p:nvPr/>
            </p:nvSpPr>
            <p:spPr>
              <a:xfrm>
                <a:off x="647699" y="2436812"/>
                <a:ext cx="5010150" cy="2730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80" name="Marcador de texto 38">
              <a:extLst>
                <a:ext uri="{FF2B5EF4-FFF2-40B4-BE49-F238E27FC236}">
                  <a16:creationId xmlns:a16="http://schemas.microsoft.com/office/drawing/2014/main" id="{9E0E2CE7-998E-1812-3F7A-F5D877650511}"/>
                </a:ext>
              </a:extLst>
            </p:cNvPr>
            <p:cNvSpPr txBox="1">
              <a:spLocks/>
            </p:cNvSpPr>
            <p:nvPr/>
          </p:nvSpPr>
          <p:spPr>
            <a:xfrm>
              <a:off x="651503" y="2436812"/>
              <a:ext cx="5006346" cy="2520860"/>
            </a:xfrm>
            <a:prstGeom prst="rect">
              <a:avLst/>
            </a:prstGeom>
          </p:spPr>
          <p:txBody>
            <a:bodyPr wrap="square" lIns="108000" tIns="108000" rIns="72000" bIns="72000">
              <a:spAutoFit/>
            </a:bodyPr>
            <a:lstStyle>
              <a:defPPr>
                <a:defRPr lang="es-ES"/>
              </a:defPPr>
              <a:lvl1pPr marL="342898" indent="-342898" defTabSz="914396">
                <a:spcBef>
                  <a:spcPts val="300"/>
                </a:spcBef>
                <a:buFont typeface="Arial" panose="020B0604020202020204" pitchFamily="34" charset="0"/>
                <a:buChar char="•"/>
                <a:defRPr sz="1400">
                  <a:cs typeface="Arial" panose="020B0604020202020204" pitchFamily="34" charset="0"/>
                </a:defRPr>
              </a:lvl1pPr>
              <a:lvl2pPr marL="742947" indent="-285749"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2pPr>
              <a:lvl3pPr marL="1142994" indent="-228600"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3pPr>
              <a:lvl4pPr marL="1600192" indent="-228600"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4pPr>
              <a:lvl5pPr marL="2057390" indent="-228600"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5pPr>
              <a:lvl6pPr marL="2514588" indent="-228600" defTabSz="914396">
                <a:spcBef>
                  <a:spcPct val="20000"/>
                </a:spcBef>
                <a:buFont typeface="Arial" panose="020B0604020202020204" pitchFamily="34" charset="0"/>
                <a:buChar char="•"/>
                <a:defRPr sz="2000"/>
              </a:lvl6pPr>
              <a:lvl7pPr marL="2971784" indent="-228600" defTabSz="914396">
                <a:spcBef>
                  <a:spcPct val="20000"/>
                </a:spcBef>
                <a:buFont typeface="Arial" panose="020B0604020202020204" pitchFamily="34" charset="0"/>
                <a:buChar char="•"/>
                <a:defRPr sz="2000"/>
              </a:lvl7pPr>
              <a:lvl8pPr marL="3428984" indent="-228600" defTabSz="914396">
                <a:spcBef>
                  <a:spcPct val="20000"/>
                </a:spcBef>
                <a:buFont typeface="Arial" panose="020B0604020202020204" pitchFamily="34" charset="0"/>
                <a:buChar char="•"/>
                <a:defRPr sz="2000"/>
              </a:lvl8pPr>
              <a:lvl9pPr marL="3886182" indent="-228600" defTabSz="914396">
                <a:spcBef>
                  <a:spcPct val="20000"/>
                </a:spcBef>
                <a:buFont typeface="Arial" panose="020B0604020202020204" pitchFamily="34" charset="0"/>
                <a:buChar char="•"/>
                <a:defRPr sz="2000"/>
              </a:lvl9pPr>
            </a:lstStyle>
            <a:p>
              <a:pPr marL="0" marR="0" lvl="0" indent="0" algn="l" defTabSz="914396" rtl="0" eaLnBrk="1" fontAlgn="auto" latinLnBrk="0" hangingPunct="1">
                <a:lnSpc>
                  <a:spcPct val="100000"/>
                </a:lnSpc>
                <a:spcBef>
                  <a:spcPts val="0"/>
                </a:spcBef>
                <a:spcAft>
                  <a:spcPts val="600"/>
                </a:spcAft>
                <a:buClrTx/>
                <a:buSzTx/>
                <a:buNone/>
                <a:tabLst/>
                <a:defRPr/>
              </a:pPr>
              <a:r>
                <a:rPr kumimoji="0" lang="en-US" sz="1200" b="1" i="0" u="none" strike="noStrike" kern="1200" cap="none" spc="0" normalizeH="0" baseline="0" noProof="0">
                  <a:ln>
                    <a:noFill/>
                  </a:ln>
                  <a:solidFill>
                    <a:srgbClr val="031F30"/>
                  </a:solidFill>
                  <a:effectLst/>
                  <a:uLnTx/>
                  <a:uFillTx/>
                  <a:latin typeface="Aptos" panose="020B0004020202020204" pitchFamily="34" charset="0"/>
                </a:rPr>
                <a:t>Owner-led declarative screening for the complete ICFR / mission-critical application inventory (+140 applications).</a:t>
              </a:r>
            </a:p>
            <a:p>
              <a:pPr marL="0" marR="0" lvl="0" indent="0" algn="l" defTabSz="914396" rtl="0" eaLnBrk="1" fontAlgn="auto" latinLnBrk="0" hangingPunct="1">
                <a:lnSpc>
                  <a:spcPct val="100000"/>
                </a:lnSpc>
                <a:spcBef>
                  <a:spcPts val="0"/>
                </a:spcBef>
                <a:spcAft>
                  <a:spcPts val="600"/>
                </a:spcAft>
                <a:buClrTx/>
                <a:buSzTx/>
                <a:buNone/>
                <a:tabLst/>
                <a:defRPr/>
              </a:pPr>
              <a:endParaRPr kumimoji="0" lang="en-US" sz="700" b="1" i="0" u="none" strike="noStrike" kern="1200" cap="none" spc="0" normalizeH="0" baseline="0" noProof="0">
                <a:ln>
                  <a:noFill/>
                </a:ln>
                <a:solidFill>
                  <a:srgbClr val="031F30"/>
                </a:solidFill>
                <a:effectLst/>
                <a:uLnTx/>
                <a:uFillTx/>
                <a:latin typeface="Aptos" panose="020B0004020202020204" pitchFamily="34" charset="0"/>
              </a:endParaRPr>
            </a:p>
            <a:p>
              <a:pPr marL="358775" marR="0" lvl="1" indent="-168275" algn="l" defTabSz="914396"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31F30"/>
                  </a:solidFill>
                  <a:effectLst/>
                  <a:uLnTx/>
                  <a:uFillTx/>
                  <a:latin typeface="Aptos" panose="020B0004020202020204" pitchFamily="34" charset="0"/>
                </a:rPr>
                <a:t>Captures business context, data exposure, hosting, suppliers, AI exposure and exit/control signals.</a:t>
              </a:r>
            </a:p>
            <a:p>
              <a:pPr marL="358775" marR="0" lvl="1" indent="-168275" algn="l" defTabSz="914396"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31F30"/>
                  </a:solidFill>
                  <a:effectLst/>
                  <a:uLnTx/>
                  <a:uFillTx/>
                  <a:latin typeface="Aptos" panose="020B0004020202020204" pitchFamily="34" charset="0"/>
                </a:rPr>
                <a:t>Applies a semi-quantitative classification based on exposure dimensions and agreed triggers that enables consistent prioritization without overengineering the initial classification.</a:t>
              </a:r>
            </a:p>
            <a:p>
              <a:pPr marL="358775" lvl="1" indent="-168275">
                <a:spcBef>
                  <a:spcPts val="0"/>
                </a:spcBef>
                <a:spcAft>
                  <a:spcPts val="600"/>
                </a:spcAft>
                <a:buFont typeface="Wingdings" panose="05000000000000000000" pitchFamily="2" charset="2"/>
                <a:buChar char="§"/>
                <a:defRPr/>
              </a:pPr>
              <a:r>
                <a:rPr lang="en-US" sz="1200" noProof="0">
                  <a:solidFill>
                    <a:srgbClr val="031F30"/>
                  </a:solidFill>
                  <a:latin typeface="Aptos" panose="020B0004020202020204" pitchFamily="34" charset="0"/>
                </a:rPr>
                <a:t>Avoids treating every critical application as equally risky.</a:t>
              </a:r>
              <a:endParaRPr kumimoji="0" lang="en-US" sz="1200" b="0" i="0" u="none" strike="noStrike" kern="1200" cap="none" spc="0" normalizeH="0" baseline="0" noProof="0">
                <a:ln>
                  <a:noFill/>
                </a:ln>
                <a:solidFill>
                  <a:srgbClr val="031F30"/>
                </a:solidFill>
                <a:effectLst/>
                <a:uLnTx/>
                <a:uFillTx/>
                <a:latin typeface="Aptos" panose="020B0004020202020204" pitchFamily="34" charset="0"/>
              </a:endParaRPr>
            </a:p>
            <a:p>
              <a:pPr marL="358775" lvl="1" indent="-168275">
                <a:spcBef>
                  <a:spcPts val="0"/>
                </a:spcBef>
                <a:spcAft>
                  <a:spcPts val="600"/>
                </a:spcAft>
                <a:buFont typeface="Wingdings" panose="05000000000000000000" pitchFamily="2" charset="2"/>
                <a:buChar char="§"/>
                <a:defRPr/>
              </a:pPr>
              <a:r>
                <a:rPr kumimoji="0" lang="en-US" sz="1200" b="0" i="0" u="none" strike="noStrike" kern="1200" cap="none" spc="0" normalizeH="0" baseline="0" noProof="0">
                  <a:ln>
                    <a:noFill/>
                  </a:ln>
                  <a:solidFill>
                    <a:srgbClr val="031F30"/>
                  </a:solidFill>
                  <a:effectLst/>
                  <a:uLnTx/>
                  <a:uFillTx/>
                  <a:latin typeface="Aptos" panose="020B0004020202020204" pitchFamily="34" charset="0"/>
                </a:rPr>
                <a:t>Produces a </a:t>
              </a:r>
              <a:r>
                <a:rPr lang="en-US" sz="1200" b="1" noProof="0">
                  <a:solidFill>
                    <a:srgbClr val="031F30"/>
                  </a:solidFill>
                  <a:latin typeface="Aptos" panose="020B0004020202020204" pitchFamily="34" charset="0"/>
                </a:rPr>
                <a:t>Prioritized Assessment Inventory </a:t>
              </a:r>
              <a:r>
                <a:rPr kumimoji="0" lang="en-US" sz="1200" b="0" i="0" u="none" strike="noStrike" kern="1200" cap="none" spc="0" normalizeH="0" baseline="0" noProof="0">
                  <a:ln>
                    <a:noFill/>
                  </a:ln>
                  <a:solidFill>
                    <a:srgbClr val="031F30"/>
                  </a:solidFill>
                  <a:effectLst/>
                  <a:uLnTx/>
                  <a:uFillTx/>
                  <a:latin typeface="Aptos" panose="020B0004020202020204" pitchFamily="34" charset="0"/>
                </a:rPr>
                <a:t>with Tier 1~4 classification and rationale.</a:t>
              </a:r>
            </a:p>
          </p:txBody>
        </p:sp>
      </p:grpSp>
      <p:grpSp>
        <p:nvGrpSpPr>
          <p:cNvPr id="86" name="Group 85">
            <a:extLst>
              <a:ext uri="{FF2B5EF4-FFF2-40B4-BE49-F238E27FC236}">
                <a16:creationId xmlns:a16="http://schemas.microsoft.com/office/drawing/2014/main" id="{31553771-16AB-8459-AF8F-11096E6318A5}"/>
              </a:ext>
            </a:extLst>
          </p:cNvPr>
          <p:cNvGrpSpPr/>
          <p:nvPr/>
        </p:nvGrpSpPr>
        <p:grpSpPr>
          <a:xfrm>
            <a:off x="6534152" y="1907809"/>
            <a:ext cx="5010151" cy="3367087"/>
            <a:chOff x="6534152" y="1800225"/>
            <a:chExt cx="5010151" cy="3367087"/>
          </a:xfrm>
        </p:grpSpPr>
        <p:grpSp>
          <p:nvGrpSpPr>
            <p:cNvPr id="64" name="Group 63">
              <a:extLst>
                <a:ext uri="{FF2B5EF4-FFF2-40B4-BE49-F238E27FC236}">
                  <a16:creationId xmlns:a16="http://schemas.microsoft.com/office/drawing/2014/main" id="{DAD5F9E3-DAB8-A643-DA30-A033613632AB}"/>
                </a:ext>
              </a:extLst>
            </p:cNvPr>
            <p:cNvGrpSpPr/>
            <p:nvPr/>
          </p:nvGrpSpPr>
          <p:grpSpPr>
            <a:xfrm>
              <a:off x="6534152" y="1800225"/>
              <a:ext cx="5010151" cy="3367087"/>
              <a:chOff x="647699" y="1800225"/>
              <a:chExt cx="5010151" cy="3367087"/>
            </a:xfrm>
            <a:effectLst>
              <a:outerShdw blurRad="50800" dist="38100" dir="2700000" algn="tl" rotWithShape="0">
                <a:prstClr val="black">
                  <a:alpha val="40000"/>
                </a:prstClr>
              </a:outerShdw>
            </a:effectLst>
          </p:grpSpPr>
          <p:grpSp>
            <p:nvGrpSpPr>
              <p:cNvPr id="65" name="Group 64">
                <a:extLst>
                  <a:ext uri="{FF2B5EF4-FFF2-40B4-BE49-F238E27FC236}">
                    <a16:creationId xmlns:a16="http://schemas.microsoft.com/office/drawing/2014/main" id="{B7CEA8A6-DC8F-F1EF-D9B8-9ABEE6656842}"/>
                  </a:ext>
                </a:extLst>
              </p:cNvPr>
              <p:cNvGrpSpPr/>
              <p:nvPr/>
            </p:nvGrpSpPr>
            <p:grpSpPr>
              <a:xfrm>
                <a:off x="647699" y="1800225"/>
                <a:ext cx="5010151" cy="1374775"/>
                <a:chOff x="1228724" y="1933575"/>
                <a:chExt cx="5010151" cy="1374775"/>
              </a:xfrm>
            </p:grpSpPr>
            <p:sp>
              <p:nvSpPr>
                <p:cNvPr id="71" name="Rectangle: Rounded Corners 70">
                  <a:extLst>
                    <a:ext uri="{FF2B5EF4-FFF2-40B4-BE49-F238E27FC236}">
                      <a16:creationId xmlns:a16="http://schemas.microsoft.com/office/drawing/2014/main" id="{749779D2-374F-1E4D-D4EF-ED213D885F6E}"/>
                    </a:ext>
                  </a:extLst>
                </p:cNvPr>
                <p:cNvSpPr/>
                <p:nvPr/>
              </p:nvSpPr>
              <p:spPr>
                <a:xfrm>
                  <a:off x="1228724" y="1933575"/>
                  <a:ext cx="5010151" cy="1374775"/>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68000" tIns="108000" rIns="108000" rtlCol="0" anchor="t"/>
                <a:lstStyle/>
                <a:p>
                  <a:pPr algn="ctr"/>
                  <a:r>
                    <a:rPr lang="en-US" b="1" noProof="0"/>
                    <a:t>IT Sovereignty Assessment Model</a:t>
                  </a:r>
                </a:p>
              </p:txBody>
            </p:sp>
            <p:sp>
              <p:nvSpPr>
                <p:cNvPr id="73" name="Oval 72">
                  <a:extLst>
                    <a:ext uri="{FF2B5EF4-FFF2-40B4-BE49-F238E27FC236}">
                      <a16:creationId xmlns:a16="http://schemas.microsoft.com/office/drawing/2014/main" id="{6D7E43EF-7684-5A23-EF15-246F93857030}"/>
                    </a:ext>
                  </a:extLst>
                </p:cNvPr>
                <p:cNvSpPr/>
                <p:nvPr/>
              </p:nvSpPr>
              <p:spPr>
                <a:xfrm>
                  <a:off x="1365782" y="2047081"/>
                  <a:ext cx="409576" cy="409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69" name="Rectangle 68">
                <a:extLst>
                  <a:ext uri="{FF2B5EF4-FFF2-40B4-BE49-F238E27FC236}">
                    <a16:creationId xmlns:a16="http://schemas.microsoft.com/office/drawing/2014/main" id="{28540FC6-BB10-BCBB-79EE-EB65E41AC573}"/>
                  </a:ext>
                </a:extLst>
              </p:cNvPr>
              <p:cNvSpPr/>
              <p:nvPr/>
            </p:nvSpPr>
            <p:spPr>
              <a:xfrm>
                <a:off x="647699" y="2436812"/>
                <a:ext cx="5010150" cy="2730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pic>
          <p:nvPicPr>
            <p:cNvPr id="85" name="Graphic 84" descr="Clipboard Checked with solid fill">
              <a:extLst>
                <a:ext uri="{FF2B5EF4-FFF2-40B4-BE49-F238E27FC236}">
                  <a16:creationId xmlns:a16="http://schemas.microsoft.com/office/drawing/2014/main" id="{B0BD7129-E341-0F25-1C05-78039458C62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12168" y="1954688"/>
              <a:ext cx="327661" cy="327661"/>
            </a:xfrm>
            <a:prstGeom prst="rect">
              <a:avLst/>
            </a:prstGeom>
          </p:spPr>
        </p:pic>
      </p:grpSp>
      <p:sp>
        <p:nvSpPr>
          <p:cNvPr id="89" name="Marcador de texto 38">
            <a:extLst>
              <a:ext uri="{FF2B5EF4-FFF2-40B4-BE49-F238E27FC236}">
                <a16:creationId xmlns:a16="http://schemas.microsoft.com/office/drawing/2014/main" id="{22E611E9-169A-52A1-27CA-4FD5F242B520}"/>
              </a:ext>
            </a:extLst>
          </p:cNvPr>
          <p:cNvSpPr txBox="1">
            <a:spLocks/>
          </p:cNvSpPr>
          <p:nvPr/>
        </p:nvSpPr>
        <p:spPr>
          <a:xfrm>
            <a:off x="6537957" y="2544396"/>
            <a:ext cx="5006346" cy="2336194"/>
          </a:xfrm>
          <a:prstGeom prst="rect">
            <a:avLst/>
          </a:prstGeom>
        </p:spPr>
        <p:txBody>
          <a:bodyPr wrap="square" lIns="108000" tIns="108000" rIns="72000" bIns="72000">
            <a:spAutoFit/>
          </a:bodyPr>
          <a:lstStyle>
            <a:defPPr>
              <a:defRPr lang="es-ES"/>
            </a:defPPr>
            <a:lvl1pPr marL="342898" indent="-342898" defTabSz="914396">
              <a:spcBef>
                <a:spcPts val="300"/>
              </a:spcBef>
              <a:buFont typeface="Arial" panose="020B0604020202020204" pitchFamily="34" charset="0"/>
              <a:buChar char="•"/>
              <a:defRPr sz="1400">
                <a:cs typeface="Arial" panose="020B0604020202020204" pitchFamily="34" charset="0"/>
              </a:defRPr>
            </a:lvl1pPr>
            <a:lvl2pPr marL="742947" indent="-285749"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2pPr>
            <a:lvl3pPr marL="1142994" indent="-228600"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3pPr>
            <a:lvl4pPr marL="1600192" indent="-228600"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4pPr>
            <a:lvl5pPr marL="2057390" indent="-228600"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5pPr>
            <a:lvl6pPr marL="2514588" indent="-228600" defTabSz="914396">
              <a:spcBef>
                <a:spcPct val="20000"/>
              </a:spcBef>
              <a:buFont typeface="Arial" panose="020B0604020202020204" pitchFamily="34" charset="0"/>
              <a:buChar char="•"/>
              <a:defRPr sz="2000"/>
            </a:lvl6pPr>
            <a:lvl7pPr marL="2971784" indent="-228600" defTabSz="914396">
              <a:spcBef>
                <a:spcPct val="20000"/>
              </a:spcBef>
              <a:buFont typeface="Arial" panose="020B0604020202020204" pitchFamily="34" charset="0"/>
              <a:buChar char="•"/>
              <a:defRPr sz="2000"/>
            </a:lvl7pPr>
            <a:lvl8pPr marL="3428984" indent="-228600" defTabSz="914396">
              <a:spcBef>
                <a:spcPct val="20000"/>
              </a:spcBef>
              <a:buFont typeface="Arial" panose="020B0604020202020204" pitchFamily="34" charset="0"/>
              <a:buChar char="•"/>
              <a:defRPr sz="2000"/>
            </a:lvl8pPr>
            <a:lvl9pPr marL="3886182" indent="-228600" defTabSz="914396">
              <a:spcBef>
                <a:spcPct val="20000"/>
              </a:spcBef>
              <a:buFont typeface="Arial" panose="020B0604020202020204" pitchFamily="34" charset="0"/>
              <a:buChar char="•"/>
              <a:defRPr sz="2000"/>
            </a:lvl9pPr>
          </a:lstStyle>
          <a:p>
            <a:pPr marL="0" marR="0" lvl="0" indent="0" algn="l" defTabSz="914396" rtl="0" eaLnBrk="1" fontAlgn="auto" latinLnBrk="0" hangingPunct="1">
              <a:lnSpc>
                <a:spcPct val="100000"/>
              </a:lnSpc>
              <a:spcBef>
                <a:spcPts val="0"/>
              </a:spcBef>
              <a:spcAft>
                <a:spcPts val="600"/>
              </a:spcAft>
              <a:buClrTx/>
              <a:buSzTx/>
              <a:buNone/>
              <a:tabLst/>
              <a:defRPr/>
            </a:pPr>
            <a:r>
              <a:rPr kumimoji="0" lang="en-US" sz="1200" b="1" i="0" u="none" strike="noStrike" kern="1200" cap="none" spc="0" normalizeH="0" baseline="0" noProof="0">
                <a:ln>
                  <a:noFill/>
                </a:ln>
                <a:solidFill>
                  <a:srgbClr val="031F30"/>
                </a:solidFill>
                <a:effectLst/>
                <a:uLnTx/>
                <a:uFillTx/>
                <a:latin typeface="Aptos" panose="020B0004020202020204" pitchFamily="34" charset="0"/>
              </a:rPr>
              <a:t>Focused deep-dive for Tier 1 applications where exposure is high or confidence is insufficient.</a:t>
            </a:r>
          </a:p>
          <a:p>
            <a:pPr marL="0" marR="0" lvl="0" indent="0" algn="l" defTabSz="914396" rtl="0" eaLnBrk="1" fontAlgn="auto" latinLnBrk="0" hangingPunct="1">
              <a:lnSpc>
                <a:spcPct val="100000"/>
              </a:lnSpc>
              <a:spcBef>
                <a:spcPts val="0"/>
              </a:spcBef>
              <a:spcAft>
                <a:spcPts val="600"/>
              </a:spcAft>
              <a:buClrTx/>
              <a:buSzTx/>
              <a:buNone/>
              <a:tabLst/>
              <a:defRPr/>
            </a:pPr>
            <a:endParaRPr kumimoji="0" lang="en-US" sz="700" b="1" i="0" u="none" strike="noStrike" kern="1200" cap="none" spc="0" normalizeH="0" baseline="0" noProof="0">
              <a:ln>
                <a:noFill/>
              </a:ln>
              <a:solidFill>
                <a:srgbClr val="031F30"/>
              </a:solidFill>
              <a:effectLst/>
              <a:uLnTx/>
              <a:uFillTx/>
              <a:latin typeface="Aptos" panose="020B0004020202020204" pitchFamily="34" charset="0"/>
            </a:endParaRPr>
          </a:p>
          <a:p>
            <a:pPr marL="358775" marR="0" lvl="1" indent="-168275" algn="l" defTabSz="914396"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31F30"/>
                </a:solidFill>
                <a:effectLst/>
                <a:uLnTx/>
                <a:uFillTx/>
                <a:latin typeface="Aptos" panose="020B0004020202020204" pitchFamily="34" charset="0"/>
              </a:rPr>
              <a:t>Focuses expert effort where exposure may affect IAG control or resilience.</a:t>
            </a:r>
          </a:p>
          <a:p>
            <a:pPr marL="358775" marR="0" lvl="1" indent="-168275" algn="l" defTabSz="914396"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31F30"/>
                </a:solidFill>
                <a:effectLst/>
                <a:uLnTx/>
                <a:uFillTx/>
                <a:latin typeface="Aptos" panose="020B0004020202020204" pitchFamily="34" charset="0"/>
              </a:rPr>
              <a:t>Assesses control, dependency and resilience across five IT Sovereignty domains.</a:t>
            </a:r>
          </a:p>
          <a:p>
            <a:pPr marL="358775" marR="0" lvl="1" indent="-168275" algn="l" defTabSz="914396"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31F30"/>
                </a:solidFill>
                <a:effectLst/>
                <a:uLnTx/>
                <a:uFillTx/>
                <a:latin typeface="Aptos" panose="020B0004020202020204" pitchFamily="34" charset="0"/>
              </a:rPr>
              <a:t>Uses targeted evidence and interviews to prepare SEAL-aligned scoring.</a:t>
            </a:r>
          </a:p>
          <a:p>
            <a:pPr marL="358775" marR="0" lvl="1" indent="-168275" algn="l" defTabSz="914396"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31F30"/>
                </a:solidFill>
                <a:effectLst/>
                <a:uLnTx/>
                <a:uFillTx/>
                <a:latin typeface="Aptos" panose="020B0004020202020204" pitchFamily="34" charset="0"/>
              </a:rPr>
              <a:t>Consolidates results into a </a:t>
            </a:r>
            <a:r>
              <a:rPr kumimoji="0" lang="en-US" sz="1200" b="1" i="0" u="none" strike="noStrike" kern="1200" cap="none" spc="0" normalizeH="0" baseline="0" noProof="0">
                <a:ln>
                  <a:noFill/>
                </a:ln>
                <a:solidFill>
                  <a:srgbClr val="031F30"/>
                </a:solidFill>
                <a:effectLst/>
                <a:uLnTx/>
                <a:uFillTx/>
                <a:latin typeface="Aptos" panose="020B0004020202020204" pitchFamily="34" charset="0"/>
              </a:rPr>
              <a:t>Sovereignty Maturity Report</a:t>
            </a:r>
            <a:r>
              <a:rPr kumimoji="0" lang="en-US" sz="1200" i="0" u="none" strike="noStrike" kern="1200" cap="none" spc="0" normalizeH="0" baseline="0" noProof="0">
                <a:ln>
                  <a:noFill/>
                </a:ln>
                <a:solidFill>
                  <a:srgbClr val="031F30"/>
                </a:solidFill>
                <a:effectLst/>
                <a:uLnTx/>
                <a:uFillTx/>
                <a:latin typeface="Aptos" panose="020B0004020202020204" pitchFamily="34" charset="0"/>
              </a:rPr>
              <a:t>.</a:t>
            </a:r>
          </a:p>
        </p:txBody>
      </p:sp>
      <p:sp>
        <p:nvSpPr>
          <p:cNvPr id="90" name="CuadroTexto 7">
            <a:extLst>
              <a:ext uri="{FF2B5EF4-FFF2-40B4-BE49-F238E27FC236}">
                <a16:creationId xmlns:a16="http://schemas.microsoft.com/office/drawing/2014/main" id="{E8C00DBC-196B-1CD6-A83B-A17E5C504068}"/>
              </a:ext>
            </a:extLst>
          </p:cNvPr>
          <p:cNvSpPr txBox="1"/>
          <p:nvPr/>
        </p:nvSpPr>
        <p:spPr>
          <a:xfrm>
            <a:off x="0" y="5803899"/>
            <a:ext cx="12192000" cy="276999"/>
          </a:xfrm>
          <a:prstGeom prst="rect">
            <a:avLst/>
          </a:prstGeom>
          <a:solidFill>
            <a:schemeClr val="accent2">
              <a:lumMod val="20000"/>
              <a:lumOff val="80000"/>
            </a:schemeClr>
          </a:solidFill>
        </p:spPr>
        <p:txBody>
          <a:bodyPr wrap="square" lIns="720000" rIns="720000">
            <a:spAutoFit/>
          </a:bodyPr>
          <a:lstStyle/>
          <a:p>
            <a:pPr algn="ctr">
              <a:buNone/>
            </a:pPr>
            <a:r>
              <a:rPr lang="en-US" sz="1200" b="1" i="1" noProof="0">
                <a:latin typeface="Aptos" panose="020B0004020202020204" pitchFamily="34" charset="0"/>
              </a:rPr>
              <a:t>This approach enables a broad coverage first, and a subsequent detailed assessment only where the screening indicates material sovereignty exposure.</a:t>
            </a:r>
          </a:p>
        </p:txBody>
      </p:sp>
    </p:spTree>
    <p:extLst>
      <p:ext uri="{BB962C8B-B14F-4D97-AF65-F5344CB8AC3E}">
        <p14:creationId xmlns:p14="http://schemas.microsoft.com/office/powerpoint/2010/main" val="3784106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2BF10-F49D-C31B-90A3-9295BCAD3FD2}"/>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AA03487-2E10-E0A6-E762-DB43056941D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3AA03487-2E10-E0A6-E762-DB43056941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9E6ADCF6-C2D1-5B5B-6A49-4DCD5630C73F}"/>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noProof="0">
                <a:solidFill>
                  <a:schemeClr val="tx1"/>
                </a:solidFill>
                <a:latin typeface="Aptos" panose="020B0004020202020204" pitchFamily="34" charset="0"/>
              </a:rPr>
              <a:t>Sovereignty Screening &amp; Clustering</a:t>
            </a:r>
          </a:p>
        </p:txBody>
      </p:sp>
      <p:sp>
        <p:nvSpPr>
          <p:cNvPr id="3" name="Title 12">
            <a:extLst>
              <a:ext uri="{FF2B5EF4-FFF2-40B4-BE49-F238E27FC236}">
                <a16:creationId xmlns:a16="http://schemas.microsoft.com/office/drawing/2014/main" id="{DC084293-5D4B-49F2-995A-67FA753BB3C9}"/>
              </a:ext>
            </a:extLst>
          </p:cNvPr>
          <p:cNvSpPr>
            <a:spLocks noGrp="1"/>
          </p:cNvSpPr>
          <p:nvPr>
            <p:ph type="title"/>
          </p:nvPr>
        </p:nvSpPr>
        <p:spPr>
          <a:xfrm>
            <a:off x="465722" y="794031"/>
            <a:ext cx="11446876" cy="830997"/>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latin typeface="Aptos" panose="020B0004020202020204" pitchFamily="34" charset="0"/>
              </a:rPr>
              <a:t>A </a:t>
            </a:r>
            <a:r>
              <a:rPr lang="en-US" b="1" noProof="0">
                <a:latin typeface="Aptos" panose="020B0004020202020204" pitchFamily="34" charset="0"/>
              </a:rPr>
              <a:t>structured, declarative and owner-led screening</a:t>
            </a:r>
            <a:r>
              <a:rPr lang="en-US" noProof="0">
                <a:latin typeface="Aptos" panose="020B0004020202020204" pitchFamily="34" charset="0"/>
              </a:rPr>
              <a:t> intake to capture the minimum information needed for a </a:t>
            </a:r>
            <a:r>
              <a:rPr lang="en-US" b="1" noProof="0">
                <a:latin typeface="Aptos" panose="020B0004020202020204" pitchFamily="34" charset="0"/>
              </a:rPr>
              <a:t>consistent application-level triage</a:t>
            </a:r>
            <a:r>
              <a:rPr lang="en-US" noProof="0">
                <a:latin typeface="Aptos" panose="020B0004020202020204" pitchFamily="34" charset="0"/>
              </a:rPr>
              <a:t> </a:t>
            </a:r>
            <a:r>
              <a:rPr lang="en-US" b="1" noProof="0">
                <a:latin typeface="Aptos" panose="020B0004020202020204" pitchFamily="34" charset="0"/>
              </a:rPr>
              <a:t>by sovereignty exposure</a:t>
            </a:r>
            <a:r>
              <a:rPr lang="en-US" noProof="0">
                <a:latin typeface="Aptos" panose="020B0004020202020204" pitchFamily="34" charset="0"/>
              </a:rPr>
              <a:t> to confirm which Tier 1 applications move to the following deep-dive assessment.</a:t>
            </a:r>
          </a:p>
        </p:txBody>
      </p:sp>
      <p:grpSp>
        <p:nvGrpSpPr>
          <p:cNvPr id="12" name="Group 11">
            <a:extLst>
              <a:ext uri="{FF2B5EF4-FFF2-40B4-BE49-F238E27FC236}">
                <a16:creationId xmlns:a16="http://schemas.microsoft.com/office/drawing/2014/main" id="{8645DA3F-89C9-1BE3-EF32-899202EA394D}"/>
              </a:ext>
            </a:extLst>
          </p:cNvPr>
          <p:cNvGrpSpPr/>
          <p:nvPr/>
        </p:nvGrpSpPr>
        <p:grpSpPr>
          <a:xfrm>
            <a:off x="10821387" y="217661"/>
            <a:ext cx="1040411" cy="394234"/>
            <a:chOff x="10821387" y="217661"/>
            <a:chExt cx="1040411" cy="394234"/>
          </a:xfrm>
        </p:grpSpPr>
        <p:pic>
          <p:nvPicPr>
            <p:cNvPr id="10" name="Picture 9">
              <a:extLst>
                <a:ext uri="{FF2B5EF4-FFF2-40B4-BE49-F238E27FC236}">
                  <a16:creationId xmlns:a16="http://schemas.microsoft.com/office/drawing/2014/main" id="{CB9CB6E4-B03E-F963-8CAD-7E18C5D9AD41}"/>
                </a:ext>
              </a:extLst>
            </p:cNvPr>
            <p:cNvPicPr>
              <a:picLocks noChangeAspect="1"/>
            </p:cNvPicPr>
            <p:nvPr/>
          </p:nvPicPr>
          <p:blipFill>
            <a:blip r:embed="rId5"/>
            <a:stretch>
              <a:fillRect/>
            </a:stretch>
          </p:blipFill>
          <p:spPr>
            <a:xfrm>
              <a:off x="10821387" y="217661"/>
              <a:ext cx="443513" cy="394234"/>
            </a:xfrm>
            <a:prstGeom prst="rect">
              <a:avLst/>
            </a:prstGeom>
          </p:spPr>
        </p:pic>
        <p:pic>
          <p:nvPicPr>
            <p:cNvPr id="11" name="Picture 10">
              <a:extLst>
                <a:ext uri="{FF2B5EF4-FFF2-40B4-BE49-F238E27FC236}">
                  <a16:creationId xmlns:a16="http://schemas.microsoft.com/office/drawing/2014/main" id="{214ED460-6C5F-7902-2C66-5B697850AECD}"/>
                </a:ext>
              </a:extLst>
            </p:cNvPr>
            <p:cNvPicPr>
              <a:picLocks noChangeAspect="1"/>
            </p:cNvPicPr>
            <p:nvPr/>
          </p:nvPicPr>
          <p:blipFill>
            <a:blip r:embed="rId6">
              <a:alphaModFix amt="30000"/>
            </a:blip>
            <a:stretch>
              <a:fillRect/>
            </a:stretch>
          </p:blipFill>
          <p:spPr>
            <a:xfrm>
              <a:off x="11414178" y="217661"/>
              <a:ext cx="447620" cy="394234"/>
            </a:xfrm>
            <a:prstGeom prst="rect">
              <a:avLst/>
            </a:prstGeom>
          </p:spPr>
        </p:pic>
      </p:grpSp>
      <p:sp>
        <p:nvSpPr>
          <p:cNvPr id="14" name="CuadroTexto 60">
            <a:extLst>
              <a:ext uri="{FF2B5EF4-FFF2-40B4-BE49-F238E27FC236}">
                <a16:creationId xmlns:a16="http://schemas.microsoft.com/office/drawing/2014/main" id="{6BBD0CDD-E990-DE60-60EC-430532646091}"/>
              </a:ext>
            </a:extLst>
          </p:cNvPr>
          <p:cNvSpPr txBox="1"/>
          <p:nvPr/>
        </p:nvSpPr>
        <p:spPr>
          <a:xfrm>
            <a:off x="465722" y="1933554"/>
            <a:ext cx="4583502" cy="338554"/>
          </a:xfrm>
          <a:prstGeom prst="rect">
            <a:avLst/>
          </a:prstGeom>
          <a:noFill/>
        </p:spPr>
        <p:txBody>
          <a:bodyPr wrap="square" lIns="91440" tIns="45720" rIns="91440" bIns="45720" rtlCol="0" anchor="t">
            <a:spAutoFit/>
          </a:bodyPr>
          <a:lstStyle/>
          <a:p>
            <a:pPr marL="0" marR="0" lvl="0" indent="0" algn="l" defTabSz="91429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effectLst/>
                <a:uLnTx/>
                <a:uFillTx/>
                <a:latin typeface="Aptos" panose="020B0004020202020204" pitchFamily="34" charset="0"/>
              </a:rPr>
              <a:t>Information captured from Application Owners</a:t>
            </a:r>
          </a:p>
        </p:txBody>
      </p:sp>
      <p:sp>
        <p:nvSpPr>
          <p:cNvPr id="16" name="CuadroTexto 60">
            <a:extLst>
              <a:ext uri="{FF2B5EF4-FFF2-40B4-BE49-F238E27FC236}">
                <a16:creationId xmlns:a16="http://schemas.microsoft.com/office/drawing/2014/main" id="{F5F71A9C-E7DC-940E-32C9-F5FCDDC6CC8F}"/>
              </a:ext>
            </a:extLst>
          </p:cNvPr>
          <p:cNvSpPr txBox="1"/>
          <p:nvPr/>
        </p:nvSpPr>
        <p:spPr>
          <a:xfrm>
            <a:off x="6096000" y="1933554"/>
            <a:ext cx="4583502" cy="338554"/>
          </a:xfrm>
          <a:prstGeom prst="rect">
            <a:avLst/>
          </a:prstGeom>
          <a:noFill/>
        </p:spPr>
        <p:txBody>
          <a:bodyPr wrap="square" lIns="91440" tIns="45720" rIns="91440" bIns="45720" rtlCol="0" anchor="t">
            <a:spAutoFit/>
          </a:bodyPr>
          <a:lstStyle/>
          <a:p>
            <a:pPr marL="0" marR="0" lvl="0" indent="0" algn="l" defTabSz="91429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effectLst/>
                <a:uLnTx/>
                <a:uFillTx/>
                <a:latin typeface="Aptos" panose="020B0004020202020204" pitchFamily="34" charset="0"/>
              </a:rPr>
              <a:t>Classification Tiers</a:t>
            </a:r>
          </a:p>
        </p:txBody>
      </p:sp>
      <p:sp>
        <p:nvSpPr>
          <p:cNvPr id="17" name="Rectangle: Rounded Corners 16">
            <a:extLst>
              <a:ext uri="{FF2B5EF4-FFF2-40B4-BE49-F238E27FC236}">
                <a16:creationId xmlns:a16="http://schemas.microsoft.com/office/drawing/2014/main" id="{4648C61A-3FB4-F4A7-C71B-2AA900B05089}"/>
              </a:ext>
            </a:extLst>
          </p:cNvPr>
          <p:cNvSpPr/>
          <p:nvPr/>
        </p:nvSpPr>
        <p:spPr>
          <a:xfrm>
            <a:off x="465722" y="2598002"/>
            <a:ext cx="2314604" cy="830997"/>
          </a:xfrm>
          <a:prstGeom prst="roundRect">
            <a:avLst/>
          </a:prstGeom>
          <a:solidFill>
            <a:srgbClr val="62A39F">
              <a:alpha val="1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72000" tIns="36000" rIns="72000" bIns="36000" rtlCol="0" anchor="ctr"/>
          <a:lstStyle/>
          <a:p>
            <a:r>
              <a:rPr lang="en-US" sz="1200" b="1" noProof="0">
                <a:solidFill>
                  <a:schemeClr val="accent6"/>
                </a:solidFill>
                <a:latin typeface="Aptos" panose="020B0004020202020204" pitchFamily="34" charset="0"/>
              </a:rPr>
              <a:t>App &amp; Business Context</a:t>
            </a:r>
          </a:p>
          <a:p>
            <a:r>
              <a:rPr lang="en-US" sz="1000" noProof="0">
                <a:solidFill>
                  <a:schemeClr val="tx1"/>
                </a:solidFill>
                <a:latin typeface="Aptos" panose="020B0004020202020204" pitchFamily="34" charset="0"/>
              </a:rPr>
              <a:t>OpCo, owner, business process, mission-critical / ICFR flag, disruption impact, etc.</a:t>
            </a:r>
          </a:p>
        </p:txBody>
      </p:sp>
      <p:sp>
        <p:nvSpPr>
          <p:cNvPr id="18" name="Rectangle: Rounded Corners 17">
            <a:extLst>
              <a:ext uri="{FF2B5EF4-FFF2-40B4-BE49-F238E27FC236}">
                <a16:creationId xmlns:a16="http://schemas.microsoft.com/office/drawing/2014/main" id="{E70F3FFA-6BB8-278D-FAFA-F69FAB378B8F}"/>
              </a:ext>
            </a:extLst>
          </p:cNvPr>
          <p:cNvSpPr/>
          <p:nvPr/>
        </p:nvSpPr>
        <p:spPr>
          <a:xfrm>
            <a:off x="3124171" y="2598002"/>
            <a:ext cx="2314604" cy="830997"/>
          </a:xfrm>
          <a:prstGeom prst="roundRect">
            <a:avLst/>
          </a:prstGeom>
          <a:solidFill>
            <a:srgbClr val="62A39F">
              <a:alpha val="1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72000" tIns="36000" rIns="72000" bIns="36000" rtlCol="0" anchor="ctr"/>
          <a:lstStyle/>
          <a:p>
            <a:r>
              <a:rPr lang="en-US" sz="1200" b="1" noProof="0">
                <a:solidFill>
                  <a:schemeClr val="accent6"/>
                </a:solidFill>
                <a:latin typeface="Aptos" panose="020B0004020202020204" pitchFamily="34" charset="0"/>
              </a:rPr>
              <a:t>Data Exposure</a:t>
            </a:r>
          </a:p>
          <a:p>
            <a:r>
              <a:rPr lang="en-US" sz="1000" noProof="0">
                <a:solidFill>
                  <a:schemeClr val="tx1"/>
                </a:solidFill>
                <a:latin typeface="Aptos" panose="020B0004020202020204" pitchFamily="34" charset="0"/>
              </a:rPr>
              <a:t>Data classification, personal / customer / employee / financial / regulated data, etc.</a:t>
            </a:r>
          </a:p>
        </p:txBody>
      </p:sp>
      <p:sp>
        <p:nvSpPr>
          <p:cNvPr id="25" name="Rectangle: Rounded Corners 24">
            <a:extLst>
              <a:ext uri="{FF2B5EF4-FFF2-40B4-BE49-F238E27FC236}">
                <a16:creationId xmlns:a16="http://schemas.microsoft.com/office/drawing/2014/main" id="{E43A3BD3-24CB-3FA3-6C8E-44B12F428AC5}"/>
              </a:ext>
            </a:extLst>
          </p:cNvPr>
          <p:cNvSpPr/>
          <p:nvPr/>
        </p:nvSpPr>
        <p:spPr>
          <a:xfrm>
            <a:off x="465722" y="3754894"/>
            <a:ext cx="2314604" cy="830997"/>
          </a:xfrm>
          <a:prstGeom prst="roundRect">
            <a:avLst/>
          </a:prstGeom>
          <a:solidFill>
            <a:srgbClr val="62A39F">
              <a:alpha val="1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72000" tIns="36000" rIns="72000" bIns="36000" rtlCol="0" anchor="ctr"/>
          <a:lstStyle/>
          <a:p>
            <a:r>
              <a:rPr lang="en-US" sz="1200" b="1" noProof="0">
                <a:solidFill>
                  <a:schemeClr val="accent6"/>
                </a:solidFill>
                <a:latin typeface="Aptos" panose="020B0004020202020204" pitchFamily="34" charset="0"/>
              </a:rPr>
              <a:t>Hosting &amp; Platforms</a:t>
            </a:r>
          </a:p>
          <a:p>
            <a:r>
              <a:rPr lang="en-US" sz="1000" noProof="0">
                <a:solidFill>
                  <a:schemeClr val="tx1"/>
                </a:solidFill>
                <a:latin typeface="Aptos" panose="020B0004020202020204" pitchFamily="34" charset="0"/>
              </a:rPr>
              <a:t>AI / GenAI usage, IAG data processed, retention, training, embedded AI in SaaS.</a:t>
            </a:r>
          </a:p>
        </p:txBody>
      </p:sp>
      <p:sp>
        <p:nvSpPr>
          <p:cNvPr id="26" name="Rectangle: Rounded Corners 25">
            <a:extLst>
              <a:ext uri="{FF2B5EF4-FFF2-40B4-BE49-F238E27FC236}">
                <a16:creationId xmlns:a16="http://schemas.microsoft.com/office/drawing/2014/main" id="{486DF430-5C7E-C90F-BD83-92843CEA1197}"/>
              </a:ext>
            </a:extLst>
          </p:cNvPr>
          <p:cNvSpPr/>
          <p:nvPr/>
        </p:nvSpPr>
        <p:spPr>
          <a:xfrm>
            <a:off x="3124171" y="3754894"/>
            <a:ext cx="2314604" cy="830997"/>
          </a:xfrm>
          <a:prstGeom prst="roundRect">
            <a:avLst/>
          </a:prstGeom>
          <a:solidFill>
            <a:srgbClr val="62A39F">
              <a:alpha val="1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72000" tIns="36000" rIns="72000" bIns="36000" rtlCol="0" anchor="ctr"/>
          <a:lstStyle/>
          <a:p>
            <a:r>
              <a:rPr lang="en-US" sz="1200" b="1" noProof="0">
                <a:solidFill>
                  <a:schemeClr val="accent6"/>
                </a:solidFill>
                <a:latin typeface="Aptos" panose="020B0004020202020204" pitchFamily="34" charset="0"/>
              </a:rPr>
              <a:t>Supplier &amp; Contract</a:t>
            </a:r>
          </a:p>
          <a:p>
            <a:r>
              <a:rPr lang="en-US" sz="1000" noProof="0">
                <a:solidFill>
                  <a:schemeClr val="tx1"/>
                </a:solidFill>
                <a:latin typeface="Aptos" panose="020B0004020202020204" pitchFamily="34" charset="0"/>
              </a:rPr>
              <a:t>Primary supplier, subcontractors, contract owner, key sovereignty clauses, etc.</a:t>
            </a:r>
          </a:p>
        </p:txBody>
      </p:sp>
      <p:sp>
        <p:nvSpPr>
          <p:cNvPr id="29" name="Rectangle: Rounded Corners 28">
            <a:extLst>
              <a:ext uri="{FF2B5EF4-FFF2-40B4-BE49-F238E27FC236}">
                <a16:creationId xmlns:a16="http://schemas.microsoft.com/office/drawing/2014/main" id="{DC522D63-7A34-77F3-560E-78B0F23AE65E}"/>
              </a:ext>
            </a:extLst>
          </p:cNvPr>
          <p:cNvSpPr/>
          <p:nvPr/>
        </p:nvSpPr>
        <p:spPr>
          <a:xfrm>
            <a:off x="465722" y="4911788"/>
            <a:ext cx="2314604" cy="830997"/>
          </a:xfrm>
          <a:prstGeom prst="roundRect">
            <a:avLst/>
          </a:prstGeom>
          <a:solidFill>
            <a:srgbClr val="62A39F">
              <a:alpha val="1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72000" tIns="36000" rIns="72000" bIns="36000" rtlCol="0" anchor="ctr"/>
          <a:lstStyle/>
          <a:p>
            <a:r>
              <a:rPr lang="en-US" sz="1200" b="1" noProof="0">
                <a:solidFill>
                  <a:schemeClr val="accent6"/>
                </a:solidFill>
                <a:latin typeface="Aptos" panose="020B0004020202020204" pitchFamily="34" charset="0"/>
              </a:rPr>
              <a:t>AI Exposure</a:t>
            </a:r>
          </a:p>
          <a:p>
            <a:r>
              <a:rPr lang="en-US" sz="1000" noProof="0">
                <a:solidFill>
                  <a:schemeClr val="tx1"/>
                </a:solidFill>
                <a:latin typeface="Aptos" panose="020B0004020202020204" pitchFamily="34" charset="0"/>
              </a:rPr>
              <a:t>AI / GenAI usage, IAG data processed, retention, training, embedded AI in SaaS.</a:t>
            </a:r>
          </a:p>
        </p:txBody>
      </p:sp>
      <p:sp>
        <p:nvSpPr>
          <p:cNvPr id="30" name="Rectangle: Rounded Corners 29">
            <a:extLst>
              <a:ext uri="{FF2B5EF4-FFF2-40B4-BE49-F238E27FC236}">
                <a16:creationId xmlns:a16="http://schemas.microsoft.com/office/drawing/2014/main" id="{B7CF2299-6794-CEB7-B130-892F4E1DDA81}"/>
              </a:ext>
            </a:extLst>
          </p:cNvPr>
          <p:cNvSpPr/>
          <p:nvPr/>
        </p:nvSpPr>
        <p:spPr>
          <a:xfrm>
            <a:off x="3124171" y="4911788"/>
            <a:ext cx="2314604" cy="830997"/>
          </a:xfrm>
          <a:prstGeom prst="roundRect">
            <a:avLst/>
          </a:prstGeom>
          <a:solidFill>
            <a:srgbClr val="62A39F">
              <a:alpha val="10196"/>
            </a:srgbClr>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72000" tIns="36000" rIns="72000" bIns="36000" rtlCol="0" anchor="ctr"/>
          <a:lstStyle/>
          <a:p>
            <a:r>
              <a:rPr lang="en-US" sz="1200" b="1" noProof="0">
                <a:solidFill>
                  <a:schemeClr val="accent6"/>
                </a:solidFill>
                <a:latin typeface="Aptos" panose="020B0004020202020204" pitchFamily="34" charset="0"/>
              </a:rPr>
              <a:t>Control &amp; Exit</a:t>
            </a:r>
          </a:p>
          <a:p>
            <a:r>
              <a:rPr lang="en-US" sz="1000" noProof="0">
                <a:solidFill>
                  <a:schemeClr val="tx1"/>
                </a:solidFill>
                <a:latin typeface="Aptos" panose="020B0004020202020204" pitchFamily="34" charset="0"/>
              </a:rPr>
              <a:t>Supplier access, key ownership, logs, portability, fallback option, lock-in, etc.</a:t>
            </a:r>
          </a:p>
        </p:txBody>
      </p:sp>
      <p:sp>
        <p:nvSpPr>
          <p:cNvPr id="35" name="Rectangle: Rounded Corners 34">
            <a:extLst>
              <a:ext uri="{FF2B5EF4-FFF2-40B4-BE49-F238E27FC236}">
                <a16:creationId xmlns:a16="http://schemas.microsoft.com/office/drawing/2014/main" id="{9ED84938-BE49-1078-77B4-4F29007A851D}"/>
              </a:ext>
            </a:extLst>
          </p:cNvPr>
          <p:cNvSpPr/>
          <p:nvPr/>
        </p:nvSpPr>
        <p:spPr>
          <a:xfrm>
            <a:off x="7010370" y="2600803"/>
            <a:ext cx="4627618" cy="533371"/>
          </a:xfrm>
          <a:prstGeom prst="roundRect">
            <a:avLst/>
          </a:prstGeom>
          <a:noFill/>
          <a:ln w="19050">
            <a:solidFill>
              <a:srgbClr val="D8253D"/>
            </a:solidFill>
          </a:ln>
        </p:spPr>
        <p:style>
          <a:lnRef idx="2">
            <a:schemeClr val="accent1">
              <a:shade val="15000"/>
            </a:schemeClr>
          </a:lnRef>
          <a:fillRef idx="1">
            <a:schemeClr val="accent1"/>
          </a:fillRef>
          <a:effectRef idx="0">
            <a:schemeClr val="accent1"/>
          </a:effectRef>
          <a:fontRef idx="minor">
            <a:schemeClr val="lt1"/>
          </a:fontRef>
        </p:style>
        <p:txBody>
          <a:bodyPr lIns="360000" tIns="36000" rIns="1152000" bIns="36000" rtlCol="0" anchor="ctr"/>
          <a:lstStyle/>
          <a:p>
            <a:r>
              <a:rPr lang="en-US" sz="1000" noProof="0">
                <a:solidFill>
                  <a:schemeClr val="tx1"/>
                </a:solidFill>
                <a:latin typeface="Aptos" panose="020B0004020202020204" pitchFamily="34" charset="0"/>
              </a:rPr>
              <a:t>High exposure or insufficient confidence requiring detailed assessment.</a:t>
            </a:r>
          </a:p>
        </p:txBody>
      </p:sp>
      <p:sp>
        <p:nvSpPr>
          <p:cNvPr id="36" name="Flecha: pentágono 37">
            <a:extLst>
              <a:ext uri="{FF2B5EF4-FFF2-40B4-BE49-F238E27FC236}">
                <a16:creationId xmlns:a16="http://schemas.microsoft.com/office/drawing/2014/main" id="{4072AFC7-FB4C-D4F1-2F2F-6C34BF311CD2}"/>
              </a:ext>
            </a:extLst>
          </p:cNvPr>
          <p:cNvSpPr>
            <a:spLocks/>
          </p:cNvSpPr>
          <p:nvPr/>
        </p:nvSpPr>
        <p:spPr>
          <a:xfrm>
            <a:off x="10426700" y="2600803"/>
            <a:ext cx="1211288" cy="533371"/>
          </a:xfrm>
          <a:prstGeom prst="roundRect">
            <a:avLst>
              <a:gd name="adj" fmla="val 13781"/>
            </a:avLst>
          </a:prstGeom>
          <a:solidFill>
            <a:srgbClr val="D8253D">
              <a:alpha val="10196"/>
            </a:srgbClr>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i="1" u="none" strike="noStrike" kern="0" cap="none" spc="0" normalizeH="0" baseline="0" noProof="0">
                <a:ln>
                  <a:noFill/>
                </a:ln>
                <a:solidFill>
                  <a:schemeClr val="tx1"/>
                </a:solidFill>
                <a:effectLst/>
                <a:uLnTx/>
                <a:uFillTx/>
                <a:latin typeface="Aptos" panose="020B0004020202020204" pitchFamily="34" charset="0"/>
              </a:rPr>
              <a:t>Selected for full</a:t>
            </a:r>
            <a:br>
              <a:rPr kumimoji="0" lang="en-US" sz="800" i="1" u="none" strike="noStrike" kern="0" cap="none" spc="0" normalizeH="0" baseline="0" noProof="0">
                <a:ln>
                  <a:noFill/>
                </a:ln>
                <a:solidFill>
                  <a:schemeClr val="tx1"/>
                </a:solidFill>
                <a:effectLst/>
                <a:uLnTx/>
                <a:uFillTx/>
                <a:latin typeface="Aptos" panose="020B0004020202020204" pitchFamily="34" charset="0"/>
              </a:rPr>
            </a:br>
            <a:r>
              <a:rPr kumimoji="0" lang="en-US" sz="800" i="1" u="none" strike="noStrike" kern="0" cap="none" spc="0" normalizeH="0" baseline="0" noProof="0">
                <a:ln>
                  <a:noFill/>
                </a:ln>
                <a:solidFill>
                  <a:schemeClr val="tx1"/>
                </a:solidFill>
                <a:effectLst/>
                <a:uLnTx/>
                <a:uFillTx/>
                <a:latin typeface="Aptos" panose="020B0004020202020204" pitchFamily="34" charset="0"/>
              </a:rPr>
              <a:t>IT Sovereignty Assessment Model</a:t>
            </a:r>
          </a:p>
        </p:txBody>
      </p:sp>
      <p:grpSp>
        <p:nvGrpSpPr>
          <p:cNvPr id="39" name="Group 38">
            <a:extLst>
              <a:ext uri="{FF2B5EF4-FFF2-40B4-BE49-F238E27FC236}">
                <a16:creationId xmlns:a16="http://schemas.microsoft.com/office/drawing/2014/main" id="{86835D91-5540-656C-2AFB-8E0DCB3CBF5E}"/>
              </a:ext>
            </a:extLst>
          </p:cNvPr>
          <p:cNvGrpSpPr/>
          <p:nvPr/>
        </p:nvGrpSpPr>
        <p:grpSpPr>
          <a:xfrm>
            <a:off x="7010370" y="3468473"/>
            <a:ext cx="4627618" cy="533371"/>
            <a:chOff x="7162770" y="2753203"/>
            <a:chExt cx="4627618" cy="533371"/>
          </a:xfrm>
        </p:grpSpPr>
        <p:sp>
          <p:nvSpPr>
            <p:cNvPr id="37" name="Rectangle: Rounded Corners 36">
              <a:extLst>
                <a:ext uri="{FF2B5EF4-FFF2-40B4-BE49-F238E27FC236}">
                  <a16:creationId xmlns:a16="http://schemas.microsoft.com/office/drawing/2014/main" id="{1A062111-5D1E-134C-A699-61FC0F5FB751}"/>
                </a:ext>
              </a:extLst>
            </p:cNvPr>
            <p:cNvSpPr/>
            <p:nvPr/>
          </p:nvSpPr>
          <p:spPr>
            <a:xfrm>
              <a:off x="7162770" y="2753203"/>
              <a:ext cx="4627618" cy="533371"/>
            </a:xfrm>
            <a:prstGeom prst="roundRect">
              <a:avLst/>
            </a:prstGeom>
            <a:noFill/>
            <a:ln w="19050">
              <a:solidFill>
                <a:srgbClr val="FF7A00"/>
              </a:solidFill>
            </a:ln>
          </p:spPr>
          <p:style>
            <a:lnRef idx="2">
              <a:schemeClr val="accent1">
                <a:shade val="15000"/>
              </a:schemeClr>
            </a:lnRef>
            <a:fillRef idx="1">
              <a:schemeClr val="accent1"/>
            </a:fillRef>
            <a:effectRef idx="0">
              <a:schemeClr val="accent1"/>
            </a:effectRef>
            <a:fontRef idx="minor">
              <a:schemeClr val="lt1"/>
            </a:fontRef>
          </p:style>
          <p:txBody>
            <a:bodyPr lIns="360000" tIns="36000" rIns="1152000" bIns="36000" rtlCol="0" anchor="ctr"/>
            <a:lstStyle/>
            <a:p>
              <a:r>
                <a:rPr lang="en-US" sz="1000" noProof="0">
                  <a:solidFill>
                    <a:schemeClr val="tx1"/>
                  </a:solidFill>
                  <a:latin typeface="Aptos" panose="020B0004020202020204" pitchFamily="34" charset="0"/>
                </a:rPr>
                <a:t>Material exposure requiring action planning and targeted validation.</a:t>
              </a:r>
            </a:p>
          </p:txBody>
        </p:sp>
        <p:sp>
          <p:nvSpPr>
            <p:cNvPr id="38" name="Flecha: pentágono 37">
              <a:extLst>
                <a:ext uri="{FF2B5EF4-FFF2-40B4-BE49-F238E27FC236}">
                  <a16:creationId xmlns:a16="http://schemas.microsoft.com/office/drawing/2014/main" id="{EE04A441-8B9A-763E-77E7-49C31886EC0B}"/>
                </a:ext>
              </a:extLst>
            </p:cNvPr>
            <p:cNvSpPr>
              <a:spLocks/>
            </p:cNvSpPr>
            <p:nvPr/>
          </p:nvSpPr>
          <p:spPr>
            <a:xfrm>
              <a:off x="10579100" y="2753203"/>
              <a:ext cx="1211288" cy="533371"/>
            </a:xfrm>
            <a:prstGeom prst="roundRect">
              <a:avLst>
                <a:gd name="adj" fmla="val 13781"/>
              </a:avLst>
            </a:prstGeom>
            <a:solidFill>
              <a:srgbClr val="FF7A00">
                <a:alpha val="10196"/>
              </a:srgbClr>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i="1" u="none" strike="noStrike" kern="0" cap="none" spc="0" normalizeH="0" baseline="0" noProof="0">
                  <a:ln>
                    <a:noFill/>
                  </a:ln>
                  <a:solidFill>
                    <a:schemeClr val="tx1"/>
                  </a:solidFill>
                  <a:effectLst/>
                  <a:uLnTx/>
                  <a:uFillTx/>
                  <a:latin typeface="Aptos" panose="020B0004020202020204" pitchFamily="34" charset="0"/>
                </a:rPr>
                <a:t>Included in</a:t>
              </a:r>
              <a:br>
                <a:rPr kumimoji="0" lang="en-US" sz="800" i="1" u="none" strike="noStrike" kern="0" cap="none" spc="0" normalizeH="0" baseline="0" noProof="0">
                  <a:ln>
                    <a:noFill/>
                  </a:ln>
                  <a:solidFill>
                    <a:schemeClr val="tx1"/>
                  </a:solidFill>
                  <a:effectLst/>
                  <a:uLnTx/>
                  <a:uFillTx/>
                  <a:latin typeface="Aptos" panose="020B0004020202020204" pitchFamily="34" charset="0"/>
                </a:rPr>
              </a:br>
              <a:r>
                <a:rPr kumimoji="0" lang="en-US" sz="800" i="1" u="none" strike="noStrike" kern="0" cap="none" spc="0" normalizeH="0" baseline="0" noProof="0">
                  <a:ln>
                    <a:noFill/>
                  </a:ln>
                  <a:solidFill>
                    <a:schemeClr val="tx1"/>
                  </a:solidFill>
                  <a:effectLst/>
                  <a:uLnTx/>
                  <a:uFillTx/>
                  <a:latin typeface="Aptos" panose="020B0004020202020204" pitchFamily="34" charset="0"/>
                </a:rPr>
                <a:t>mitigation backlog</a:t>
              </a:r>
            </a:p>
          </p:txBody>
        </p:sp>
      </p:grpSp>
      <p:grpSp>
        <p:nvGrpSpPr>
          <p:cNvPr id="40" name="Group 39">
            <a:extLst>
              <a:ext uri="{FF2B5EF4-FFF2-40B4-BE49-F238E27FC236}">
                <a16:creationId xmlns:a16="http://schemas.microsoft.com/office/drawing/2014/main" id="{57F9983C-162B-1BE4-3AF9-D7DD1CB3CB7E}"/>
              </a:ext>
            </a:extLst>
          </p:cNvPr>
          <p:cNvGrpSpPr/>
          <p:nvPr/>
        </p:nvGrpSpPr>
        <p:grpSpPr>
          <a:xfrm>
            <a:off x="7010370" y="4338944"/>
            <a:ext cx="4627618" cy="533371"/>
            <a:chOff x="7162770" y="2753203"/>
            <a:chExt cx="4627618" cy="533371"/>
          </a:xfrm>
        </p:grpSpPr>
        <p:sp>
          <p:nvSpPr>
            <p:cNvPr id="41" name="Rectangle: Rounded Corners 40">
              <a:extLst>
                <a:ext uri="{FF2B5EF4-FFF2-40B4-BE49-F238E27FC236}">
                  <a16:creationId xmlns:a16="http://schemas.microsoft.com/office/drawing/2014/main" id="{BA9D3D5A-FE47-9708-0035-FD23BC1DA578}"/>
                </a:ext>
              </a:extLst>
            </p:cNvPr>
            <p:cNvSpPr/>
            <p:nvPr/>
          </p:nvSpPr>
          <p:spPr>
            <a:xfrm>
              <a:off x="7162770" y="2753203"/>
              <a:ext cx="4627618" cy="533371"/>
            </a:xfrm>
            <a:prstGeom prst="roundRect">
              <a:avLst/>
            </a:prstGeom>
            <a:noFill/>
            <a:ln w="19050">
              <a:solidFill>
                <a:srgbClr val="FFC400"/>
              </a:solidFill>
            </a:ln>
          </p:spPr>
          <p:style>
            <a:lnRef idx="2">
              <a:schemeClr val="accent1">
                <a:shade val="15000"/>
              </a:schemeClr>
            </a:lnRef>
            <a:fillRef idx="1">
              <a:schemeClr val="accent1"/>
            </a:fillRef>
            <a:effectRef idx="0">
              <a:schemeClr val="accent1"/>
            </a:effectRef>
            <a:fontRef idx="minor">
              <a:schemeClr val="lt1"/>
            </a:fontRef>
          </p:style>
          <p:txBody>
            <a:bodyPr lIns="360000" tIns="36000" rIns="1152000" bIns="36000" rtlCol="0" anchor="ctr"/>
            <a:lstStyle/>
            <a:p>
              <a:r>
                <a:rPr lang="en-US" sz="1000" noProof="0">
                  <a:solidFill>
                    <a:schemeClr val="tx1"/>
                  </a:solidFill>
                  <a:latin typeface="Aptos" panose="020B0004020202020204" pitchFamily="34" charset="0"/>
                </a:rPr>
                <a:t>Relevant dependency but no material red flags based on screening.</a:t>
              </a:r>
            </a:p>
          </p:txBody>
        </p:sp>
        <p:sp>
          <p:nvSpPr>
            <p:cNvPr id="42" name="Flecha: pentágono 37">
              <a:extLst>
                <a:ext uri="{FF2B5EF4-FFF2-40B4-BE49-F238E27FC236}">
                  <a16:creationId xmlns:a16="http://schemas.microsoft.com/office/drawing/2014/main" id="{6A9ACE9F-A211-3011-B16B-22E188CAC38A}"/>
                </a:ext>
              </a:extLst>
            </p:cNvPr>
            <p:cNvSpPr>
              <a:spLocks/>
            </p:cNvSpPr>
            <p:nvPr/>
          </p:nvSpPr>
          <p:spPr>
            <a:xfrm>
              <a:off x="10579100" y="2753203"/>
              <a:ext cx="1211288" cy="533371"/>
            </a:xfrm>
            <a:prstGeom prst="roundRect">
              <a:avLst>
                <a:gd name="adj" fmla="val 13781"/>
              </a:avLst>
            </a:prstGeom>
            <a:solidFill>
              <a:srgbClr val="FFC400">
                <a:alpha val="10196"/>
              </a:srgbClr>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i="1" u="none" strike="noStrike" kern="0" cap="none" spc="0" normalizeH="0" baseline="0" noProof="0">
                  <a:ln>
                    <a:noFill/>
                  </a:ln>
                  <a:solidFill>
                    <a:schemeClr val="tx1"/>
                  </a:solidFill>
                  <a:effectLst/>
                  <a:uLnTx/>
                  <a:uFillTx/>
                  <a:latin typeface="Aptos" panose="020B0004020202020204" pitchFamily="34" charset="0"/>
                </a:rPr>
                <a:t>To be tracked and refreshed periodically</a:t>
              </a:r>
            </a:p>
          </p:txBody>
        </p:sp>
      </p:grpSp>
      <p:grpSp>
        <p:nvGrpSpPr>
          <p:cNvPr id="43" name="Group 42">
            <a:extLst>
              <a:ext uri="{FF2B5EF4-FFF2-40B4-BE49-F238E27FC236}">
                <a16:creationId xmlns:a16="http://schemas.microsoft.com/office/drawing/2014/main" id="{1F5EB236-1D63-876D-A801-54D73EB98F66}"/>
              </a:ext>
            </a:extLst>
          </p:cNvPr>
          <p:cNvGrpSpPr/>
          <p:nvPr/>
        </p:nvGrpSpPr>
        <p:grpSpPr>
          <a:xfrm>
            <a:off x="7010370" y="5209414"/>
            <a:ext cx="4627618" cy="533371"/>
            <a:chOff x="7162770" y="2753203"/>
            <a:chExt cx="4627618" cy="533371"/>
          </a:xfrm>
        </p:grpSpPr>
        <p:sp>
          <p:nvSpPr>
            <p:cNvPr id="44" name="Rectangle: Rounded Corners 43">
              <a:extLst>
                <a:ext uri="{FF2B5EF4-FFF2-40B4-BE49-F238E27FC236}">
                  <a16:creationId xmlns:a16="http://schemas.microsoft.com/office/drawing/2014/main" id="{FB458872-22D7-930E-0123-A6B0FF9D5A11}"/>
                </a:ext>
              </a:extLst>
            </p:cNvPr>
            <p:cNvSpPr/>
            <p:nvPr/>
          </p:nvSpPr>
          <p:spPr>
            <a:xfrm>
              <a:off x="7162770" y="2753203"/>
              <a:ext cx="4627618" cy="533371"/>
            </a:xfrm>
            <a:prstGeom prst="roundRect">
              <a:avLst/>
            </a:prstGeom>
            <a:noFill/>
            <a:ln w="19050">
              <a:solidFill>
                <a:srgbClr val="98CC2D"/>
              </a:solidFill>
            </a:ln>
          </p:spPr>
          <p:style>
            <a:lnRef idx="2">
              <a:schemeClr val="accent1">
                <a:shade val="15000"/>
              </a:schemeClr>
            </a:lnRef>
            <a:fillRef idx="1">
              <a:schemeClr val="accent1"/>
            </a:fillRef>
            <a:effectRef idx="0">
              <a:schemeClr val="accent1"/>
            </a:effectRef>
            <a:fontRef idx="minor">
              <a:schemeClr val="lt1"/>
            </a:fontRef>
          </p:style>
          <p:txBody>
            <a:bodyPr lIns="360000" tIns="36000" rIns="1152000" bIns="36000" rtlCol="0" anchor="ctr"/>
            <a:lstStyle/>
            <a:p>
              <a:r>
                <a:rPr lang="en-US" sz="1000" noProof="0">
                  <a:solidFill>
                    <a:schemeClr val="tx1"/>
                  </a:solidFill>
                  <a:latin typeface="Aptos" panose="020B0004020202020204" pitchFamily="34" charset="0"/>
                </a:rPr>
                <a:t>Dependencies are known, limited and managed.</a:t>
              </a:r>
            </a:p>
          </p:txBody>
        </p:sp>
        <p:sp>
          <p:nvSpPr>
            <p:cNvPr id="45" name="Flecha: pentágono 37">
              <a:extLst>
                <a:ext uri="{FF2B5EF4-FFF2-40B4-BE49-F238E27FC236}">
                  <a16:creationId xmlns:a16="http://schemas.microsoft.com/office/drawing/2014/main" id="{7DD7AE0A-2FD8-768A-1803-2648C46A44BE}"/>
                </a:ext>
              </a:extLst>
            </p:cNvPr>
            <p:cNvSpPr>
              <a:spLocks/>
            </p:cNvSpPr>
            <p:nvPr/>
          </p:nvSpPr>
          <p:spPr>
            <a:xfrm>
              <a:off x="10579100" y="2753203"/>
              <a:ext cx="1211288" cy="533371"/>
            </a:xfrm>
            <a:prstGeom prst="roundRect">
              <a:avLst>
                <a:gd name="adj" fmla="val 13781"/>
              </a:avLst>
            </a:prstGeom>
            <a:solidFill>
              <a:srgbClr val="98CC2D">
                <a:alpha val="10196"/>
              </a:srgbClr>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i="1" u="none" strike="noStrike" kern="0" cap="none" spc="0" normalizeH="0" baseline="0" noProof="0">
                  <a:ln>
                    <a:noFill/>
                  </a:ln>
                  <a:solidFill>
                    <a:schemeClr val="tx1"/>
                  </a:solidFill>
                  <a:effectLst/>
                  <a:uLnTx/>
                  <a:uFillTx/>
                  <a:latin typeface="Aptos" panose="020B0004020202020204" pitchFamily="34" charset="0"/>
                </a:rPr>
                <a:t>No immediate</a:t>
              </a:r>
              <a:br>
                <a:rPr kumimoji="0" lang="en-US" sz="800" i="1" u="none" strike="noStrike" kern="0" cap="none" spc="0" normalizeH="0" baseline="0" noProof="0">
                  <a:ln>
                    <a:noFill/>
                  </a:ln>
                  <a:solidFill>
                    <a:schemeClr val="tx1"/>
                  </a:solidFill>
                  <a:effectLst/>
                  <a:uLnTx/>
                  <a:uFillTx/>
                  <a:latin typeface="Aptos" panose="020B0004020202020204" pitchFamily="34" charset="0"/>
                </a:rPr>
              </a:br>
              <a:r>
                <a:rPr kumimoji="0" lang="en-US" sz="800" i="1" u="none" strike="noStrike" kern="0" cap="none" spc="0" normalizeH="0" baseline="0" noProof="0">
                  <a:ln>
                    <a:noFill/>
                  </a:ln>
                  <a:solidFill>
                    <a:schemeClr val="tx1"/>
                  </a:solidFill>
                  <a:effectLst/>
                  <a:uLnTx/>
                  <a:uFillTx/>
                  <a:latin typeface="Aptos" panose="020B0004020202020204" pitchFamily="34" charset="0"/>
                </a:rPr>
                <a:t>action required</a:t>
              </a:r>
            </a:p>
          </p:txBody>
        </p:sp>
      </p:grpSp>
      <p:sp>
        <p:nvSpPr>
          <p:cNvPr id="31" name="Flecha: pentágono 37">
            <a:extLst>
              <a:ext uri="{FF2B5EF4-FFF2-40B4-BE49-F238E27FC236}">
                <a16:creationId xmlns:a16="http://schemas.microsoft.com/office/drawing/2014/main" id="{B2381C6C-D62A-2CCE-A48B-0D9E710192D2}"/>
              </a:ext>
            </a:extLst>
          </p:cNvPr>
          <p:cNvSpPr>
            <a:spLocks/>
          </p:cNvSpPr>
          <p:nvPr/>
        </p:nvSpPr>
        <p:spPr>
          <a:xfrm>
            <a:off x="6189160" y="2600803"/>
            <a:ext cx="1052656" cy="533371"/>
          </a:xfrm>
          <a:prstGeom prst="roundRect">
            <a:avLst>
              <a:gd name="adj" fmla="val 13781"/>
            </a:avLst>
          </a:prstGeom>
          <a:solidFill>
            <a:srgbClr val="D8253D"/>
          </a:solidFill>
          <a:ln w="19050">
            <a:solidFill>
              <a:srgbClr val="D8253D"/>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0" cap="none" spc="0" normalizeH="0" baseline="0" noProof="0">
                <a:ln>
                  <a:noFill/>
                </a:ln>
                <a:solidFill>
                  <a:schemeClr val="bg1"/>
                </a:solidFill>
                <a:effectLst/>
                <a:uLnTx/>
                <a:uFillTx/>
                <a:latin typeface="Aptos" panose="020B0004020202020204" pitchFamily="34" charset="0"/>
              </a:rPr>
              <a:t>TIER 1</a:t>
            </a:r>
            <a:br>
              <a:rPr kumimoji="0" lang="en-US" sz="1200" b="1" i="0" u="none" strike="noStrike" kern="0" cap="none" spc="0" normalizeH="0" baseline="0" noProof="0">
                <a:ln>
                  <a:noFill/>
                </a:ln>
                <a:solidFill>
                  <a:schemeClr val="bg1"/>
                </a:solidFill>
                <a:effectLst/>
                <a:uLnTx/>
                <a:uFillTx/>
                <a:latin typeface="Aptos" panose="020B0004020202020204" pitchFamily="34" charset="0"/>
              </a:rPr>
            </a:br>
            <a:r>
              <a:rPr kumimoji="0" lang="en-US" sz="1200" b="1" i="0" u="none" strike="noStrike" kern="0" cap="none" spc="0" normalizeH="0" baseline="0" noProof="0">
                <a:ln>
                  <a:noFill/>
                </a:ln>
                <a:solidFill>
                  <a:schemeClr val="bg1"/>
                </a:solidFill>
                <a:effectLst/>
                <a:uLnTx/>
                <a:uFillTx/>
                <a:latin typeface="Aptos" panose="020B0004020202020204" pitchFamily="34" charset="0"/>
              </a:rPr>
              <a:t>Deep-dive</a:t>
            </a:r>
          </a:p>
        </p:txBody>
      </p:sp>
      <p:sp>
        <p:nvSpPr>
          <p:cNvPr id="32" name="Flecha: pentágono 37">
            <a:extLst>
              <a:ext uri="{FF2B5EF4-FFF2-40B4-BE49-F238E27FC236}">
                <a16:creationId xmlns:a16="http://schemas.microsoft.com/office/drawing/2014/main" id="{0E111182-6CDB-8C84-1C8A-1A8DBCAE822D}"/>
              </a:ext>
            </a:extLst>
          </p:cNvPr>
          <p:cNvSpPr>
            <a:spLocks/>
          </p:cNvSpPr>
          <p:nvPr/>
        </p:nvSpPr>
        <p:spPr>
          <a:xfrm>
            <a:off x="6189160" y="3468473"/>
            <a:ext cx="1052656" cy="533371"/>
          </a:xfrm>
          <a:prstGeom prst="roundRect">
            <a:avLst>
              <a:gd name="adj" fmla="val 13781"/>
            </a:avLst>
          </a:prstGeom>
          <a:solidFill>
            <a:srgbClr val="FF7A00"/>
          </a:solidFill>
          <a:ln w="19050">
            <a:solidFill>
              <a:srgbClr val="FF7A00"/>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lang="en-US" sz="1200" b="1" kern="0" noProof="0">
                <a:solidFill>
                  <a:schemeClr val="bg1"/>
                </a:solidFill>
                <a:latin typeface="Aptos" panose="020B0004020202020204" pitchFamily="34" charset="0"/>
              </a:rPr>
              <a:t>TIER 2</a:t>
            </a:r>
            <a:br>
              <a:rPr lang="en-US" sz="1200" b="1" kern="0" noProof="0">
                <a:solidFill>
                  <a:schemeClr val="bg1"/>
                </a:solidFill>
                <a:latin typeface="Aptos" panose="020B0004020202020204" pitchFamily="34" charset="0"/>
              </a:rPr>
            </a:br>
            <a:r>
              <a:rPr lang="en-US" sz="1200" b="1" kern="0" noProof="0">
                <a:solidFill>
                  <a:schemeClr val="bg1"/>
                </a:solidFill>
                <a:latin typeface="Aptos" panose="020B0004020202020204" pitchFamily="34" charset="0"/>
              </a:rPr>
              <a:t>Mitigate</a:t>
            </a:r>
            <a:endParaRPr kumimoji="0" lang="en-US" sz="1200" b="1" i="0" u="none" strike="noStrike" kern="0" cap="none" spc="0" normalizeH="0" baseline="0" noProof="0">
              <a:ln>
                <a:noFill/>
              </a:ln>
              <a:solidFill>
                <a:schemeClr val="bg1"/>
              </a:solidFill>
              <a:effectLst/>
              <a:uLnTx/>
              <a:uFillTx/>
              <a:latin typeface="Aptos" panose="020B0004020202020204" pitchFamily="34" charset="0"/>
            </a:endParaRPr>
          </a:p>
        </p:txBody>
      </p:sp>
      <p:sp>
        <p:nvSpPr>
          <p:cNvPr id="33" name="Flecha: pentágono 37">
            <a:extLst>
              <a:ext uri="{FF2B5EF4-FFF2-40B4-BE49-F238E27FC236}">
                <a16:creationId xmlns:a16="http://schemas.microsoft.com/office/drawing/2014/main" id="{8C564B89-887A-A8AE-FCF9-76CFE6753FE3}"/>
              </a:ext>
            </a:extLst>
          </p:cNvPr>
          <p:cNvSpPr>
            <a:spLocks/>
          </p:cNvSpPr>
          <p:nvPr/>
        </p:nvSpPr>
        <p:spPr>
          <a:xfrm>
            <a:off x="6189160" y="4338944"/>
            <a:ext cx="1052656" cy="533371"/>
          </a:xfrm>
          <a:prstGeom prst="roundRect">
            <a:avLst>
              <a:gd name="adj" fmla="val 13781"/>
            </a:avLst>
          </a:prstGeom>
          <a:solidFill>
            <a:srgbClr val="FFC400"/>
          </a:solidFill>
          <a:ln w="19050">
            <a:solidFill>
              <a:srgbClr val="FFC400"/>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0" cap="none" spc="0" normalizeH="0" baseline="0" noProof="0">
                <a:ln>
                  <a:noFill/>
                </a:ln>
                <a:solidFill>
                  <a:schemeClr val="bg1"/>
                </a:solidFill>
                <a:effectLst/>
                <a:uLnTx/>
                <a:uFillTx/>
                <a:latin typeface="Aptos" panose="020B0004020202020204" pitchFamily="34" charset="0"/>
              </a:rPr>
              <a:t>TIER 3</a:t>
            </a:r>
            <a:br>
              <a:rPr kumimoji="0" lang="en-US" sz="1200" b="1" i="0" u="none" strike="noStrike" kern="0" cap="none" spc="0" normalizeH="0" baseline="0" noProof="0">
                <a:ln>
                  <a:noFill/>
                </a:ln>
                <a:solidFill>
                  <a:schemeClr val="bg1"/>
                </a:solidFill>
                <a:effectLst/>
                <a:uLnTx/>
                <a:uFillTx/>
                <a:latin typeface="Aptos" panose="020B0004020202020204" pitchFamily="34" charset="0"/>
              </a:rPr>
            </a:br>
            <a:r>
              <a:rPr kumimoji="0" lang="en-US" sz="1200" b="1" i="0" u="none" strike="noStrike" kern="0" cap="none" spc="0" normalizeH="0" baseline="0" noProof="0">
                <a:ln>
                  <a:noFill/>
                </a:ln>
                <a:solidFill>
                  <a:schemeClr val="bg1"/>
                </a:solidFill>
                <a:effectLst/>
                <a:uLnTx/>
                <a:uFillTx/>
                <a:latin typeface="Aptos" panose="020B0004020202020204" pitchFamily="34" charset="0"/>
              </a:rPr>
              <a:t>Monitor </a:t>
            </a:r>
          </a:p>
        </p:txBody>
      </p:sp>
      <p:sp>
        <p:nvSpPr>
          <p:cNvPr id="34" name="Flecha: pentágono 37">
            <a:extLst>
              <a:ext uri="{FF2B5EF4-FFF2-40B4-BE49-F238E27FC236}">
                <a16:creationId xmlns:a16="http://schemas.microsoft.com/office/drawing/2014/main" id="{DD939E88-604D-F0A1-1074-C2F430E62343}"/>
              </a:ext>
            </a:extLst>
          </p:cNvPr>
          <p:cNvSpPr>
            <a:spLocks/>
          </p:cNvSpPr>
          <p:nvPr/>
        </p:nvSpPr>
        <p:spPr>
          <a:xfrm>
            <a:off x="6189160" y="5209414"/>
            <a:ext cx="1052656" cy="533371"/>
          </a:xfrm>
          <a:prstGeom prst="roundRect">
            <a:avLst>
              <a:gd name="adj" fmla="val 13781"/>
            </a:avLst>
          </a:prstGeom>
          <a:solidFill>
            <a:srgbClr val="98CC2D"/>
          </a:solidFill>
          <a:ln w="19050">
            <a:solidFill>
              <a:srgbClr val="98CC2D"/>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0" cap="none" spc="0" normalizeH="0" baseline="0" noProof="0">
                <a:ln>
                  <a:noFill/>
                </a:ln>
                <a:solidFill>
                  <a:schemeClr val="bg1"/>
                </a:solidFill>
                <a:effectLst/>
                <a:uLnTx/>
                <a:uFillTx/>
                <a:latin typeface="Aptos" panose="020B0004020202020204" pitchFamily="34" charset="0"/>
              </a:rPr>
              <a:t>TIER 4</a:t>
            </a:r>
            <a:br>
              <a:rPr kumimoji="0" lang="en-US" sz="1200" b="1" i="0" u="none" strike="noStrike" kern="0" cap="none" spc="0" normalizeH="0" baseline="0" noProof="0">
                <a:ln>
                  <a:noFill/>
                </a:ln>
                <a:solidFill>
                  <a:schemeClr val="bg1"/>
                </a:solidFill>
                <a:effectLst/>
                <a:uLnTx/>
                <a:uFillTx/>
                <a:latin typeface="Aptos" panose="020B0004020202020204" pitchFamily="34" charset="0"/>
              </a:rPr>
            </a:br>
            <a:r>
              <a:rPr kumimoji="0" lang="en-US" sz="1200" b="1" i="0" u="none" strike="noStrike" kern="0" cap="none" spc="0" normalizeH="0" baseline="0" noProof="0">
                <a:ln>
                  <a:noFill/>
                </a:ln>
                <a:solidFill>
                  <a:schemeClr val="bg1"/>
                </a:solidFill>
                <a:effectLst/>
                <a:uLnTx/>
                <a:uFillTx/>
                <a:latin typeface="Aptos" panose="020B0004020202020204" pitchFamily="34" charset="0"/>
              </a:rPr>
              <a:t>Controlled</a:t>
            </a:r>
          </a:p>
        </p:txBody>
      </p:sp>
    </p:spTree>
    <p:extLst>
      <p:ext uri="{BB962C8B-B14F-4D97-AF65-F5344CB8AC3E}">
        <p14:creationId xmlns:p14="http://schemas.microsoft.com/office/powerpoint/2010/main" val="4291283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C5BA7-FE5C-675C-36AC-A6CABF2874D1}"/>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3B3120F-6E84-DE65-AC03-526389D662E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E3B3120F-6E84-DE65-AC03-526389D662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460ABF67-5A9B-A04A-C7C5-0D6B9EC66610}"/>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noProof="0">
                <a:solidFill>
                  <a:schemeClr val="tx1"/>
                </a:solidFill>
                <a:latin typeface="Aptos" panose="020B0004020202020204" pitchFamily="34" charset="0"/>
              </a:rPr>
              <a:t>IT Sovereignty Assessment Model</a:t>
            </a:r>
          </a:p>
        </p:txBody>
      </p:sp>
      <p:sp>
        <p:nvSpPr>
          <p:cNvPr id="3" name="Title 12">
            <a:extLst>
              <a:ext uri="{FF2B5EF4-FFF2-40B4-BE49-F238E27FC236}">
                <a16:creationId xmlns:a16="http://schemas.microsoft.com/office/drawing/2014/main" id="{8ED4EDDC-C758-AF1B-AEAE-66F8BFB70680}"/>
              </a:ext>
            </a:extLst>
          </p:cNvPr>
          <p:cNvSpPr>
            <a:spLocks noGrp="1"/>
          </p:cNvSpPr>
          <p:nvPr>
            <p:ph type="title"/>
          </p:nvPr>
        </p:nvSpPr>
        <p:spPr>
          <a:xfrm>
            <a:off x="465722" y="794031"/>
            <a:ext cx="11446876" cy="830997"/>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b="1" noProof="0">
                <a:latin typeface="Aptos" panose="020B0004020202020204" pitchFamily="34" charset="0"/>
              </a:rPr>
              <a:t>NTT DATA’s IT Sovereignty Assessment Model </a:t>
            </a:r>
            <a:r>
              <a:rPr lang="en-US" noProof="0">
                <a:latin typeface="Aptos" panose="020B0004020202020204" pitchFamily="34" charset="0"/>
              </a:rPr>
              <a:t>(aligned with the Commission’s Sovereignty Framework and SEAL assurance model) is used to evaluate an organization's level of </a:t>
            </a:r>
            <a:r>
              <a:rPr lang="en-US" b="1" noProof="0">
                <a:latin typeface="Aptos" panose="020B0004020202020204" pitchFamily="34" charset="0"/>
              </a:rPr>
              <a:t>control, dependency and resilience across 5 domains</a:t>
            </a:r>
            <a:r>
              <a:rPr lang="en-US" noProof="0">
                <a:latin typeface="Aptos" panose="020B0004020202020204" pitchFamily="34" charset="0"/>
              </a:rPr>
              <a:t> that together provide a </a:t>
            </a:r>
            <a:r>
              <a:rPr lang="en-US" b="1" noProof="0">
                <a:latin typeface="Aptos" panose="020B0004020202020204" pitchFamily="34" charset="0"/>
              </a:rPr>
              <a:t>complete view of sovereignty posture</a:t>
            </a:r>
            <a:r>
              <a:rPr lang="en-US" noProof="0">
                <a:latin typeface="Aptos" panose="020B0004020202020204" pitchFamily="34" charset="0"/>
              </a:rPr>
              <a:t>:</a:t>
            </a:r>
          </a:p>
        </p:txBody>
      </p:sp>
      <p:grpSp>
        <p:nvGrpSpPr>
          <p:cNvPr id="13" name="Group 12">
            <a:extLst>
              <a:ext uri="{FF2B5EF4-FFF2-40B4-BE49-F238E27FC236}">
                <a16:creationId xmlns:a16="http://schemas.microsoft.com/office/drawing/2014/main" id="{B6A571F1-FEE4-3CBB-8B4E-FC455503ABB8}"/>
              </a:ext>
            </a:extLst>
          </p:cNvPr>
          <p:cNvGrpSpPr/>
          <p:nvPr/>
        </p:nvGrpSpPr>
        <p:grpSpPr>
          <a:xfrm>
            <a:off x="2588544" y="1761580"/>
            <a:ext cx="2268761" cy="2856140"/>
            <a:chOff x="2664702" y="1761580"/>
            <a:chExt cx="2268761" cy="2856140"/>
          </a:xfrm>
        </p:grpSpPr>
        <p:sp>
          <p:nvSpPr>
            <p:cNvPr id="16" name="Rectangle 6">
              <a:extLst>
                <a:ext uri="{FF2B5EF4-FFF2-40B4-BE49-F238E27FC236}">
                  <a16:creationId xmlns:a16="http://schemas.microsoft.com/office/drawing/2014/main" id="{2802B85A-0229-7551-F766-68C3E63ABE0F}"/>
                </a:ext>
              </a:extLst>
            </p:cNvPr>
            <p:cNvSpPr/>
            <p:nvPr/>
          </p:nvSpPr>
          <p:spPr>
            <a:xfrm>
              <a:off x="2845463" y="1941580"/>
              <a:ext cx="2088000" cy="2676140"/>
            </a:xfrm>
            <a:prstGeom prst="rect">
              <a:avLst/>
            </a:prstGeom>
            <a:solidFill>
              <a:schemeClr val="accent1">
                <a:lumMod val="75000"/>
              </a:schemeClr>
            </a:solidFill>
            <a:ln w="19050" cap="flat" cmpd="sng" algn="ctr">
              <a:noFill/>
              <a:prstDash val="sysDot"/>
              <a:miter lim="800000"/>
            </a:ln>
            <a:effectLst/>
          </p:spPr>
          <p:txBody>
            <a:bodyPr tIns="216000" rtlCol="0" anchor="t">
              <a:noAutofit/>
            </a:bodyPr>
            <a:lstStyle/>
            <a:p>
              <a:pPr algn="ctr">
                <a:defRPr/>
              </a:pPr>
              <a:r>
                <a:rPr lang="en-US" sz="1400" b="1" kern="0" noProof="0">
                  <a:solidFill>
                    <a:schemeClr val="bg1"/>
                  </a:solidFill>
                  <a:latin typeface="Aptos" panose="020B0004020202020204" pitchFamily="34" charset="0"/>
                </a:rPr>
                <a:t>INFRASTRUCTURE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chemeClr val="bg1"/>
                </a:solidFill>
                <a:effectLst/>
                <a:uLnTx/>
                <a:uFillTx/>
                <a:latin typeface="Aptos" panose="020B0004020202020204" pitchFamily="34" charset="0"/>
              </a:endParaRPr>
            </a:p>
          </p:txBody>
        </p:sp>
        <p:sp>
          <p:nvSpPr>
            <p:cNvPr id="24" name="CuadroTexto 1045">
              <a:extLst>
                <a:ext uri="{FF2B5EF4-FFF2-40B4-BE49-F238E27FC236}">
                  <a16:creationId xmlns:a16="http://schemas.microsoft.com/office/drawing/2014/main" id="{930EFB55-B18E-0CF3-160E-4262B0004A28}"/>
                </a:ext>
              </a:extLst>
            </p:cNvPr>
            <p:cNvSpPr txBox="1"/>
            <p:nvPr/>
          </p:nvSpPr>
          <p:spPr>
            <a:xfrm>
              <a:off x="2845463" y="2536008"/>
              <a:ext cx="2088000" cy="438534"/>
            </a:xfrm>
            <a:prstGeom prst="rect">
              <a:avLst/>
            </a:prstGeom>
            <a:noFill/>
          </p:spPr>
          <p:txBody>
            <a:bodyPr wrap="square" lIns="144000" tIns="36000" rIns="108000" bIns="36000" rtlCol="0" anchor="t">
              <a:noAutofit/>
            </a:bodyPr>
            <a:lstStyle>
              <a:defPPr>
                <a:defRPr lang="en-US"/>
              </a:defPPr>
              <a:lvl1pPr marR="0" lvl="0" fontAlgn="auto">
                <a:lnSpc>
                  <a:spcPct val="100000"/>
                </a:lnSpc>
                <a:spcBef>
                  <a:spcPts val="0"/>
                </a:spcBef>
                <a:spcAft>
                  <a:spcPts val="0"/>
                </a:spcAft>
                <a:buClrTx/>
                <a:buSzTx/>
                <a:tabLst/>
                <a:defRPr kumimoji="0" sz="1200" b="0" i="0" u="none" strike="noStrike" cap="none" spc="0" normalizeH="0" baseline="0">
                  <a:ln>
                    <a:noFill/>
                  </a:ln>
                  <a:solidFill>
                    <a:schemeClr val="bg1"/>
                  </a:solidFill>
                  <a:effectLst/>
                  <a:uLnTx/>
                  <a:uFillTx/>
                  <a:latin typeface="Aptos" panose="020B0004020202020204" pitchFamily="34" charset="0"/>
                  <a:cs typeface="Arial" panose="020B0604020202020204" pitchFamily="34" charset="0"/>
                </a:defRPr>
              </a:lvl1pPr>
            </a:lstStyle>
            <a:p>
              <a:r>
                <a:rPr lang="en-US" noProof="0"/>
                <a:t>Addresses how critical infrastructure is hosted, operated and recovered under acceptable jurisdictional, resilience and dependency conditions.</a:t>
              </a:r>
            </a:p>
            <a:p>
              <a:endParaRPr lang="en-US" noProof="0"/>
            </a:p>
            <a:p>
              <a:r>
                <a:rPr lang="en-US" i="1" noProof="0"/>
                <a:t>Do we control where and how services operate?</a:t>
              </a:r>
            </a:p>
          </p:txBody>
        </p:sp>
        <p:sp>
          <p:nvSpPr>
            <p:cNvPr id="5" name="Elipse 56">
              <a:extLst>
                <a:ext uri="{FF2B5EF4-FFF2-40B4-BE49-F238E27FC236}">
                  <a16:creationId xmlns:a16="http://schemas.microsoft.com/office/drawing/2014/main" id="{B12770E4-AE2C-87A2-DB7C-7DB307EC8A98}"/>
                </a:ext>
              </a:extLst>
            </p:cNvPr>
            <p:cNvSpPr/>
            <p:nvPr/>
          </p:nvSpPr>
          <p:spPr>
            <a:xfrm>
              <a:off x="2664702" y="1761580"/>
              <a:ext cx="360000" cy="360000"/>
            </a:xfrm>
            <a:prstGeom prst="ellipse">
              <a:avLst/>
            </a:prstGeom>
            <a:solidFill>
              <a:schemeClr val="accent1">
                <a:lumMod val="75000"/>
              </a:schemeClr>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Aptos" panose="020B0004020202020204" pitchFamily="34" charset="0"/>
                  <a:cs typeface="Aparajita" panose="02020603050405020304" pitchFamily="18" charset="0"/>
                </a:rPr>
                <a:t>2</a:t>
              </a:r>
            </a:p>
          </p:txBody>
        </p:sp>
      </p:grpSp>
      <p:grpSp>
        <p:nvGrpSpPr>
          <p:cNvPr id="12" name="Group 11">
            <a:extLst>
              <a:ext uri="{FF2B5EF4-FFF2-40B4-BE49-F238E27FC236}">
                <a16:creationId xmlns:a16="http://schemas.microsoft.com/office/drawing/2014/main" id="{5A601BE7-DAE0-435E-E01B-7E7D5CF429FF}"/>
              </a:ext>
            </a:extLst>
          </p:cNvPr>
          <p:cNvGrpSpPr/>
          <p:nvPr/>
        </p:nvGrpSpPr>
        <p:grpSpPr>
          <a:xfrm>
            <a:off x="4876238" y="1761580"/>
            <a:ext cx="2259968" cy="2856140"/>
            <a:chOff x="4847793" y="1761580"/>
            <a:chExt cx="2259968" cy="2856140"/>
          </a:xfrm>
        </p:grpSpPr>
        <p:sp>
          <p:nvSpPr>
            <p:cNvPr id="17" name="TextBox 24">
              <a:extLst>
                <a:ext uri="{FF2B5EF4-FFF2-40B4-BE49-F238E27FC236}">
                  <a16:creationId xmlns:a16="http://schemas.microsoft.com/office/drawing/2014/main" id="{06D02EB9-34AE-5644-144D-FF01B704BD13}"/>
                </a:ext>
              </a:extLst>
            </p:cNvPr>
            <p:cNvSpPr txBox="1"/>
            <p:nvPr/>
          </p:nvSpPr>
          <p:spPr>
            <a:xfrm>
              <a:off x="5019761" y="1941580"/>
              <a:ext cx="2088000" cy="2676140"/>
            </a:xfrm>
            <a:prstGeom prst="rect">
              <a:avLst/>
            </a:prstGeom>
            <a:solidFill>
              <a:srgbClr val="0072BC"/>
            </a:solidFill>
            <a:ln>
              <a:noFill/>
            </a:ln>
          </p:spPr>
          <p:txBody>
            <a:bodyPr wrap="square" tIns="108000">
              <a:noAutofit/>
            </a:bodyPr>
            <a:lstStyle>
              <a:defPPr>
                <a:defRPr lang="es-ES"/>
              </a:defPPr>
              <a:lvl1pPr marL="171450" indent="-171450">
                <a:buFont typeface="Arial" panose="020B0604020202020204" pitchFamily="34" charset="0"/>
                <a:buChar char="•"/>
                <a:defRPr sz="1200">
                  <a:solidFill>
                    <a:schemeClr val="lt1"/>
                  </a:solidFill>
                </a:defRPr>
              </a:lvl1pPr>
            </a:lstStyle>
            <a:p>
              <a:pPr marL="0" indent="0" algn="ctr">
                <a:buNone/>
                <a:defRPr/>
              </a:pPr>
              <a:r>
                <a:rPr lang="en-US" sz="1400" b="1" noProof="0">
                  <a:solidFill>
                    <a:schemeClr val="bg1"/>
                  </a:solidFill>
                  <a:latin typeface="Aptos" panose="020B0004020202020204" pitchFamily="34" charset="0"/>
                </a:rPr>
                <a:t>OPERATIONS &amp; TECHNOLOGY</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400" b="1" i="0" u="none" strike="noStrike" kern="0" cap="none" spc="0" normalizeH="0" baseline="0" noProof="0">
                <a:ln>
                  <a:noFill/>
                </a:ln>
                <a:solidFill>
                  <a:srgbClr val="070F26"/>
                </a:solidFill>
                <a:effectLst/>
                <a:uLnTx/>
                <a:uFillTx/>
                <a:latin typeface="Aptos" panose="020B0004020202020204" pitchFamily="34" charset="0"/>
              </a:endParaRPr>
            </a:p>
          </p:txBody>
        </p:sp>
        <p:sp>
          <p:nvSpPr>
            <p:cNvPr id="26" name="CuadroTexto 1045">
              <a:extLst>
                <a:ext uri="{FF2B5EF4-FFF2-40B4-BE49-F238E27FC236}">
                  <a16:creationId xmlns:a16="http://schemas.microsoft.com/office/drawing/2014/main" id="{0C853E20-E67D-1E82-994E-A9B4E65A0B20}"/>
                </a:ext>
              </a:extLst>
            </p:cNvPr>
            <p:cNvSpPr txBox="1"/>
            <p:nvPr/>
          </p:nvSpPr>
          <p:spPr>
            <a:xfrm>
              <a:off x="5019761" y="2536008"/>
              <a:ext cx="2088000" cy="438534"/>
            </a:xfrm>
            <a:prstGeom prst="rect">
              <a:avLst/>
            </a:prstGeom>
            <a:noFill/>
          </p:spPr>
          <p:txBody>
            <a:bodyPr wrap="square" lIns="144000" tIns="36000" rIns="108000" bIns="36000" rtlCol="0" anchor="t">
              <a:noAutofit/>
            </a:bodyPr>
            <a:lstStyle>
              <a:defPPr>
                <a:defRPr lang="en-US"/>
              </a:defPPr>
              <a:lvl1pPr marR="0" lvl="0" fontAlgn="auto">
                <a:lnSpc>
                  <a:spcPct val="100000"/>
                </a:lnSpc>
                <a:spcBef>
                  <a:spcPts val="0"/>
                </a:spcBef>
                <a:spcAft>
                  <a:spcPts val="0"/>
                </a:spcAft>
                <a:buClrTx/>
                <a:buSzTx/>
                <a:tabLst/>
                <a:defRPr kumimoji="0" sz="1200" b="0" i="0" u="none" strike="noStrike" cap="none" spc="0" normalizeH="0" baseline="0">
                  <a:ln>
                    <a:noFill/>
                  </a:ln>
                  <a:solidFill>
                    <a:schemeClr val="bg1"/>
                  </a:solidFill>
                  <a:effectLst/>
                  <a:uLnTx/>
                  <a:uFillTx/>
                  <a:latin typeface="Aptos" panose="020B0004020202020204" pitchFamily="34" charset="0"/>
                  <a:cs typeface="Arial" panose="020B0604020202020204" pitchFamily="34" charset="0"/>
                </a:defRPr>
              </a:lvl1pPr>
            </a:lstStyle>
            <a:p>
              <a:r>
                <a:rPr lang="en-US" noProof="0"/>
                <a:t>Focuses on the ability to operate, understand, evolve and transition technology without excessive reliance on non-sovereign platforms or ecosystems.</a:t>
              </a:r>
            </a:p>
            <a:p>
              <a:endParaRPr lang="en-US" noProof="0"/>
            </a:p>
            <a:p>
              <a:r>
                <a:rPr lang="en-US" i="1" noProof="0"/>
                <a:t>Can we operate, evolve and migrate independently? </a:t>
              </a:r>
            </a:p>
          </p:txBody>
        </p:sp>
        <p:sp>
          <p:nvSpPr>
            <p:cNvPr id="6" name="Elipse 56">
              <a:extLst>
                <a:ext uri="{FF2B5EF4-FFF2-40B4-BE49-F238E27FC236}">
                  <a16:creationId xmlns:a16="http://schemas.microsoft.com/office/drawing/2014/main" id="{799216E8-7405-9CE1-6150-F48296FAABAF}"/>
                </a:ext>
              </a:extLst>
            </p:cNvPr>
            <p:cNvSpPr/>
            <p:nvPr/>
          </p:nvSpPr>
          <p:spPr>
            <a:xfrm>
              <a:off x="4847793" y="1761580"/>
              <a:ext cx="360000" cy="360000"/>
            </a:xfrm>
            <a:prstGeom prst="ellipse">
              <a:avLst/>
            </a:prstGeom>
            <a:solidFill>
              <a:srgbClr val="0072BC"/>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Aptos" panose="020B0004020202020204" pitchFamily="34" charset="0"/>
                  <a:cs typeface="Aparajita" panose="02020603050405020304" pitchFamily="18" charset="0"/>
                </a:rPr>
                <a:t>3</a:t>
              </a:r>
            </a:p>
          </p:txBody>
        </p:sp>
      </p:grpSp>
      <p:grpSp>
        <p:nvGrpSpPr>
          <p:cNvPr id="11" name="Group 10">
            <a:extLst>
              <a:ext uri="{FF2B5EF4-FFF2-40B4-BE49-F238E27FC236}">
                <a16:creationId xmlns:a16="http://schemas.microsoft.com/office/drawing/2014/main" id="{3E343146-8F5F-FC31-D7EE-581A9AB004DF}"/>
              </a:ext>
            </a:extLst>
          </p:cNvPr>
          <p:cNvGrpSpPr/>
          <p:nvPr/>
        </p:nvGrpSpPr>
        <p:grpSpPr>
          <a:xfrm>
            <a:off x="7155139" y="1761580"/>
            <a:ext cx="2268318" cy="2856140"/>
            <a:chOff x="7014059" y="1761580"/>
            <a:chExt cx="2268318" cy="2856140"/>
          </a:xfrm>
        </p:grpSpPr>
        <p:sp>
          <p:nvSpPr>
            <p:cNvPr id="18" name="Rectangle 8 - 1">
              <a:extLst>
                <a:ext uri="{FF2B5EF4-FFF2-40B4-BE49-F238E27FC236}">
                  <a16:creationId xmlns:a16="http://schemas.microsoft.com/office/drawing/2014/main" id="{E9C228CE-AC43-E296-0E06-E7415397C211}"/>
                </a:ext>
              </a:extLst>
            </p:cNvPr>
            <p:cNvSpPr/>
            <p:nvPr/>
          </p:nvSpPr>
          <p:spPr>
            <a:xfrm>
              <a:off x="7194377" y="1941580"/>
              <a:ext cx="2088000" cy="2676140"/>
            </a:xfrm>
            <a:prstGeom prst="rect">
              <a:avLst/>
            </a:prstGeom>
            <a:solidFill>
              <a:srgbClr val="19A3FC"/>
            </a:solidFill>
            <a:ln w="19050" cap="flat" cmpd="sng" algn="ctr">
              <a:noFill/>
              <a:prstDash val="sysDot"/>
              <a:miter lim="800000"/>
            </a:ln>
            <a:effectLst/>
          </p:spPr>
          <p:txBody>
            <a:bodyPr tIns="108000" rtlCol="0" anchor="t">
              <a:noAutofit/>
            </a:bodyPr>
            <a:lstStyle/>
            <a:p>
              <a:pPr algn="ctr">
                <a:defRPr/>
              </a:pPr>
              <a:r>
                <a:rPr lang="en-US" sz="1400" b="1" kern="0" noProof="0">
                  <a:solidFill>
                    <a:schemeClr val="bg1"/>
                  </a:solidFill>
                  <a:latin typeface="Aptos" panose="020B0004020202020204" pitchFamily="34" charset="0"/>
                  <a:cs typeface="Calibri" panose="020F0502020204030204" pitchFamily="34" charset="0"/>
                  <a:sym typeface="Helvetica Neue Medium"/>
                </a:rPr>
                <a:t>SECURITY &amp; COMPLIANCE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70F26"/>
                </a:solidFill>
                <a:effectLst/>
                <a:uLnTx/>
                <a:uFillTx/>
                <a:latin typeface="Aptos" panose="020B0004020202020204" pitchFamily="34" charset="0"/>
              </a:endParaRPr>
            </a:p>
          </p:txBody>
        </p:sp>
        <p:sp>
          <p:nvSpPr>
            <p:cNvPr id="27" name="CuadroTexto 1045">
              <a:extLst>
                <a:ext uri="{FF2B5EF4-FFF2-40B4-BE49-F238E27FC236}">
                  <a16:creationId xmlns:a16="http://schemas.microsoft.com/office/drawing/2014/main" id="{4A8C440C-2B80-BABA-552D-AA4F7F0645B5}"/>
                </a:ext>
              </a:extLst>
            </p:cNvPr>
            <p:cNvSpPr txBox="1"/>
            <p:nvPr/>
          </p:nvSpPr>
          <p:spPr>
            <a:xfrm>
              <a:off x="7194377" y="2536008"/>
              <a:ext cx="2088000" cy="438534"/>
            </a:xfrm>
            <a:prstGeom prst="rect">
              <a:avLst/>
            </a:prstGeom>
            <a:noFill/>
          </p:spPr>
          <p:txBody>
            <a:bodyPr wrap="square" lIns="144000" tIns="36000" rIns="108000" bIns="36000" rtlCol="0" anchor="t">
              <a:noAutofit/>
            </a:bodyPr>
            <a:lstStyle>
              <a:defPPr>
                <a:defRPr lang="en-US"/>
              </a:defPPr>
              <a:lvl1pPr marR="0" lvl="0" fontAlgn="auto">
                <a:lnSpc>
                  <a:spcPct val="100000"/>
                </a:lnSpc>
                <a:spcBef>
                  <a:spcPts val="0"/>
                </a:spcBef>
                <a:spcAft>
                  <a:spcPts val="0"/>
                </a:spcAft>
                <a:buClrTx/>
                <a:buSzTx/>
                <a:tabLst/>
                <a:defRPr kumimoji="0" sz="1200" b="0" i="0" u="none" strike="noStrike" cap="none" spc="0" normalizeH="0" baseline="0">
                  <a:ln>
                    <a:noFill/>
                  </a:ln>
                  <a:solidFill>
                    <a:schemeClr val="bg1"/>
                  </a:solidFill>
                  <a:effectLst/>
                  <a:uLnTx/>
                  <a:uFillTx/>
                  <a:latin typeface="Aptos" panose="020B0004020202020204" pitchFamily="34" charset="0"/>
                  <a:cs typeface="Arial" panose="020B0604020202020204" pitchFamily="34" charset="0"/>
                </a:defRPr>
              </a:lvl1pPr>
            </a:lstStyle>
            <a:p>
              <a:r>
                <a:rPr lang="en-US" noProof="0"/>
                <a:t>Safeguards governed, auditable and resilient security, assurance and response capabilities under normal and disrupted conditions.</a:t>
              </a:r>
            </a:p>
            <a:p>
              <a:endParaRPr lang="en-US" noProof="0"/>
            </a:p>
            <a:p>
              <a:r>
                <a:rPr lang="en-US" i="1" noProof="0"/>
                <a:t>Can we protect and evidence control? </a:t>
              </a:r>
            </a:p>
          </p:txBody>
        </p:sp>
        <p:sp>
          <p:nvSpPr>
            <p:cNvPr id="8" name="Elipse 56">
              <a:extLst>
                <a:ext uri="{FF2B5EF4-FFF2-40B4-BE49-F238E27FC236}">
                  <a16:creationId xmlns:a16="http://schemas.microsoft.com/office/drawing/2014/main" id="{D07CB7FA-F18F-2DB8-C25C-B3DB9C4C5F03}"/>
                </a:ext>
              </a:extLst>
            </p:cNvPr>
            <p:cNvSpPr/>
            <p:nvPr/>
          </p:nvSpPr>
          <p:spPr>
            <a:xfrm>
              <a:off x="7014059" y="1761580"/>
              <a:ext cx="360000" cy="360000"/>
            </a:xfrm>
            <a:prstGeom prst="ellipse">
              <a:avLst/>
            </a:prstGeom>
            <a:solidFill>
              <a:srgbClr val="19A3FC"/>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Aptos" panose="020B0004020202020204" pitchFamily="34" charset="0"/>
                  <a:cs typeface="Aparajita" panose="02020603050405020304" pitchFamily="18" charset="0"/>
                </a:rPr>
                <a:t>4</a:t>
              </a:r>
            </a:p>
          </p:txBody>
        </p:sp>
      </p:grpSp>
      <p:grpSp>
        <p:nvGrpSpPr>
          <p:cNvPr id="10" name="Group 9">
            <a:extLst>
              <a:ext uri="{FF2B5EF4-FFF2-40B4-BE49-F238E27FC236}">
                <a16:creationId xmlns:a16="http://schemas.microsoft.com/office/drawing/2014/main" id="{DE6FA227-C6FB-62A5-927E-975FF90BC818}"/>
              </a:ext>
            </a:extLst>
          </p:cNvPr>
          <p:cNvGrpSpPr/>
          <p:nvPr/>
        </p:nvGrpSpPr>
        <p:grpSpPr>
          <a:xfrm>
            <a:off x="9442389" y="1761580"/>
            <a:ext cx="2268000" cy="2856140"/>
            <a:chOff x="9197468" y="1761580"/>
            <a:chExt cx="2268000" cy="2856140"/>
          </a:xfrm>
        </p:grpSpPr>
        <p:sp>
          <p:nvSpPr>
            <p:cNvPr id="21" name="Rectangle 8">
              <a:extLst>
                <a:ext uri="{FF2B5EF4-FFF2-40B4-BE49-F238E27FC236}">
                  <a16:creationId xmlns:a16="http://schemas.microsoft.com/office/drawing/2014/main" id="{223292AF-21CD-0199-29E1-16AFD24220D0}"/>
                </a:ext>
              </a:extLst>
            </p:cNvPr>
            <p:cNvSpPr/>
            <p:nvPr/>
          </p:nvSpPr>
          <p:spPr>
            <a:xfrm>
              <a:off x="9377468" y="1941580"/>
              <a:ext cx="2088000" cy="2676140"/>
            </a:xfrm>
            <a:prstGeom prst="rect">
              <a:avLst/>
            </a:prstGeom>
            <a:solidFill>
              <a:schemeClr val="accent5"/>
            </a:solidFill>
            <a:ln w="19050" cap="flat" cmpd="sng" algn="ctr">
              <a:noFill/>
              <a:prstDash val="sysDot"/>
              <a:miter lim="800000"/>
            </a:ln>
            <a:effectLst/>
          </p:spPr>
          <p:txBody>
            <a:bodyPr tIns="108000" rtlCol="0" anchor="t">
              <a:noAutofit/>
            </a:bodyPr>
            <a:lstStyle/>
            <a:p>
              <a:pPr lvl="0" algn="ctr">
                <a:defRPr/>
              </a:pPr>
              <a:r>
                <a:rPr lang="en-US" sz="1400" b="1" kern="0" noProof="0">
                  <a:solidFill>
                    <a:schemeClr val="bg1"/>
                  </a:solidFill>
                  <a:latin typeface="Aptos" panose="020B0004020202020204" pitchFamily="34" charset="0"/>
                  <a:cs typeface="Calibri" panose="020F0502020204030204" pitchFamily="34" charset="0"/>
                  <a:sym typeface="Helvetica Neue Medium"/>
                </a:rPr>
                <a:t>STRATEGIC &amp; ENVIRONMENTAL</a:t>
              </a:r>
            </a:p>
          </p:txBody>
        </p:sp>
        <p:sp>
          <p:nvSpPr>
            <p:cNvPr id="28" name="CuadroTexto 1045">
              <a:extLst>
                <a:ext uri="{FF2B5EF4-FFF2-40B4-BE49-F238E27FC236}">
                  <a16:creationId xmlns:a16="http://schemas.microsoft.com/office/drawing/2014/main" id="{C08F0BC8-1FB4-B5F5-D849-FD254396A6E3}"/>
                </a:ext>
              </a:extLst>
            </p:cNvPr>
            <p:cNvSpPr txBox="1"/>
            <p:nvPr/>
          </p:nvSpPr>
          <p:spPr>
            <a:xfrm>
              <a:off x="9377468" y="2536008"/>
              <a:ext cx="2088000" cy="438534"/>
            </a:xfrm>
            <a:prstGeom prst="rect">
              <a:avLst/>
            </a:prstGeom>
            <a:noFill/>
          </p:spPr>
          <p:txBody>
            <a:bodyPr wrap="square" lIns="144000" tIns="36000" rIns="108000" bIns="36000" rtlCol="0" anchor="t">
              <a:noAutofit/>
            </a:bodyPr>
            <a:lstStyle>
              <a:defPPr>
                <a:defRPr lang="en-US"/>
              </a:defPPr>
              <a:lvl1pPr marR="0" lvl="0" fontAlgn="auto">
                <a:lnSpc>
                  <a:spcPct val="100000"/>
                </a:lnSpc>
                <a:spcBef>
                  <a:spcPts val="0"/>
                </a:spcBef>
                <a:spcAft>
                  <a:spcPts val="0"/>
                </a:spcAft>
                <a:buClrTx/>
                <a:buSzTx/>
                <a:tabLst/>
                <a:defRPr kumimoji="0" sz="1200" b="0" i="0" u="none" strike="noStrike" cap="none" spc="0" normalizeH="0" baseline="0">
                  <a:ln>
                    <a:noFill/>
                  </a:ln>
                  <a:solidFill>
                    <a:schemeClr val="bg1"/>
                  </a:solidFill>
                  <a:effectLst/>
                  <a:uLnTx/>
                  <a:uFillTx/>
                  <a:latin typeface="Aptos" panose="020B0004020202020204" pitchFamily="34" charset="0"/>
                  <a:cs typeface="Arial" panose="020B0604020202020204" pitchFamily="34" charset="0"/>
                </a:defRPr>
              </a:lvl1pPr>
            </a:lstStyle>
            <a:p>
              <a:r>
                <a:rPr lang="en-US" noProof="0"/>
                <a:t>Examines long-term sovereign viability through durable governance, continuity, local value creation and responsible resource use.</a:t>
              </a:r>
            </a:p>
            <a:p>
              <a:endParaRPr lang="en-US" noProof="0"/>
            </a:p>
            <a:p>
              <a:r>
                <a:rPr lang="en-US" i="1" noProof="0"/>
                <a:t>Is the model sustainable and resilient on the long-term? </a:t>
              </a:r>
            </a:p>
          </p:txBody>
        </p:sp>
        <p:sp>
          <p:nvSpPr>
            <p:cNvPr id="9" name="Elipse 56">
              <a:extLst>
                <a:ext uri="{FF2B5EF4-FFF2-40B4-BE49-F238E27FC236}">
                  <a16:creationId xmlns:a16="http://schemas.microsoft.com/office/drawing/2014/main" id="{5732BF39-1D0E-F719-EDC7-DE03DFFEFACE}"/>
                </a:ext>
              </a:extLst>
            </p:cNvPr>
            <p:cNvSpPr/>
            <p:nvPr/>
          </p:nvSpPr>
          <p:spPr>
            <a:xfrm>
              <a:off x="9197468" y="1761580"/>
              <a:ext cx="360000" cy="360000"/>
            </a:xfrm>
            <a:prstGeom prst="ellipse">
              <a:avLst/>
            </a:prstGeom>
            <a:solidFill>
              <a:schemeClr val="accent5"/>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Aptos" panose="020B0004020202020204" pitchFamily="34" charset="0"/>
                  <a:cs typeface="Aparajita" panose="02020603050405020304" pitchFamily="18" charset="0"/>
                </a:rPr>
                <a:t>5</a:t>
              </a:r>
            </a:p>
          </p:txBody>
        </p:sp>
      </p:grpSp>
      <p:grpSp>
        <p:nvGrpSpPr>
          <p:cNvPr id="22" name="Group 21">
            <a:extLst>
              <a:ext uri="{FF2B5EF4-FFF2-40B4-BE49-F238E27FC236}">
                <a16:creationId xmlns:a16="http://schemas.microsoft.com/office/drawing/2014/main" id="{2D002EB0-86D2-F3D7-1A56-8388528C6628}"/>
              </a:ext>
            </a:extLst>
          </p:cNvPr>
          <p:cNvGrpSpPr/>
          <p:nvPr/>
        </p:nvGrpSpPr>
        <p:grpSpPr>
          <a:xfrm>
            <a:off x="304378" y="1761580"/>
            <a:ext cx="2265233" cy="2856140"/>
            <a:chOff x="484378" y="1761580"/>
            <a:chExt cx="2265233" cy="2856140"/>
          </a:xfrm>
        </p:grpSpPr>
        <p:sp>
          <p:nvSpPr>
            <p:cNvPr id="20" name="Rectangle 6 - 1">
              <a:extLst>
                <a:ext uri="{FF2B5EF4-FFF2-40B4-BE49-F238E27FC236}">
                  <a16:creationId xmlns:a16="http://schemas.microsoft.com/office/drawing/2014/main" id="{C308E3A1-EE84-88A1-F597-330DECA5AD48}"/>
                </a:ext>
              </a:extLst>
            </p:cNvPr>
            <p:cNvSpPr/>
            <p:nvPr/>
          </p:nvSpPr>
          <p:spPr>
            <a:xfrm>
              <a:off x="661611" y="1941580"/>
              <a:ext cx="2088000" cy="2676140"/>
            </a:xfrm>
            <a:prstGeom prst="rect">
              <a:avLst/>
            </a:prstGeom>
            <a:solidFill>
              <a:schemeClr val="accent5">
                <a:lumMod val="50000"/>
              </a:schemeClr>
            </a:solidFill>
            <a:ln w="19050" cap="flat" cmpd="sng" algn="ctr">
              <a:noFill/>
              <a:prstDash val="sysDot"/>
              <a:miter lim="800000"/>
            </a:ln>
            <a:effectLst/>
          </p:spPr>
          <p:txBody>
            <a:bodyPr tIns="21600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Aptos" panose="020B0004020202020204" pitchFamily="34" charset="0"/>
                </a:rPr>
                <a:t>DATA</a:t>
              </a:r>
            </a:p>
          </p:txBody>
        </p:sp>
        <p:sp>
          <p:nvSpPr>
            <p:cNvPr id="25" name="CuadroTexto 1045">
              <a:extLst>
                <a:ext uri="{FF2B5EF4-FFF2-40B4-BE49-F238E27FC236}">
                  <a16:creationId xmlns:a16="http://schemas.microsoft.com/office/drawing/2014/main" id="{E720C437-5633-225C-6982-99B725D69718}"/>
                </a:ext>
              </a:extLst>
            </p:cNvPr>
            <p:cNvSpPr txBox="1"/>
            <p:nvPr/>
          </p:nvSpPr>
          <p:spPr>
            <a:xfrm>
              <a:off x="660293" y="2536008"/>
              <a:ext cx="2088000" cy="438534"/>
            </a:xfrm>
            <a:prstGeom prst="rect">
              <a:avLst/>
            </a:prstGeom>
            <a:noFill/>
          </p:spPr>
          <p:txBody>
            <a:bodyPr wrap="square" lIns="144000" tIns="36000" rIns="108000" bIns="36000" rtlCol="0" anchor="t">
              <a:noAutofit/>
            </a:bodyPr>
            <a:lstStyle>
              <a:defPPr>
                <a:defRPr lang="en-US"/>
              </a:defPPr>
              <a:lvl1pPr algn="ctr">
                <a:lnSpc>
                  <a:spcPct val="80000"/>
                </a:lnSpc>
                <a:defRPr sz="2800" b="1">
                  <a:latin typeface="Dubai" panose="020B0503030403030204" pitchFamily="34" charset="-78"/>
                  <a:cs typeface="Dubai" panose="020B0503030403030204" pitchFamily="34" charset="-78"/>
                </a:defRPr>
              </a:lvl1pPr>
            </a:lstStyle>
            <a:p>
              <a:pPr marR="0" lvl="0" algn="l" defTabSz="914400" rtl="0" eaLnBrk="1" fontAlgn="auto" latinLnBrk="0" hangingPunct="1">
                <a:lnSpc>
                  <a:spcPct val="100000"/>
                </a:lnSpc>
                <a:spcBef>
                  <a:spcPts val="0"/>
                </a:spcBef>
                <a:spcAft>
                  <a:spcPts val="0"/>
                </a:spcAft>
                <a:buClrTx/>
                <a:buSzTx/>
                <a:tabLst/>
                <a:defRPr/>
              </a:pPr>
              <a:r>
                <a:rPr kumimoji="0" lang="en-US" sz="1200" b="0" i="0" u="none" strike="noStrike" kern="1200" cap="none" spc="0" normalizeH="0" baseline="0" noProof="0">
                  <a:ln>
                    <a:noFill/>
                  </a:ln>
                  <a:solidFill>
                    <a:schemeClr val="bg1"/>
                  </a:solidFill>
                  <a:effectLst/>
                  <a:uLnTx/>
                  <a:uFillTx/>
                  <a:latin typeface="Aptos" panose="020B0004020202020204" pitchFamily="34" charset="0"/>
                  <a:cs typeface="Arial" panose="020B0604020202020204" pitchFamily="34" charset="0"/>
                </a:rPr>
                <a:t>Covers sovereign control over data across its lifecycle, including where it is stored, accessed, used, protected and legally exposed.</a:t>
              </a:r>
              <a:br>
                <a:rPr kumimoji="0" lang="en-US" sz="1200" b="0" i="0" u="none" strike="noStrike" kern="1200" cap="none" spc="0" normalizeH="0" baseline="0" noProof="0">
                  <a:ln>
                    <a:noFill/>
                  </a:ln>
                  <a:solidFill>
                    <a:schemeClr val="bg1"/>
                  </a:solidFill>
                  <a:effectLst/>
                  <a:uLnTx/>
                  <a:uFillTx/>
                  <a:latin typeface="Aptos" panose="020B0004020202020204" pitchFamily="34" charset="0"/>
                  <a:cs typeface="Arial" panose="020B0604020202020204" pitchFamily="34" charset="0"/>
                </a:rPr>
              </a:br>
              <a:br>
                <a:rPr kumimoji="0" lang="en-US" sz="1200" b="0" i="0" u="none" strike="noStrike" kern="1200" cap="none" spc="0" normalizeH="0" baseline="0" noProof="0">
                  <a:ln>
                    <a:noFill/>
                  </a:ln>
                  <a:solidFill>
                    <a:schemeClr val="bg1"/>
                  </a:solidFill>
                  <a:effectLst/>
                  <a:uLnTx/>
                  <a:uFillTx/>
                  <a:latin typeface="Aptos" panose="020B0004020202020204" pitchFamily="34" charset="0"/>
                  <a:cs typeface="Arial" panose="020B0604020202020204" pitchFamily="34" charset="0"/>
                </a:rPr>
              </a:br>
              <a:r>
                <a:rPr kumimoji="0" lang="en-US" sz="1200" b="0" i="1" u="none" strike="noStrike" kern="1200" cap="none" spc="0" normalizeH="0" baseline="0" noProof="0">
                  <a:ln>
                    <a:noFill/>
                  </a:ln>
                  <a:solidFill>
                    <a:schemeClr val="bg1"/>
                  </a:solidFill>
                  <a:effectLst/>
                  <a:uLnTx/>
                  <a:uFillTx/>
                  <a:latin typeface="Aptos" panose="020B0004020202020204" pitchFamily="34" charset="0"/>
                  <a:cs typeface="Arial" panose="020B0604020202020204" pitchFamily="34" charset="0"/>
                </a:rPr>
                <a:t>Do we control our data </a:t>
              </a:r>
            </a:p>
            <a:p>
              <a:pPr marR="0" lvl="0" algn="l" defTabSz="914400" rtl="0" eaLnBrk="1" fontAlgn="auto" latinLnBrk="0" hangingPunct="1">
                <a:lnSpc>
                  <a:spcPct val="100000"/>
                </a:lnSpc>
                <a:spcBef>
                  <a:spcPts val="0"/>
                </a:spcBef>
                <a:spcAft>
                  <a:spcPts val="0"/>
                </a:spcAft>
                <a:buClrTx/>
                <a:buSzTx/>
                <a:tabLst/>
                <a:defRPr/>
              </a:pPr>
              <a:r>
                <a:rPr kumimoji="0" lang="en-US" sz="1200" b="0" i="1" u="none" strike="noStrike" kern="1200" cap="none" spc="0" normalizeH="0" baseline="0" noProof="0">
                  <a:ln>
                    <a:noFill/>
                  </a:ln>
                  <a:solidFill>
                    <a:schemeClr val="bg1"/>
                  </a:solidFill>
                  <a:effectLst/>
                  <a:uLnTx/>
                  <a:uFillTx/>
                  <a:latin typeface="Aptos" panose="020B0004020202020204" pitchFamily="34" charset="0"/>
                  <a:cs typeface="Arial" panose="020B0604020202020204" pitchFamily="34" charset="0"/>
                </a:rPr>
                <a:t>and AI assets? </a:t>
              </a:r>
            </a:p>
          </p:txBody>
        </p:sp>
        <p:sp>
          <p:nvSpPr>
            <p:cNvPr id="14" name="Elipse 56">
              <a:extLst>
                <a:ext uri="{FF2B5EF4-FFF2-40B4-BE49-F238E27FC236}">
                  <a16:creationId xmlns:a16="http://schemas.microsoft.com/office/drawing/2014/main" id="{89BA26D7-71E5-1FB2-193E-DC210746BF3F}"/>
                </a:ext>
              </a:extLst>
            </p:cNvPr>
            <p:cNvSpPr/>
            <p:nvPr/>
          </p:nvSpPr>
          <p:spPr>
            <a:xfrm>
              <a:off x="484378" y="1761580"/>
              <a:ext cx="360000" cy="360000"/>
            </a:xfrm>
            <a:prstGeom prst="ellipse">
              <a:avLst/>
            </a:prstGeom>
            <a:solidFill>
              <a:schemeClr val="accent5">
                <a:lumMod val="50000"/>
              </a:schemeClr>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Aptos" panose="020B0004020202020204" pitchFamily="34" charset="0"/>
                  <a:cs typeface="Aparajita" panose="02020603050405020304" pitchFamily="18" charset="0"/>
                </a:rPr>
                <a:t>1</a:t>
              </a:r>
            </a:p>
          </p:txBody>
        </p:sp>
      </p:grpSp>
      <p:sp>
        <p:nvSpPr>
          <p:cNvPr id="36" name="CuadroTexto 1045">
            <a:extLst>
              <a:ext uri="{FF2B5EF4-FFF2-40B4-BE49-F238E27FC236}">
                <a16:creationId xmlns:a16="http://schemas.microsoft.com/office/drawing/2014/main" id="{1DFCC895-E286-1354-2101-A2D28687A4E6}"/>
              </a:ext>
            </a:extLst>
          </p:cNvPr>
          <p:cNvSpPr txBox="1"/>
          <p:nvPr/>
        </p:nvSpPr>
        <p:spPr>
          <a:xfrm rot="16200000">
            <a:off x="-500065" y="5421052"/>
            <a:ext cx="1664989" cy="295727"/>
          </a:xfrm>
          <a:prstGeom prst="rect">
            <a:avLst/>
          </a:prstGeom>
          <a:noFill/>
        </p:spPr>
        <p:txBody>
          <a:bodyPr wrap="square" lIns="0" tIns="0" rIns="0" bIns="0" rtlCol="0">
            <a:noAutofit/>
          </a:bodyPr>
          <a:lstStyle>
            <a:defPPr>
              <a:defRPr lang="en-US"/>
            </a:defPPr>
            <a:lvl1pPr algn="ctr">
              <a:lnSpc>
                <a:spcPct val="80000"/>
              </a:lnSpc>
              <a:defRPr sz="2800" b="1">
                <a:latin typeface="Dubai" panose="020B0503030403030204" pitchFamily="34" charset="-78"/>
                <a:cs typeface="Dubai" panose="020B0503030403030204" pitchFamily="34" charset="-78"/>
              </a:defRPr>
            </a:lvl1pPr>
          </a:lstStyle>
          <a:p>
            <a:pPr marL="0" lvl="1" algn="ctr">
              <a:defRPr/>
            </a:pPr>
            <a:r>
              <a:rPr lang="en-US" sz="1100" b="1" noProof="0">
                <a:solidFill>
                  <a:prstClr val="black"/>
                </a:solidFill>
                <a:latin typeface="Aptos" panose="02110004020202020204"/>
              </a:rPr>
              <a:t>Sovereignty Objectives</a:t>
            </a:r>
            <a:br>
              <a:rPr lang="en-US" sz="1100" b="1" noProof="0">
                <a:solidFill>
                  <a:prstClr val="black"/>
                </a:solidFill>
                <a:latin typeface="Aptos" panose="02110004020202020204"/>
              </a:rPr>
            </a:br>
            <a:r>
              <a:rPr lang="en-US" sz="1100" noProof="0">
                <a:solidFill>
                  <a:prstClr val="black"/>
                </a:solidFill>
                <a:latin typeface="Aptos" panose="02110004020202020204"/>
              </a:rPr>
              <a:t>covered by each domain</a:t>
            </a:r>
            <a:endParaRPr kumimoji="0" lang="en-US" sz="110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111" name="Group 110">
            <a:extLst>
              <a:ext uri="{FF2B5EF4-FFF2-40B4-BE49-F238E27FC236}">
                <a16:creationId xmlns:a16="http://schemas.microsoft.com/office/drawing/2014/main" id="{68B4F021-B556-C551-6F1B-2BF66C15E0AD}"/>
              </a:ext>
            </a:extLst>
          </p:cNvPr>
          <p:cNvGrpSpPr/>
          <p:nvPr/>
        </p:nvGrpSpPr>
        <p:grpSpPr>
          <a:xfrm>
            <a:off x="2948544" y="4814727"/>
            <a:ext cx="1983223" cy="400110"/>
            <a:chOff x="12484893" y="2117616"/>
            <a:chExt cx="1983223" cy="400110"/>
          </a:xfrm>
        </p:grpSpPr>
        <p:sp>
          <p:nvSpPr>
            <p:cNvPr id="38" name="CuadroTexto 17">
              <a:extLst>
                <a:ext uri="{FF2B5EF4-FFF2-40B4-BE49-F238E27FC236}">
                  <a16:creationId xmlns:a16="http://schemas.microsoft.com/office/drawing/2014/main" id="{0C3A6F83-9D07-FBB8-769F-ECD026D9F1BC}"/>
                </a:ext>
              </a:extLst>
            </p:cNvPr>
            <p:cNvSpPr txBox="1"/>
            <p:nvPr/>
          </p:nvSpPr>
          <p:spPr>
            <a:xfrm>
              <a:off x="13330713" y="2117616"/>
              <a:ext cx="1137403" cy="400110"/>
            </a:xfrm>
            <a:prstGeom prst="rect">
              <a:avLst/>
            </a:prstGeom>
            <a:noFill/>
          </p:spPr>
          <p:txBody>
            <a:bodyPr wrap="square">
              <a:spAutoFit/>
            </a:bodyPr>
            <a:lstStyle/>
            <a:p>
              <a:r>
                <a:rPr lang="en-US" sz="1000" b="1" noProof="0">
                  <a:solidFill>
                    <a:prstClr val="black"/>
                  </a:solidFill>
                  <a:latin typeface="Aptos" panose="02110004020202020204"/>
                </a:rPr>
                <a:t>Legal &amp; Jurisdictional</a:t>
              </a:r>
            </a:p>
          </p:txBody>
        </p:sp>
        <p:grpSp>
          <p:nvGrpSpPr>
            <p:cNvPr id="50" name="Group 49">
              <a:extLst>
                <a:ext uri="{FF2B5EF4-FFF2-40B4-BE49-F238E27FC236}">
                  <a16:creationId xmlns:a16="http://schemas.microsoft.com/office/drawing/2014/main" id="{2F8F459F-B6E7-F49B-851E-BEDC26A28976}"/>
                </a:ext>
              </a:extLst>
            </p:cNvPr>
            <p:cNvGrpSpPr/>
            <p:nvPr/>
          </p:nvGrpSpPr>
          <p:grpSpPr>
            <a:xfrm>
              <a:off x="12484893" y="2180497"/>
              <a:ext cx="845821" cy="274348"/>
              <a:chOff x="392429" y="2872069"/>
              <a:chExt cx="845821" cy="274348"/>
            </a:xfrm>
          </p:grpSpPr>
          <p:sp>
            <p:nvSpPr>
              <p:cNvPr id="51" name="Rectángulo: esquinas redondeadas 16">
                <a:extLst>
                  <a:ext uri="{FF2B5EF4-FFF2-40B4-BE49-F238E27FC236}">
                    <a16:creationId xmlns:a16="http://schemas.microsoft.com/office/drawing/2014/main" id="{90D86573-0798-3BAC-1241-111E2D5508D4}"/>
                  </a:ext>
                </a:extLst>
              </p:cNvPr>
              <p:cNvSpPr/>
              <p:nvPr/>
            </p:nvSpPr>
            <p:spPr>
              <a:xfrm>
                <a:off x="392429" y="2872069"/>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SOV-2</a:t>
                </a:r>
              </a:p>
            </p:txBody>
          </p:sp>
          <p:pic>
            <p:nvPicPr>
              <p:cNvPr id="52" name="Gráfico 81" descr="Martillo de juez con relleno sólido">
                <a:extLst>
                  <a:ext uri="{FF2B5EF4-FFF2-40B4-BE49-F238E27FC236}">
                    <a16:creationId xmlns:a16="http://schemas.microsoft.com/office/drawing/2014/main" id="{1D99D70B-C8DF-6E21-165A-8E49274FEA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9302" y="2882636"/>
                <a:ext cx="253215" cy="253215"/>
              </a:xfrm>
              <a:prstGeom prst="rect">
                <a:avLst/>
              </a:prstGeom>
            </p:spPr>
          </p:pic>
        </p:grpSp>
      </p:grpSp>
      <p:grpSp>
        <p:nvGrpSpPr>
          <p:cNvPr id="117" name="Group 116">
            <a:extLst>
              <a:ext uri="{FF2B5EF4-FFF2-40B4-BE49-F238E27FC236}">
                <a16:creationId xmlns:a16="http://schemas.microsoft.com/office/drawing/2014/main" id="{2275D7EB-D2A1-FEC9-4787-8B3CAAA3FAEE}"/>
              </a:ext>
            </a:extLst>
          </p:cNvPr>
          <p:cNvGrpSpPr/>
          <p:nvPr/>
        </p:nvGrpSpPr>
        <p:grpSpPr>
          <a:xfrm>
            <a:off x="9741382" y="5271328"/>
            <a:ext cx="1912620" cy="400110"/>
            <a:chOff x="12484893" y="5397631"/>
            <a:chExt cx="1912620" cy="400110"/>
          </a:xfrm>
        </p:grpSpPr>
        <p:sp>
          <p:nvSpPr>
            <p:cNvPr id="103" name="CuadroTexto 36">
              <a:extLst>
                <a:ext uri="{FF2B5EF4-FFF2-40B4-BE49-F238E27FC236}">
                  <a16:creationId xmlns:a16="http://schemas.microsoft.com/office/drawing/2014/main" id="{0C5A03EE-B5F9-CA66-40B0-29FB6CCAFB15}"/>
                </a:ext>
              </a:extLst>
            </p:cNvPr>
            <p:cNvSpPr txBox="1"/>
            <p:nvPr/>
          </p:nvSpPr>
          <p:spPr>
            <a:xfrm>
              <a:off x="13330713" y="5397631"/>
              <a:ext cx="1066800" cy="400110"/>
            </a:xfrm>
            <a:prstGeom prst="rect">
              <a:avLst/>
            </a:prstGeom>
            <a:noFill/>
          </p:spPr>
          <p:txBody>
            <a:bodyPr wrap="square">
              <a:spAutoFit/>
            </a:bodyPr>
            <a:lstStyle/>
            <a:p>
              <a:r>
                <a:rPr lang="en-US" sz="1000" b="1" noProof="0">
                  <a:solidFill>
                    <a:prstClr val="black"/>
                  </a:solidFill>
                  <a:latin typeface="Aptos" panose="02110004020202020204"/>
                </a:rPr>
                <a:t>Environmental </a:t>
              </a:r>
            </a:p>
            <a:p>
              <a:r>
                <a:rPr lang="en-US" sz="1000" b="1" noProof="0">
                  <a:solidFill>
                    <a:prstClr val="black"/>
                  </a:solidFill>
                  <a:latin typeface="Aptos" panose="02110004020202020204"/>
                </a:rPr>
                <a:t>Sustainability</a:t>
              </a:r>
            </a:p>
          </p:txBody>
        </p:sp>
        <p:grpSp>
          <p:nvGrpSpPr>
            <p:cNvPr id="106" name="Group 105">
              <a:extLst>
                <a:ext uri="{FF2B5EF4-FFF2-40B4-BE49-F238E27FC236}">
                  <a16:creationId xmlns:a16="http://schemas.microsoft.com/office/drawing/2014/main" id="{E8D48EA5-BACB-E3B5-E5AD-AFEC892719D4}"/>
                </a:ext>
              </a:extLst>
            </p:cNvPr>
            <p:cNvGrpSpPr/>
            <p:nvPr/>
          </p:nvGrpSpPr>
          <p:grpSpPr>
            <a:xfrm>
              <a:off x="12484893" y="5460512"/>
              <a:ext cx="845821" cy="274348"/>
              <a:chOff x="392429" y="6079064"/>
              <a:chExt cx="845821" cy="274348"/>
            </a:xfrm>
          </p:grpSpPr>
          <p:sp>
            <p:nvSpPr>
              <p:cNvPr id="108" name="Rectángulo: esquinas redondeadas 35">
                <a:extLst>
                  <a:ext uri="{FF2B5EF4-FFF2-40B4-BE49-F238E27FC236}">
                    <a16:creationId xmlns:a16="http://schemas.microsoft.com/office/drawing/2014/main" id="{6AABB485-32BB-259E-7457-95CCCF8E2B9E}"/>
                  </a:ext>
                </a:extLst>
              </p:cNvPr>
              <p:cNvSpPr/>
              <p:nvPr/>
            </p:nvSpPr>
            <p:spPr>
              <a:xfrm>
                <a:off x="392429" y="6079064"/>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SOV-8</a:t>
                </a:r>
              </a:p>
            </p:txBody>
          </p:sp>
          <p:pic>
            <p:nvPicPr>
              <p:cNvPr id="109" name="Gráfico 95" descr="Sostenibilidad con relleno sólido">
                <a:extLst>
                  <a:ext uri="{FF2B5EF4-FFF2-40B4-BE49-F238E27FC236}">
                    <a16:creationId xmlns:a16="http://schemas.microsoft.com/office/drawing/2014/main" id="{678688C3-7025-72C2-0F7C-A673A1B1FD0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9302" y="6089631"/>
                <a:ext cx="253215" cy="253215"/>
              </a:xfrm>
              <a:prstGeom prst="rect">
                <a:avLst/>
              </a:prstGeom>
            </p:spPr>
          </p:pic>
        </p:grpSp>
      </p:grpSp>
      <p:grpSp>
        <p:nvGrpSpPr>
          <p:cNvPr id="113" name="Group 112">
            <a:extLst>
              <a:ext uri="{FF2B5EF4-FFF2-40B4-BE49-F238E27FC236}">
                <a16:creationId xmlns:a16="http://schemas.microsoft.com/office/drawing/2014/main" id="{45D7CC01-EC93-F3C3-399F-9D9C009EDFAD}"/>
              </a:ext>
            </a:extLst>
          </p:cNvPr>
          <p:cNvGrpSpPr/>
          <p:nvPr/>
        </p:nvGrpSpPr>
        <p:grpSpPr>
          <a:xfrm>
            <a:off x="5196010" y="5334209"/>
            <a:ext cx="1791093" cy="274348"/>
            <a:chOff x="12484893" y="3165673"/>
            <a:chExt cx="1791093" cy="274348"/>
          </a:xfrm>
        </p:grpSpPr>
        <p:sp>
          <p:nvSpPr>
            <p:cNvPr id="62" name="CuadroTexto 24">
              <a:extLst>
                <a:ext uri="{FF2B5EF4-FFF2-40B4-BE49-F238E27FC236}">
                  <a16:creationId xmlns:a16="http://schemas.microsoft.com/office/drawing/2014/main" id="{4246BD19-6EAF-7608-9A46-221BFBB2FBEC}"/>
                </a:ext>
              </a:extLst>
            </p:cNvPr>
            <p:cNvSpPr txBox="1"/>
            <p:nvPr/>
          </p:nvSpPr>
          <p:spPr>
            <a:xfrm>
              <a:off x="13342536" y="3179737"/>
              <a:ext cx="933450" cy="246221"/>
            </a:xfrm>
            <a:prstGeom prst="rect">
              <a:avLst/>
            </a:prstGeom>
            <a:noFill/>
          </p:spPr>
          <p:txBody>
            <a:bodyPr wrap="square">
              <a:spAutoFit/>
            </a:bodyPr>
            <a:lstStyle/>
            <a:p>
              <a:r>
                <a:rPr lang="en-US" sz="1000" b="1" noProof="0">
                  <a:solidFill>
                    <a:prstClr val="black"/>
                  </a:solidFill>
                  <a:latin typeface="Aptos" panose="02110004020202020204"/>
                </a:rPr>
                <a:t>Operational</a:t>
              </a:r>
            </a:p>
          </p:txBody>
        </p:sp>
        <p:grpSp>
          <p:nvGrpSpPr>
            <p:cNvPr id="66" name="Group 65">
              <a:extLst>
                <a:ext uri="{FF2B5EF4-FFF2-40B4-BE49-F238E27FC236}">
                  <a16:creationId xmlns:a16="http://schemas.microsoft.com/office/drawing/2014/main" id="{68FB553B-570A-93AD-7C13-39450F165D0E}"/>
                </a:ext>
              </a:extLst>
            </p:cNvPr>
            <p:cNvGrpSpPr/>
            <p:nvPr/>
          </p:nvGrpSpPr>
          <p:grpSpPr>
            <a:xfrm>
              <a:off x="12484893" y="3165673"/>
              <a:ext cx="845821" cy="274348"/>
              <a:chOff x="392429" y="3935164"/>
              <a:chExt cx="845821" cy="274348"/>
            </a:xfrm>
          </p:grpSpPr>
          <p:sp>
            <p:nvSpPr>
              <p:cNvPr id="67" name="Rectángulo: esquinas redondeadas 23">
                <a:extLst>
                  <a:ext uri="{FF2B5EF4-FFF2-40B4-BE49-F238E27FC236}">
                    <a16:creationId xmlns:a16="http://schemas.microsoft.com/office/drawing/2014/main" id="{5CF4368B-F09D-2754-14D6-741A817BA59A}"/>
                  </a:ext>
                </a:extLst>
              </p:cNvPr>
              <p:cNvSpPr/>
              <p:nvPr/>
            </p:nvSpPr>
            <p:spPr>
              <a:xfrm>
                <a:off x="392429" y="3935164"/>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SOV-4</a:t>
                </a:r>
              </a:p>
            </p:txBody>
          </p:sp>
          <p:pic>
            <p:nvPicPr>
              <p:cNvPr id="68" name="Gráfico 85" descr="Engranajes con relleno sólido">
                <a:extLst>
                  <a:ext uri="{FF2B5EF4-FFF2-40B4-BE49-F238E27FC236}">
                    <a16:creationId xmlns:a16="http://schemas.microsoft.com/office/drawing/2014/main" id="{6FE06F1B-1BCC-2CE7-5B7D-4CE2E1D5930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49302" y="3945731"/>
                <a:ext cx="253215" cy="253215"/>
              </a:xfrm>
              <a:prstGeom prst="rect">
                <a:avLst/>
              </a:prstGeom>
            </p:spPr>
          </p:pic>
        </p:grpSp>
      </p:grpSp>
      <p:grpSp>
        <p:nvGrpSpPr>
          <p:cNvPr id="114" name="Group 113">
            <a:extLst>
              <a:ext uri="{FF2B5EF4-FFF2-40B4-BE49-F238E27FC236}">
                <a16:creationId xmlns:a16="http://schemas.microsoft.com/office/drawing/2014/main" id="{AECD8205-5BA0-CE2B-405F-B8185977A7D7}"/>
              </a:ext>
            </a:extLst>
          </p:cNvPr>
          <p:cNvGrpSpPr/>
          <p:nvPr/>
        </p:nvGrpSpPr>
        <p:grpSpPr>
          <a:xfrm>
            <a:off x="5196010" y="5755083"/>
            <a:ext cx="1912621" cy="274348"/>
            <a:chOff x="12484893" y="3658261"/>
            <a:chExt cx="1912621" cy="274348"/>
          </a:xfrm>
        </p:grpSpPr>
        <p:sp>
          <p:nvSpPr>
            <p:cNvPr id="70" name="CuadroTexto 27">
              <a:extLst>
                <a:ext uri="{FF2B5EF4-FFF2-40B4-BE49-F238E27FC236}">
                  <a16:creationId xmlns:a16="http://schemas.microsoft.com/office/drawing/2014/main" id="{D6B4B4EB-ABC5-4EDD-EAC4-392B4E8D1350}"/>
                </a:ext>
              </a:extLst>
            </p:cNvPr>
            <p:cNvSpPr txBox="1"/>
            <p:nvPr/>
          </p:nvSpPr>
          <p:spPr>
            <a:xfrm>
              <a:off x="13330714" y="3672325"/>
              <a:ext cx="1066800" cy="246221"/>
            </a:xfrm>
            <a:prstGeom prst="rect">
              <a:avLst/>
            </a:prstGeom>
            <a:noFill/>
          </p:spPr>
          <p:txBody>
            <a:bodyPr wrap="square">
              <a:spAutoFit/>
            </a:bodyPr>
            <a:lstStyle/>
            <a:p>
              <a:r>
                <a:rPr lang="en-US" sz="1000" b="1" noProof="0">
                  <a:solidFill>
                    <a:prstClr val="black"/>
                  </a:solidFill>
                  <a:latin typeface="Aptos" panose="02110004020202020204"/>
                </a:rPr>
                <a:t>Supply Chain </a:t>
              </a:r>
            </a:p>
          </p:txBody>
        </p:sp>
        <p:grpSp>
          <p:nvGrpSpPr>
            <p:cNvPr id="74" name="Group 73">
              <a:extLst>
                <a:ext uri="{FF2B5EF4-FFF2-40B4-BE49-F238E27FC236}">
                  <a16:creationId xmlns:a16="http://schemas.microsoft.com/office/drawing/2014/main" id="{5D18A0DF-06C9-31CE-FD9F-73D8D0BB9F80}"/>
                </a:ext>
              </a:extLst>
            </p:cNvPr>
            <p:cNvGrpSpPr/>
            <p:nvPr/>
          </p:nvGrpSpPr>
          <p:grpSpPr>
            <a:xfrm>
              <a:off x="12484893" y="3658261"/>
              <a:ext cx="845821" cy="274348"/>
              <a:chOff x="392429" y="4474564"/>
              <a:chExt cx="845821" cy="274348"/>
            </a:xfrm>
          </p:grpSpPr>
          <p:sp>
            <p:nvSpPr>
              <p:cNvPr id="75" name="Rectángulo: esquinas redondeadas 26">
                <a:extLst>
                  <a:ext uri="{FF2B5EF4-FFF2-40B4-BE49-F238E27FC236}">
                    <a16:creationId xmlns:a16="http://schemas.microsoft.com/office/drawing/2014/main" id="{759F8B7A-5730-DFC9-C370-2D156916655D}"/>
                  </a:ext>
                </a:extLst>
              </p:cNvPr>
              <p:cNvSpPr/>
              <p:nvPr/>
            </p:nvSpPr>
            <p:spPr>
              <a:xfrm>
                <a:off x="392429" y="4474564"/>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SOV-5</a:t>
                </a:r>
              </a:p>
            </p:txBody>
          </p:sp>
          <p:pic>
            <p:nvPicPr>
              <p:cNvPr id="76" name="Gráfico 87" descr="Conectado con relleno sólido">
                <a:extLst>
                  <a:ext uri="{FF2B5EF4-FFF2-40B4-BE49-F238E27FC236}">
                    <a16:creationId xmlns:a16="http://schemas.microsoft.com/office/drawing/2014/main" id="{9CE2E8FF-6D3B-2B4A-7C20-368BAC591F6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49302" y="4485131"/>
                <a:ext cx="253215" cy="253215"/>
              </a:xfrm>
              <a:prstGeom prst="rect">
                <a:avLst/>
              </a:prstGeom>
            </p:spPr>
          </p:pic>
        </p:grpSp>
      </p:grpSp>
      <p:grpSp>
        <p:nvGrpSpPr>
          <p:cNvPr id="116" name="Group 115">
            <a:extLst>
              <a:ext uri="{FF2B5EF4-FFF2-40B4-BE49-F238E27FC236}">
                <a16:creationId xmlns:a16="http://schemas.microsoft.com/office/drawing/2014/main" id="{6DD71B97-AA64-9B0A-66B9-6127F3DC3AA7}"/>
              </a:ext>
            </a:extLst>
          </p:cNvPr>
          <p:cNvGrpSpPr/>
          <p:nvPr/>
        </p:nvGrpSpPr>
        <p:grpSpPr>
          <a:xfrm>
            <a:off x="7516707" y="4814727"/>
            <a:ext cx="1912620" cy="400110"/>
            <a:chOff x="12484893" y="4811385"/>
            <a:chExt cx="1912620" cy="400110"/>
          </a:xfrm>
        </p:grpSpPr>
        <p:sp>
          <p:nvSpPr>
            <p:cNvPr id="88" name="CuadroTexto 33">
              <a:extLst>
                <a:ext uri="{FF2B5EF4-FFF2-40B4-BE49-F238E27FC236}">
                  <a16:creationId xmlns:a16="http://schemas.microsoft.com/office/drawing/2014/main" id="{AAD192BE-2688-A503-DD54-C80DBD9CE879}"/>
                </a:ext>
              </a:extLst>
            </p:cNvPr>
            <p:cNvSpPr txBox="1"/>
            <p:nvPr/>
          </p:nvSpPr>
          <p:spPr>
            <a:xfrm>
              <a:off x="13330713" y="4811385"/>
              <a:ext cx="1066800" cy="400110"/>
            </a:xfrm>
            <a:prstGeom prst="rect">
              <a:avLst/>
            </a:prstGeom>
            <a:noFill/>
          </p:spPr>
          <p:txBody>
            <a:bodyPr wrap="square">
              <a:spAutoFit/>
            </a:bodyPr>
            <a:lstStyle/>
            <a:p>
              <a:r>
                <a:rPr lang="en-US" sz="1000" b="1" noProof="0">
                  <a:solidFill>
                    <a:prstClr val="black"/>
                  </a:solidFill>
                  <a:latin typeface="Aptos" panose="02110004020202020204"/>
                </a:rPr>
                <a:t>Security &amp; Compliance </a:t>
              </a:r>
            </a:p>
          </p:txBody>
        </p:sp>
        <p:grpSp>
          <p:nvGrpSpPr>
            <p:cNvPr id="91" name="Group 90">
              <a:extLst>
                <a:ext uri="{FF2B5EF4-FFF2-40B4-BE49-F238E27FC236}">
                  <a16:creationId xmlns:a16="http://schemas.microsoft.com/office/drawing/2014/main" id="{771B9B58-B413-F55B-D70A-10CC53B17CAC}"/>
                </a:ext>
              </a:extLst>
            </p:cNvPr>
            <p:cNvGrpSpPr/>
            <p:nvPr/>
          </p:nvGrpSpPr>
          <p:grpSpPr>
            <a:xfrm>
              <a:off x="12484893" y="4874269"/>
              <a:ext cx="845821" cy="274348"/>
              <a:chOff x="392429" y="5488959"/>
              <a:chExt cx="845821" cy="274348"/>
            </a:xfrm>
          </p:grpSpPr>
          <p:sp>
            <p:nvSpPr>
              <p:cNvPr id="92" name="Rectángulo: esquinas redondeadas 32">
                <a:extLst>
                  <a:ext uri="{FF2B5EF4-FFF2-40B4-BE49-F238E27FC236}">
                    <a16:creationId xmlns:a16="http://schemas.microsoft.com/office/drawing/2014/main" id="{57166A65-85AA-6021-C659-94DA252BFAEF}"/>
                  </a:ext>
                </a:extLst>
              </p:cNvPr>
              <p:cNvSpPr/>
              <p:nvPr/>
            </p:nvSpPr>
            <p:spPr>
              <a:xfrm>
                <a:off x="392429" y="5488959"/>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SOV-7</a:t>
                </a:r>
              </a:p>
            </p:txBody>
          </p:sp>
          <p:pic>
            <p:nvPicPr>
              <p:cNvPr id="93" name="Gráfico 91" descr="Marca de escudo con relleno sólido">
                <a:extLst>
                  <a:ext uri="{FF2B5EF4-FFF2-40B4-BE49-F238E27FC236}">
                    <a16:creationId xmlns:a16="http://schemas.microsoft.com/office/drawing/2014/main" id="{04BD3CCE-15A9-DCDC-C25C-B4A101C6CE9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49302" y="5499526"/>
                <a:ext cx="253215" cy="253215"/>
              </a:xfrm>
              <a:prstGeom prst="rect">
                <a:avLst/>
              </a:prstGeom>
            </p:spPr>
          </p:pic>
        </p:grpSp>
      </p:grpSp>
      <p:grpSp>
        <p:nvGrpSpPr>
          <p:cNvPr id="115" name="Group 114">
            <a:extLst>
              <a:ext uri="{FF2B5EF4-FFF2-40B4-BE49-F238E27FC236}">
                <a16:creationId xmlns:a16="http://schemas.microsoft.com/office/drawing/2014/main" id="{7DC0D0C3-5574-DB71-120E-88C7D18F73A5}"/>
              </a:ext>
            </a:extLst>
          </p:cNvPr>
          <p:cNvGrpSpPr/>
          <p:nvPr/>
        </p:nvGrpSpPr>
        <p:grpSpPr>
          <a:xfrm>
            <a:off x="5196010" y="6148804"/>
            <a:ext cx="1912621" cy="274348"/>
            <a:chOff x="12484893" y="4227793"/>
            <a:chExt cx="1912621" cy="274348"/>
          </a:xfrm>
        </p:grpSpPr>
        <p:sp>
          <p:nvSpPr>
            <p:cNvPr id="78" name="CuadroTexto 30">
              <a:extLst>
                <a:ext uri="{FF2B5EF4-FFF2-40B4-BE49-F238E27FC236}">
                  <a16:creationId xmlns:a16="http://schemas.microsoft.com/office/drawing/2014/main" id="{CB29FF57-747B-F7C1-FDBD-B9C582E878F0}"/>
                </a:ext>
              </a:extLst>
            </p:cNvPr>
            <p:cNvSpPr txBox="1"/>
            <p:nvPr/>
          </p:nvSpPr>
          <p:spPr>
            <a:xfrm>
              <a:off x="13330714" y="4241857"/>
              <a:ext cx="1066800" cy="246221"/>
            </a:xfrm>
            <a:prstGeom prst="rect">
              <a:avLst/>
            </a:prstGeom>
            <a:noFill/>
          </p:spPr>
          <p:txBody>
            <a:bodyPr wrap="square">
              <a:spAutoFit/>
            </a:bodyPr>
            <a:lstStyle/>
            <a:p>
              <a:r>
                <a:rPr lang="en-US" sz="1000" b="1" noProof="0">
                  <a:solidFill>
                    <a:prstClr val="black"/>
                  </a:solidFill>
                  <a:latin typeface="Aptos" panose="02110004020202020204"/>
                </a:rPr>
                <a:t>Technology </a:t>
              </a:r>
            </a:p>
          </p:txBody>
        </p:sp>
        <p:grpSp>
          <p:nvGrpSpPr>
            <p:cNvPr id="82" name="Group 81">
              <a:extLst>
                <a:ext uri="{FF2B5EF4-FFF2-40B4-BE49-F238E27FC236}">
                  <a16:creationId xmlns:a16="http://schemas.microsoft.com/office/drawing/2014/main" id="{F395F0C6-DC57-3DAE-4655-775A5B23AE61}"/>
                </a:ext>
              </a:extLst>
            </p:cNvPr>
            <p:cNvGrpSpPr/>
            <p:nvPr/>
          </p:nvGrpSpPr>
          <p:grpSpPr>
            <a:xfrm>
              <a:off x="12484893" y="4227793"/>
              <a:ext cx="845821" cy="274348"/>
              <a:chOff x="392429" y="5049136"/>
              <a:chExt cx="845821" cy="274348"/>
            </a:xfrm>
          </p:grpSpPr>
          <p:sp>
            <p:nvSpPr>
              <p:cNvPr id="83" name="Rectángulo: esquinas redondeadas 29">
                <a:extLst>
                  <a:ext uri="{FF2B5EF4-FFF2-40B4-BE49-F238E27FC236}">
                    <a16:creationId xmlns:a16="http://schemas.microsoft.com/office/drawing/2014/main" id="{D336CF21-E517-E5D3-EBA9-755D1AFB1FF0}"/>
                  </a:ext>
                </a:extLst>
              </p:cNvPr>
              <p:cNvSpPr/>
              <p:nvPr/>
            </p:nvSpPr>
            <p:spPr>
              <a:xfrm>
                <a:off x="392429" y="5049136"/>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SOV-6</a:t>
                </a:r>
              </a:p>
            </p:txBody>
          </p:sp>
          <p:pic>
            <p:nvPicPr>
              <p:cNvPr id="84" name="Gráfico 89" descr="Procesador con relleno sólido">
                <a:extLst>
                  <a:ext uri="{FF2B5EF4-FFF2-40B4-BE49-F238E27FC236}">
                    <a16:creationId xmlns:a16="http://schemas.microsoft.com/office/drawing/2014/main" id="{73503506-4FFA-5CA6-2707-E7673225DFB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49302" y="5059703"/>
                <a:ext cx="253215" cy="253215"/>
              </a:xfrm>
              <a:prstGeom prst="rect">
                <a:avLst/>
              </a:prstGeom>
            </p:spPr>
          </p:pic>
        </p:grpSp>
      </p:grpSp>
      <p:grpSp>
        <p:nvGrpSpPr>
          <p:cNvPr id="110" name="Group 109">
            <a:extLst>
              <a:ext uri="{FF2B5EF4-FFF2-40B4-BE49-F238E27FC236}">
                <a16:creationId xmlns:a16="http://schemas.microsoft.com/office/drawing/2014/main" id="{A9B4007F-C07B-84BC-5D22-7E8C93BB71FA}"/>
              </a:ext>
            </a:extLst>
          </p:cNvPr>
          <p:cNvGrpSpPr/>
          <p:nvPr/>
        </p:nvGrpSpPr>
        <p:grpSpPr>
          <a:xfrm>
            <a:off x="9741382" y="4877608"/>
            <a:ext cx="1779271" cy="274348"/>
            <a:chOff x="12484893" y="1687909"/>
            <a:chExt cx="1779271" cy="274348"/>
          </a:xfrm>
        </p:grpSpPr>
        <p:sp>
          <p:nvSpPr>
            <p:cNvPr id="95" name="CuadroTexto 14">
              <a:extLst>
                <a:ext uri="{FF2B5EF4-FFF2-40B4-BE49-F238E27FC236}">
                  <a16:creationId xmlns:a16="http://schemas.microsoft.com/office/drawing/2014/main" id="{3844049C-4069-7A59-6B97-5D5E443B49CE}"/>
                </a:ext>
              </a:extLst>
            </p:cNvPr>
            <p:cNvSpPr txBox="1"/>
            <p:nvPr/>
          </p:nvSpPr>
          <p:spPr>
            <a:xfrm>
              <a:off x="13330714" y="1701973"/>
              <a:ext cx="933450" cy="246221"/>
            </a:xfrm>
            <a:prstGeom prst="rect">
              <a:avLst/>
            </a:prstGeom>
            <a:noFill/>
          </p:spPr>
          <p:txBody>
            <a:bodyPr wrap="square">
              <a:spAutoFit/>
            </a:bodyPr>
            <a:lstStyle/>
            <a:p>
              <a:r>
                <a:rPr lang="en-US" sz="1000" b="1" kern="1200" noProof="0">
                  <a:solidFill>
                    <a:prstClr val="black"/>
                  </a:solidFill>
                  <a:latin typeface="Aptos" panose="02110004020202020204"/>
                  <a:ea typeface="+mn-ea"/>
                  <a:cs typeface="+mn-cs"/>
                </a:rPr>
                <a:t>Strategic </a:t>
              </a:r>
            </a:p>
          </p:txBody>
        </p:sp>
        <p:grpSp>
          <p:nvGrpSpPr>
            <p:cNvPr id="99" name="Group 98">
              <a:extLst>
                <a:ext uri="{FF2B5EF4-FFF2-40B4-BE49-F238E27FC236}">
                  <a16:creationId xmlns:a16="http://schemas.microsoft.com/office/drawing/2014/main" id="{F57611D7-2CD4-2CBA-00F3-6B1A45AE2EB6}"/>
                </a:ext>
              </a:extLst>
            </p:cNvPr>
            <p:cNvGrpSpPr/>
            <p:nvPr/>
          </p:nvGrpSpPr>
          <p:grpSpPr>
            <a:xfrm>
              <a:off x="12484893" y="1687909"/>
              <a:ext cx="845821" cy="274348"/>
              <a:chOff x="392429" y="2317596"/>
              <a:chExt cx="845821" cy="274348"/>
            </a:xfrm>
          </p:grpSpPr>
          <p:sp>
            <p:nvSpPr>
              <p:cNvPr id="100" name="Rectángulo: esquinas redondeadas 12">
                <a:extLst>
                  <a:ext uri="{FF2B5EF4-FFF2-40B4-BE49-F238E27FC236}">
                    <a16:creationId xmlns:a16="http://schemas.microsoft.com/office/drawing/2014/main" id="{79CB512E-8F44-2516-4781-A273352DACA1}"/>
                  </a:ext>
                </a:extLst>
              </p:cNvPr>
              <p:cNvSpPr/>
              <p:nvPr/>
            </p:nvSpPr>
            <p:spPr>
              <a:xfrm>
                <a:off x="392429" y="2317596"/>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SOV-1</a:t>
                </a:r>
              </a:p>
            </p:txBody>
          </p:sp>
          <p:pic>
            <p:nvPicPr>
              <p:cNvPr id="101" name="Gráfico 93" descr="Piezas de ajedrez con relleno sólido">
                <a:extLst>
                  <a:ext uri="{FF2B5EF4-FFF2-40B4-BE49-F238E27FC236}">
                    <a16:creationId xmlns:a16="http://schemas.microsoft.com/office/drawing/2014/main" id="{4E79AD5C-5642-5CE5-672D-385960AEADA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49302" y="2328163"/>
                <a:ext cx="253215" cy="253215"/>
              </a:xfrm>
              <a:prstGeom prst="rect">
                <a:avLst/>
              </a:prstGeom>
            </p:spPr>
          </p:pic>
        </p:grpSp>
      </p:grpSp>
      <p:grpSp>
        <p:nvGrpSpPr>
          <p:cNvPr id="112" name="Group 111">
            <a:extLst>
              <a:ext uri="{FF2B5EF4-FFF2-40B4-BE49-F238E27FC236}">
                <a16:creationId xmlns:a16="http://schemas.microsoft.com/office/drawing/2014/main" id="{13A4B32C-8B88-6427-7AE1-A83E2DC40F09}"/>
              </a:ext>
            </a:extLst>
          </p:cNvPr>
          <p:cNvGrpSpPr/>
          <p:nvPr/>
        </p:nvGrpSpPr>
        <p:grpSpPr>
          <a:xfrm>
            <a:off x="742579" y="5334209"/>
            <a:ext cx="1779271" cy="274348"/>
            <a:chOff x="12484893" y="2673085"/>
            <a:chExt cx="1779271" cy="274348"/>
          </a:xfrm>
        </p:grpSpPr>
        <p:sp>
          <p:nvSpPr>
            <p:cNvPr id="54" name="CuadroTexto 20">
              <a:extLst>
                <a:ext uri="{FF2B5EF4-FFF2-40B4-BE49-F238E27FC236}">
                  <a16:creationId xmlns:a16="http://schemas.microsoft.com/office/drawing/2014/main" id="{58E70379-DDCE-BCA7-50CA-712983B2D7EA}"/>
                </a:ext>
              </a:extLst>
            </p:cNvPr>
            <p:cNvSpPr txBox="1"/>
            <p:nvPr/>
          </p:nvSpPr>
          <p:spPr>
            <a:xfrm>
              <a:off x="13330714" y="2687149"/>
              <a:ext cx="933450" cy="246221"/>
            </a:xfrm>
            <a:prstGeom prst="rect">
              <a:avLst/>
            </a:prstGeom>
            <a:noFill/>
          </p:spPr>
          <p:txBody>
            <a:bodyPr wrap="square">
              <a:spAutoFit/>
            </a:bodyPr>
            <a:lstStyle/>
            <a:p>
              <a:r>
                <a:rPr lang="en-US" sz="1000" b="1" noProof="0">
                  <a:solidFill>
                    <a:prstClr val="black"/>
                  </a:solidFill>
                  <a:latin typeface="Aptos" panose="02110004020202020204"/>
                </a:rPr>
                <a:t>Data &amp; AI</a:t>
              </a:r>
            </a:p>
          </p:txBody>
        </p:sp>
        <p:grpSp>
          <p:nvGrpSpPr>
            <p:cNvPr id="58" name="Group 57">
              <a:extLst>
                <a:ext uri="{FF2B5EF4-FFF2-40B4-BE49-F238E27FC236}">
                  <a16:creationId xmlns:a16="http://schemas.microsoft.com/office/drawing/2014/main" id="{B2F8B93D-2894-921C-21E9-54B294EBAF37}"/>
                </a:ext>
              </a:extLst>
            </p:cNvPr>
            <p:cNvGrpSpPr/>
            <p:nvPr/>
          </p:nvGrpSpPr>
          <p:grpSpPr>
            <a:xfrm>
              <a:off x="12484893" y="2673085"/>
              <a:ext cx="845821" cy="274348"/>
              <a:chOff x="392429" y="3412828"/>
              <a:chExt cx="845821" cy="274348"/>
            </a:xfrm>
          </p:grpSpPr>
          <p:sp>
            <p:nvSpPr>
              <p:cNvPr id="59" name="Rectángulo: esquinas redondeadas 19">
                <a:extLst>
                  <a:ext uri="{FF2B5EF4-FFF2-40B4-BE49-F238E27FC236}">
                    <a16:creationId xmlns:a16="http://schemas.microsoft.com/office/drawing/2014/main" id="{CDD06DB5-4FC8-F6FE-689B-1CD9DFD5F1E5}"/>
                  </a:ext>
                </a:extLst>
              </p:cNvPr>
              <p:cNvSpPr/>
              <p:nvPr/>
            </p:nvSpPr>
            <p:spPr>
              <a:xfrm>
                <a:off x="392429" y="3412828"/>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SOV-3</a:t>
                </a:r>
              </a:p>
            </p:txBody>
          </p:sp>
          <p:pic>
            <p:nvPicPr>
              <p:cNvPr id="60" name="Gráfico 83" descr="Base de datos con relleno sólido">
                <a:extLst>
                  <a:ext uri="{FF2B5EF4-FFF2-40B4-BE49-F238E27FC236}">
                    <a16:creationId xmlns:a16="http://schemas.microsoft.com/office/drawing/2014/main" id="{F17FDFD5-6D72-31DD-57F5-516DCC74BDA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49302" y="3423395"/>
                <a:ext cx="253215" cy="253215"/>
              </a:xfrm>
              <a:prstGeom prst="rect">
                <a:avLst/>
              </a:prstGeom>
            </p:spPr>
          </p:pic>
        </p:grpSp>
      </p:grpSp>
      <p:grpSp>
        <p:nvGrpSpPr>
          <p:cNvPr id="119" name="Group 118">
            <a:extLst>
              <a:ext uri="{FF2B5EF4-FFF2-40B4-BE49-F238E27FC236}">
                <a16:creationId xmlns:a16="http://schemas.microsoft.com/office/drawing/2014/main" id="{E5B2B690-3BA7-FE29-C5DE-500A66FBAD39}"/>
              </a:ext>
            </a:extLst>
          </p:cNvPr>
          <p:cNvGrpSpPr/>
          <p:nvPr/>
        </p:nvGrpSpPr>
        <p:grpSpPr>
          <a:xfrm>
            <a:off x="742579" y="4814727"/>
            <a:ext cx="1983223" cy="400110"/>
            <a:chOff x="12484893" y="2117616"/>
            <a:chExt cx="1983223" cy="400110"/>
          </a:xfrm>
        </p:grpSpPr>
        <p:sp>
          <p:nvSpPr>
            <p:cNvPr id="120" name="CuadroTexto 17">
              <a:extLst>
                <a:ext uri="{FF2B5EF4-FFF2-40B4-BE49-F238E27FC236}">
                  <a16:creationId xmlns:a16="http://schemas.microsoft.com/office/drawing/2014/main" id="{D266CCE8-7E13-1515-66DD-0FE8187F6456}"/>
                </a:ext>
              </a:extLst>
            </p:cNvPr>
            <p:cNvSpPr txBox="1"/>
            <p:nvPr/>
          </p:nvSpPr>
          <p:spPr>
            <a:xfrm>
              <a:off x="13330713" y="2117616"/>
              <a:ext cx="1137403" cy="400110"/>
            </a:xfrm>
            <a:prstGeom prst="rect">
              <a:avLst/>
            </a:prstGeom>
            <a:noFill/>
          </p:spPr>
          <p:txBody>
            <a:bodyPr wrap="square">
              <a:spAutoFit/>
            </a:bodyPr>
            <a:lstStyle/>
            <a:p>
              <a:r>
                <a:rPr lang="en-US" sz="1000" b="1" noProof="0">
                  <a:solidFill>
                    <a:prstClr val="black"/>
                  </a:solidFill>
                  <a:latin typeface="Aptos" panose="02110004020202020204"/>
                </a:rPr>
                <a:t>Legal &amp; Jurisdictional</a:t>
              </a:r>
            </a:p>
          </p:txBody>
        </p:sp>
        <p:grpSp>
          <p:nvGrpSpPr>
            <p:cNvPr id="121" name="Group 120">
              <a:extLst>
                <a:ext uri="{FF2B5EF4-FFF2-40B4-BE49-F238E27FC236}">
                  <a16:creationId xmlns:a16="http://schemas.microsoft.com/office/drawing/2014/main" id="{44370E2C-917F-678E-85FB-90918B4DD753}"/>
                </a:ext>
              </a:extLst>
            </p:cNvPr>
            <p:cNvGrpSpPr/>
            <p:nvPr/>
          </p:nvGrpSpPr>
          <p:grpSpPr>
            <a:xfrm>
              <a:off x="12484893" y="2180497"/>
              <a:ext cx="845821" cy="274348"/>
              <a:chOff x="392429" y="2872069"/>
              <a:chExt cx="845821" cy="274348"/>
            </a:xfrm>
          </p:grpSpPr>
          <p:sp>
            <p:nvSpPr>
              <p:cNvPr id="122" name="Rectángulo: esquinas redondeadas 16">
                <a:extLst>
                  <a:ext uri="{FF2B5EF4-FFF2-40B4-BE49-F238E27FC236}">
                    <a16:creationId xmlns:a16="http://schemas.microsoft.com/office/drawing/2014/main" id="{23635AA7-0C9D-8713-A794-CAD851A6C4DD}"/>
                  </a:ext>
                </a:extLst>
              </p:cNvPr>
              <p:cNvSpPr/>
              <p:nvPr/>
            </p:nvSpPr>
            <p:spPr>
              <a:xfrm>
                <a:off x="392429" y="2872069"/>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SOV-2</a:t>
                </a:r>
              </a:p>
            </p:txBody>
          </p:sp>
          <p:pic>
            <p:nvPicPr>
              <p:cNvPr id="123" name="Gráfico 81" descr="Martillo de juez con relleno sólido">
                <a:extLst>
                  <a:ext uri="{FF2B5EF4-FFF2-40B4-BE49-F238E27FC236}">
                    <a16:creationId xmlns:a16="http://schemas.microsoft.com/office/drawing/2014/main" id="{31A52F9C-31AC-3E0E-D3DB-FC9C5EFD6EE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9302" y="2882636"/>
                <a:ext cx="253215" cy="253215"/>
              </a:xfrm>
              <a:prstGeom prst="rect">
                <a:avLst/>
              </a:prstGeom>
            </p:spPr>
          </p:pic>
        </p:grpSp>
      </p:grpSp>
      <p:grpSp>
        <p:nvGrpSpPr>
          <p:cNvPr id="124" name="Group 123">
            <a:extLst>
              <a:ext uri="{FF2B5EF4-FFF2-40B4-BE49-F238E27FC236}">
                <a16:creationId xmlns:a16="http://schemas.microsoft.com/office/drawing/2014/main" id="{569230FD-46BD-6C9B-5F41-DDB69A23C413}"/>
              </a:ext>
            </a:extLst>
          </p:cNvPr>
          <p:cNvGrpSpPr/>
          <p:nvPr/>
        </p:nvGrpSpPr>
        <p:grpSpPr>
          <a:xfrm>
            <a:off x="5196010" y="4814727"/>
            <a:ext cx="1983223" cy="400110"/>
            <a:chOff x="12484893" y="2117616"/>
            <a:chExt cx="1983223" cy="400110"/>
          </a:xfrm>
        </p:grpSpPr>
        <p:sp>
          <p:nvSpPr>
            <p:cNvPr id="125" name="CuadroTexto 17">
              <a:extLst>
                <a:ext uri="{FF2B5EF4-FFF2-40B4-BE49-F238E27FC236}">
                  <a16:creationId xmlns:a16="http://schemas.microsoft.com/office/drawing/2014/main" id="{5927488A-8691-4BB0-2F9A-6571CB92A013}"/>
                </a:ext>
              </a:extLst>
            </p:cNvPr>
            <p:cNvSpPr txBox="1"/>
            <p:nvPr/>
          </p:nvSpPr>
          <p:spPr>
            <a:xfrm>
              <a:off x="13330713" y="2117616"/>
              <a:ext cx="1137403" cy="400110"/>
            </a:xfrm>
            <a:prstGeom prst="rect">
              <a:avLst/>
            </a:prstGeom>
            <a:noFill/>
          </p:spPr>
          <p:txBody>
            <a:bodyPr wrap="square">
              <a:spAutoFit/>
            </a:bodyPr>
            <a:lstStyle/>
            <a:p>
              <a:r>
                <a:rPr lang="en-US" sz="1000" b="1" noProof="0">
                  <a:solidFill>
                    <a:prstClr val="black"/>
                  </a:solidFill>
                  <a:latin typeface="Aptos" panose="02110004020202020204"/>
                </a:rPr>
                <a:t>Legal &amp; Jurisdictional</a:t>
              </a:r>
            </a:p>
          </p:txBody>
        </p:sp>
        <p:grpSp>
          <p:nvGrpSpPr>
            <p:cNvPr id="126" name="Group 125">
              <a:extLst>
                <a:ext uri="{FF2B5EF4-FFF2-40B4-BE49-F238E27FC236}">
                  <a16:creationId xmlns:a16="http://schemas.microsoft.com/office/drawing/2014/main" id="{9BB71BE5-9CA5-08B5-8FCB-3F3F5F589F69}"/>
                </a:ext>
              </a:extLst>
            </p:cNvPr>
            <p:cNvGrpSpPr/>
            <p:nvPr/>
          </p:nvGrpSpPr>
          <p:grpSpPr>
            <a:xfrm>
              <a:off x="12484893" y="2180497"/>
              <a:ext cx="845821" cy="274348"/>
              <a:chOff x="392429" y="2872069"/>
              <a:chExt cx="845821" cy="274348"/>
            </a:xfrm>
          </p:grpSpPr>
          <p:sp>
            <p:nvSpPr>
              <p:cNvPr id="127" name="Rectángulo: esquinas redondeadas 16">
                <a:extLst>
                  <a:ext uri="{FF2B5EF4-FFF2-40B4-BE49-F238E27FC236}">
                    <a16:creationId xmlns:a16="http://schemas.microsoft.com/office/drawing/2014/main" id="{313BA8B8-12C8-D32F-D821-5943D91065E8}"/>
                  </a:ext>
                </a:extLst>
              </p:cNvPr>
              <p:cNvSpPr/>
              <p:nvPr/>
            </p:nvSpPr>
            <p:spPr>
              <a:xfrm>
                <a:off x="392429" y="2872069"/>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SOV-2</a:t>
                </a:r>
              </a:p>
            </p:txBody>
          </p:sp>
          <p:pic>
            <p:nvPicPr>
              <p:cNvPr id="128" name="Gráfico 81" descr="Martillo de juez con relleno sólido">
                <a:extLst>
                  <a:ext uri="{FF2B5EF4-FFF2-40B4-BE49-F238E27FC236}">
                    <a16:creationId xmlns:a16="http://schemas.microsoft.com/office/drawing/2014/main" id="{72C5B2CD-9604-3046-E0E6-594BF92080A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9302" y="2882636"/>
                <a:ext cx="253215" cy="253215"/>
              </a:xfrm>
              <a:prstGeom prst="rect">
                <a:avLst/>
              </a:prstGeom>
            </p:spPr>
          </p:pic>
        </p:grpSp>
      </p:grpSp>
      <p:grpSp>
        <p:nvGrpSpPr>
          <p:cNvPr id="129" name="Group 128">
            <a:extLst>
              <a:ext uri="{FF2B5EF4-FFF2-40B4-BE49-F238E27FC236}">
                <a16:creationId xmlns:a16="http://schemas.microsoft.com/office/drawing/2014/main" id="{9B54A462-5AE6-172A-FCA8-86CF0B21EA6F}"/>
              </a:ext>
            </a:extLst>
          </p:cNvPr>
          <p:cNvGrpSpPr/>
          <p:nvPr/>
        </p:nvGrpSpPr>
        <p:grpSpPr>
          <a:xfrm>
            <a:off x="2944685" y="5692202"/>
            <a:ext cx="1912620" cy="400110"/>
            <a:chOff x="12484893" y="4811385"/>
            <a:chExt cx="1912620" cy="400110"/>
          </a:xfrm>
        </p:grpSpPr>
        <p:sp>
          <p:nvSpPr>
            <p:cNvPr id="130" name="CuadroTexto 33">
              <a:extLst>
                <a:ext uri="{FF2B5EF4-FFF2-40B4-BE49-F238E27FC236}">
                  <a16:creationId xmlns:a16="http://schemas.microsoft.com/office/drawing/2014/main" id="{D75F4715-64ED-4DC9-6980-058F4140AACE}"/>
                </a:ext>
              </a:extLst>
            </p:cNvPr>
            <p:cNvSpPr txBox="1"/>
            <p:nvPr/>
          </p:nvSpPr>
          <p:spPr>
            <a:xfrm>
              <a:off x="13330713" y="4811385"/>
              <a:ext cx="1066800" cy="400110"/>
            </a:xfrm>
            <a:prstGeom prst="rect">
              <a:avLst/>
            </a:prstGeom>
            <a:noFill/>
          </p:spPr>
          <p:txBody>
            <a:bodyPr wrap="square">
              <a:spAutoFit/>
            </a:bodyPr>
            <a:lstStyle/>
            <a:p>
              <a:r>
                <a:rPr lang="en-US" sz="1000" b="1" noProof="0">
                  <a:solidFill>
                    <a:prstClr val="black"/>
                  </a:solidFill>
                  <a:latin typeface="Aptos" panose="02110004020202020204"/>
                </a:rPr>
                <a:t>Security &amp; Compliance </a:t>
              </a:r>
            </a:p>
          </p:txBody>
        </p:sp>
        <p:grpSp>
          <p:nvGrpSpPr>
            <p:cNvPr id="131" name="Group 130">
              <a:extLst>
                <a:ext uri="{FF2B5EF4-FFF2-40B4-BE49-F238E27FC236}">
                  <a16:creationId xmlns:a16="http://schemas.microsoft.com/office/drawing/2014/main" id="{2AEC3A9F-B44D-C67D-8627-01C3D1041A16}"/>
                </a:ext>
              </a:extLst>
            </p:cNvPr>
            <p:cNvGrpSpPr/>
            <p:nvPr/>
          </p:nvGrpSpPr>
          <p:grpSpPr>
            <a:xfrm>
              <a:off x="12484893" y="4874269"/>
              <a:ext cx="845821" cy="274348"/>
              <a:chOff x="392429" y="5488959"/>
              <a:chExt cx="845821" cy="274348"/>
            </a:xfrm>
          </p:grpSpPr>
          <p:sp>
            <p:nvSpPr>
              <p:cNvPr id="132" name="Rectángulo: esquinas redondeadas 32">
                <a:extLst>
                  <a:ext uri="{FF2B5EF4-FFF2-40B4-BE49-F238E27FC236}">
                    <a16:creationId xmlns:a16="http://schemas.microsoft.com/office/drawing/2014/main" id="{2A066AA3-7901-99FA-BF06-5369808DD129}"/>
                  </a:ext>
                </a:extLst>
              </p:cNvPr>
              <p:cNvSpPr/>
              <p:nvPr/>
            </p:nvSpPr>
            <p:spPr>
              <a:xfrm>
                <a:off x="392429" y="5488959"/>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SOV-7</a:t>
                </a:r>
              </a:p>
            </p:txBody>
          </p:sp>
          <p:pic>
            <p:nvPicPr>
              <p:cNvPr id="133" name="Gráfico 91" descr="Marca de escudo con relleno sólido">
                <a:extLst>
                  <a:ext uri="{FF2B5EF4-FFF2-40B4-BE49-F238E27FC236}">
                    <a16:creationId xmlns:a16="http://schemas.microsoft.com/office/drawing/2014/main" id="{0AE427EB-4CBD-297F-E7AD-DC9AC75976C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49302" y="5499526"/>
                <a:ext cx="253215" cy="253215"/>
              </a:xfrm>
              <a:prstGeom prst="rect">
                <a:avLst/>
              </a:prstGeom>
            </p:spPr>
          </p:pic>
        </p:grpSp>
      </p:grpSp>
      <p:grpSp>
        <p:nvGrpSpPr>
          <p:cNvPr id="134" name="Group 133">
            <a:extLst>
              <a:ext uri="{FF2B5EF4-FFF2-40B4-BE49-F238E27FC236}">
                <a16:creationId xmlns:a16="http://schemas.microsoft.com/office/drawing/2014/main" id="{BBCC1A46-3AC3-6433-4214-C5526025FC9D}"/>
              </a:ext>
            </a:extLst>
          </p:cNvPr>
          <p:cNvGrpSpPr/>
          <p:nvPr/>
        </p:nvGrpSpPr>
        <p:grpSpPr>
          <a:xfrm>
            <a:off x="2948544" y="5334209"/>
            <a:ext cx="1791093" cy="274348"/>
            <a:chOff x="12484893" y="3165673"/>
            <a:chExt cx="1791093" cy="274348"/>
          </a:xfrm>
        </p:grpSpPr>
        <p:sp>
          <p:nvSpPr>
            <p:cNvPr id="135" name="CuadroTexto 24">
              <a:extLst>
                <a:ext uri="{FF2B5EF4-FFF2-40B4-BE49-F238E27FC236}">
                  <a16:creationId xmlns:a16="http://schemas.microsoft.com/office/drawing/2014/main" id="{1A620304-053F-CF99-1E36-48185EA5C4F9}"/>
                </a:ext>
              </a:extLst>
            </p:cNvPr>
            <p:cNvSpPr txBox="1"/>
            <p:nvPr/>
          </p:nvSpPr>
          <p:spPr>
            <a:xfrm>
              <a:off x="13342536" y="3179737"/>
              <a:ext cx="933450" cy="246221"/>
            </a:xfrm>
            <a:prstGeom prst="rect">
              <a:avLst/>
            </a:prstGeom>
            <a:noFill/>
          </p:spPr>
          <p:txBody>
            <a:bodyPr wrap="square">
              <a:spAutoFit/>
            </a:bodyPr>
            <a:lstStyle/>
            <a:p>
              <a:r>
                <a:rPr lang="en-US" sz="1000" b="1" noProof="0">
                  <a:solidFill>
                    <a:prstClr val="black"/>
                  </a:solidFill>
                  <a:latin typeface="Aptos" panose="02110004020202020204"/>
                </a:rPr>
                <a:t>Operational</a:t>
              </a:r>
            </a:p>
          </p:txBody>
        </p:sp>
        <p:grpSp>
          <p:nvGrpSpPr>
            <p:cNvPr id="136" name="Group 135">
              <a:extLst>
                <a:ext uri="{FF2B5EF4-FFF2-40B4-BE49-F238E27FC236}">
                  <a16:creationId xmlns:a16="http://schemas.microsoft.com/office/drawing/2014/main" id="{1B93CF56-7ACA-86CA-6E9C-8E475EDBA734}"/>
                </a:ext>
              </a:extLst>
            </p:cNvPr>
            <p:cNvGrpSpPr/>
            <p:nvPr/>
          </p:nvGrpSpPr>
          <p:grpSpPr>
            <a:xfrm>
              <a:off x="12484893" y="3165673"/>
              <a:ext cx="845821" cy="274348"/>
              <a:chOff x="392429" y="3935164"/>
              <a:chExt cx="845821" cy="274348"/>
            </a:xfrm>
          </p:grpSpPr>
          <p:sp>
            <p:nvSpPr>
              <p:cNvPr id="137" name="Rectángulo: esquinas redondeadas 23">
                <a:extLst>
                  <a:ext uri="{FF2B5EF4-FFF2-40B4-BE49-F238E27FC236}">
                    <a16:creationId xmlns:a16="http://schemas.microsoft.com/office/drawing/2014/main" id="{25B50163-5686-4DD7-6910-BB5BD4FD810E}"/>
                  </a:ext>
                </a:extLst>
              </p:cNvPr>
              <p:cNvSpPr/>
              <p:nvPr/>
            </p:nvSpPr>
            <p:spPr>
              <a:xfrm>
                <a:off x="392429" y="3935164"/>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SOV-4</a:t>
                </a:r>
              </a:p>
            </p:txBody>
          </p:sp>
          <p:pic>
            <p:nvPicPr>
              <p:cNvPr id="138" name="Gráfico 85" descr="Engranajes con relleno sólido">
                <a:extLst>
                  <a:ext uri="{FF2B5EF4-FFF2-40B4-BE49-F238E27FC236}">
                    <a16:creationId xmlns:a16="http://schemas.microsoft.com/office/drawing/2014/main" id="{C933A83C-6020-E66A-D9E3-E59445A4935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49302" y="3945731"/>
                <a:ext cx="253215" cy="253215"/>
              </a:xfrm>
              <a:prstGeom prst="rect">
                <a:avLst/>
              </a:prstGeom>
            </p:spPr>
          </p:pic>
        </p:grpSp>
      </p:grpSp>
      <p:grpSp>
        <p:nvGrpSpPr>
          <p:cNvPr id="139" name="Group 138">
            <a:extLst>
              <a:ext uri="{FF2B5EF4-FFF2-40B4-BE49-F238E27FC236}">
                <a16:creationId xmlns:a16="http://schemas.microsoft.com/office/drawing/2014/main" id="{616602F9-2439-2A21-695C-23971F1719CC}"/>
              </a:ext>
            </a:extLst>
          </p:cNvPr>
          <p:cNvGrpSpPr/>
          <p:nvPr/>
        </p:nvGrpSpPr>
        <p:grpSpPr>
          <a:xfrm>
            <a:off x="742579" y="5692202"/>
            <a:ext cx="1912620" cy="400110"/>
            <a:chOff x="12484893" y="4811385"/>
            <a:chExt cx="1912620" cy="400110"/>
          </a:xfrm>
        </p:grpSpPr>
        <p:sp>
          <p:nvSpPr>
            <p:cNvPr id="140" name="CuadroTexto 33">
              <a:extLst>
                <a:ext uri="{FF2B5EF4-FFF2-40B4-BE49-F238E27FC236}">
                  <a16:creationId xmlns:a16="http://schemas.microsoft.com/office/drawing/2014/main" id="{8AD4196C-698B-FE42-996A-39F3813DDD1D}"/>
                </a:ext>
              </a:extLst>
            </p:cNvPr>
            <p:cNvSpPr txBox="1"/>
            <p:nvPr/>
          </p:nvSpPr>
          <p:spPr>
            <a:xfrm>
              <a:off x="13330713" y="4811385"/>
              <a:ext cx="1066800" cy="400110"/>
            </a:xfrm>
            <a:prstGeom prst="rect">
              <a:avLst/>
            </a:prstGeom>
            <a:noFill/>
          </p:spPr>
          <p:txBody>
            <a:bodyPr wrap="square">
              <a:spAutoFit/>
            </a:bodyPr>
            <a:lstStyle/>
            <a:p>
              <a:r>
                <a:rPr lang="en-US" sz="1000" b="1" noProof="0">
                  <a:solidFill>
                    <a:prstClr val="black"/>
                  </a:solidFill>
                  <a:latin typeface="Aptos" panose="02110004020202020204"/>
                </a:rPr>
                <a:t>Security &amp; Compliance </a:t>
              </a:r>
            </a:p>
          </p:txBody>
        </p:sp>
        <p:grpSp>
          <p:nvGrpSpPr>
            <p:cNvPr id="141" name="Group 140">
              <a:extLst>
                <a:ext uri="{FF2B5EF4-FFF2-40B4-BE49-F238E27FC236}">
                  <a16:creationId xmlns:a16="http://schemas.microsoft.com/office/drawing/2014/main" id="{8825BEB4-1754-0595-53A5-7C27E2979836}"/>
                </a:ext>
              </a:extLst>
            </p:cNvPr>
            <p:cNvGrpSpPr/>
            <p:nvPr/>
          </p:nvGrpSpPr>
          <p:grpSpPr>
            <a:xfrm>
              <a:off x="12484893" y="4874269"/>
              <a:ext cx="845821" cy="274348"/>
              <a:chOff x="392429" y="5488959"/>
              <a:chExt cx="845821" cy="274348"/>
            </a:xfrm>
          </p:grpSpPr>
          <p:sp>
            <p:nvSpPr>
              <p:cNvPr id="142" name="Rectángulo: esquinas redondeadas 32">
                <a:extLst>
                  <a:ext uri="{FF2B5EF4-FFF2-40B4-BE49-F238E27FC236}">
                    <a16:creationId xmlns:a16="http://schemas.microsoft.com/office/drawing/2014/main" id="{5C5840DB-1D67-9C91-A59A-BB14B4A9A6A3}"/>
                  </a:ext>
                </a:extLst>
              </p:cNvPr>
              <p:cNvSpPr/>
              <p:nvPr/>
            </p:nvSpPr>
            <p:spPr>
              <a:xfrm>
                <a:off x="392429" y="5488959"/>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SOV-7</a:t>
                </a:r>
              </a:p>
            </p:txBody>
          </p:sp>
          <p:pic>
            <p:nvPicPr>
              <p:cNvPr id="143" name="Gráfico 91" descr="Marca de escudo con relleno sólido">
                <a:extLst>
                  <a:ext uri="{FF2B5EF4-FFF2-40B4-BE49-F238E27FC236}">
                    <a16:creationId xmlns:a16="http://schemas.microsoft.com/office/drawing/2014/main" id="{249B795C-8C00-E970-65E9-61868A8ED99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49302" y="5499526"/>
                <a:ext cx="253215" cy="253215"/>
              </a:xfrm>
              <a:prstGeom prst="rect">
                <a:avLst/>
              </a:prstGeom>
            </p:spPr>
          </p:pic>
        </p:grpSp>
      </p:grpSp>
      <p:grpSp>
        <p:nvGrpSpPr>
          <p:cNvPr id="19" name="Group 18">
            <a:extLst>
              <a:ext uri="{FF2B5EF4-FFF2-40B4-BE49-F238E27FC236}">
                <a16:creationId xmlns:a16="http://schemas.microsoft.com/office/drawing/2014/main" id="{09480ED5-E51E-3EB1-1220-D12E9AD180D2}"/>
              </a:ext>
            </a:extLst>
          </p:cNvPr>
          <p:cNvGrpSpPr/>
          <p:nvPr/>
        </p:nvGrpSpPr>
        <p:grpSpPr>
          <a:xfrm>
            <a:off x="10821387" y="217661"/>
            <a:ext cx="1040411" cy="394234"/>
            <a:chOff x="10821387" y="217661"/>
            <a:chExt cx="1040411" cy="394234"/>
          </a:xfrm>
        </p:grpSpPr>
        <p:pic>
          <p:nvPicPr>
            <p:cNvPr id="4" name="Picture 3">
              <a:extLst>
                <a:ext uri="{FF2B5EF4-FFF2-40B4-BE49-F238E27FC236}">
                  <a16:creationId xmlns:a16="http://schemas.microsoft.com/office/drawing/2014/main" id="{D1BCE84F-ABB4-EEE8-76C6-A79300201436}"/>
                </a:ext>
              </a:extLst>
            </p:cNvPr>
            <p:cNvPicPr>
              <a:picLocks noChangeAspect="1"/>
            </p:cNvPicPr>
            <p:nvPr/>
          </p:nvPicPr>
          <p:blipFill>
            <a:blip r:embed="rId13">
              <a:alphaModFix amt="30000"/>
            </a:blip>
            <a:stretch>
              <a:fillRect/>
            </a:stretch>
          </p:blipFill>
          <p:spPr>
            <a:xfrm>
              <a:off x="10821387" y="217661"/>
              <a:ext cx="443513" cy="394234"/>
            </a:xfrm>
            <a:prstGeom prst="rect">
              <a:avLst/>
            </a:prstGeom>
          </p:spPr>
        </p:pic>
        <p:pic>
          <p:nvPicPr>
            <p:cNvPr id="15" name="Picture 14">
              <a:extLst>
                <a:ext uri="{FF2B5EF4-FFF2-40B4-BE49-F238E27FC236}">
                  <a16:creationId xmlns:a16="http://schemas.microsoft.com/office/drawing/2014/main" id="{F98D02F3-AC23-928A-D3E3-9601271201AD}"/>
                </a:ext>
              </a:extLst>
            </p:cNvPr>
            <p:cNvPicPr>
              <a:picLocks noChangeAspect="1"/>
            </p:cNvPicPr>
            <p:nvPr/>
          </p:nvPicPr>
          <p:blipFill>
            <a:blip r:embed="rId14"/>
            <a:stretch>
              <a:fillRect/>
            </a:stretch>
          </p:blipFill>
          <p:spPr>
            <a:xfrm>
              <a:off x="11414178" y="217661"/>
              <a:ext cx="447620" cy="394234"/>
            </a:xfrm>
            <a:prstGeom prst="rect">
              <a:avLst/>
            </a:prstGeom>
          </p:spPr>
        </p:pic>
      </p:grpSp>
    </p:spTree>
    <p:extLst>
      <p:ext uri="{BB962C8B-B14F-4D97-AF65-F5344CB8AC3E}">
        <p14:creationId xmlns:p14="http://schemas.microsoft.com/office/powerpoint/2010/main" val="1290724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E0868-6EB3-688A-7B86-C84297876D7A}"/>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5C8FDDCA-EC78-E4B2-0F37-4AE23B50DD9D}"/>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5C8FDDCA-EC78-E4B2-0F37-4AE23B50DD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52F0EC7A-1048-CE9A-57BC-F36FD96893DB}"/>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lvl="0" algn="l">
              <a:buNone/>
            </a:pPr>
            <a:r>
              <a:rPr lang="en-US" noProof="0"/>
              <a:t>IT Sovereignty Assessment Model - Dimension Details</a:t>
            </a:r>
          </a:p>
        </p:txBody>
      </p:sp>
      <p:sp>
        <p:nvSpPr>
          <p:cNvPr id="3" name="Title 12">
            <a:extLst>
              <a:ext uri="{FF2B5EF4-FFF2-40B4-BE49-F238E27FC236}">
                <a16:creationId xmlns:a16="http://schemas.microsoft.com/office/drawing/2014/main" id="{B9712A50-D2BB-F91C-31B8-E40782E80636}"/>
              </a:ext>
            </a:extLst>
          </p:cNvPr>
          <p:cNvSpPr>
            <a:spLocks noGrp="1"/>
          </p:cNvSpPr>
          <p:nvPr>
            <p:ph type="title"/>
          </p:nvPr>
        </p:nvSpPr>
        <p:spPr>
          <a:xfrm>
            <a:off x="465722" y="794031"/>
            <a:ext cx="11446876" cy="584775"/>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None/>
            </a:pPr>
            <a:r>
              <a:rPr lang="en-US" noProof="0"/>
              <a:t>Each domain is broken down into </a:t>
            </a:r>
            <a:r>
              <a:rPr lang="en-US" b="1" noProof="0"/>
              <a:t>assessment dimensions and key criteria</a:t>
            </a:r>
            <a:r>
              <a:rPr lang="en-US" noProof="0"/>
              <a:t>. The DATA domain evolves into Data &amp; AI Sovereignty, spanning data, model and governance sovereignty.</a:t>
            </a:r>
          </a:p>
        </p:txBody>
      </p:sp>
      <p:sp>
        <p:nvSpPr>
          <p:cNvPr id="4" name="Rectángulo 104">
            <a:extLst>
              <a:ext uri="{FF2B5EF4-FFF2-40B4-BE49-F238E27FC236}">
                <a16:creationId xmlns:a16="http://schemas.microsoft.com/office/drawing/2014/main" id="{13CE932E-658E-359E-8BA1-3F084A676F1E}"/>
              </a:ext>
            </a:extLst>
          </p:cNvPr>
          <p:cNvSpPr/>
          <p:nvPr/>
        </p:nvSpPr>
        <p:spPr>
          <a:xfrm>
            <a:off x="8711141" y="1667507"/>
            <a:ext cx="3467156" cy="4798404"/>
          </a:xfrm>
          <a:prstGeom prst="rect">
            <a:avLst/>
          </a:prstGeom>
          <a:solidFill>
            <a:schemeClr val="bg1">
              <a:lumMod val="95000"/>
            </a:schemeClr>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8" name="Rectángulo: esquinas redondeadas 36">
            <a:extLst>
              <a:ext uri="{FF2B5EF4-FFF2-40B4-BE49-F238E27FC236}">
                <a16:creationId xmlns:a16="http://schemas.microsoft.com/office/drawing/2014/main" id="{485526A6-1DF9-E101-7F42-9E94631541A1}"/>
              </a:ext>
            </a:extLst>
          </p:cNvPr>
          <p:cNvSpPr/>
          <p:nvPr/>
        </p:nvSpPr>
        <p:spPr>
          <a:xfrm>
            <a:off x="679999" y="1462688"/>
            <a:ext cx="11637998" cy="291350"/>
          </a:xfrm>
          <a:prstGeom prst="roundRect">
            <a:avLst>
              <a:gd name="adj" fmla="val 50000"/>
            </a:avLst>
          </a:prstGeom>
          <a:solidFill>
            <a:schemeClr val="accent5">
              <a:lumMod val="50000"/>
            </a:schemeClr>
          </a:solidFill>
          <a:ln w="12700" cap="flat" cmpd="sng" algn="ctr">
            <a:solidFill>
              <a:srgbClr val="FFFFFF"/>
            </a:solidFill>
            <a:prstDash val="solid"/>
            <a:miter lim="800000"/>
          </a:ln>
          <a:effectLst/>
        </p:spPr>
        <p:txBody>
          <a:bodyPr lIns="180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rPr>
              <a:t>DATA &amp; AI </a:t>
            </a:r>
          </a:p>
        </p:txBody>
      </p:sp>
      <p:sp>
        <p:nvSpPr>
          <p:cNvPr id="9" name="Elipse 56">
            <a:extLst>
              <a:ext uri="{FF2B5EF4-FFF2-40B4-BE49-F238E27FC236}">
                <a16:creationId xmlns:a16="http://schemas.microsoft.com/office/drawing/2014/main" id="{EAC0F7C4-5B38-2E7E-A8A5-4F36627847AC}"/>
              </a:ext>
            </a:extLst>
          </p:cNvPr>
          <p:cNvSpPr/>
          <p:nvPr/>
        </p:nvSpPr>
        <p:spPr>
          <a:xfrm>
            <a:off x="465722" y="1428363"/>
            <a:ext cx="360000" cy="360000"/>
          </a:xfrm>
          <a:prstGeom prst="ellipse">
            <a:avLst/>
          </a:prstGeom>
          <a:solidFill>
            <a:schemeClr val="accent5">
              <a:lumMod val="50000"/>
            </a:schemeClr>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Aparajita" panose="02020603050405020304" pitchFamily="18" charset="0"/>
              </a:rPr>
              <a:t>1</a:t>
            </a:r>
          </a:p>
        </p:txBody>
      </p:sp>
      <p:sp>
        <p:nvSpPr>
          <p:cNvPr id="10" name="Rectángulo: esquinas redondeadas 46">
            <a:extLst>
              <a:ext uri="{FF2B5EF4-FFF2-40B4-BE49-F238E27FC236}">
                <a16:creationId xmlns:a16="http://schemas.microsoft.com/office/drawing/2014/main" id="{F353D934-7076-3BE0-B40D-1961B2A6E927}"/>
              </a:ext>
            </a:extLst>
          </p:cNvPr>
          <p:cNvSpPr/>
          <p:nvPr/>
        </p:nvSpPr>
        <p:spPr>
          <a:xfrm>
            <a:off x="8865532" y="1835655"/>
            <a:ext cx="2736000" cy="286590"/>
          </a:xfrm>
          <a:prstGeom prst="roundRect">
            <a:avLst>
              <a:gd name="adj" fmla="val 50000"/>
            </a:avLst>
          </a:prstGeom>
          <a:solidFill>
            <a:schemeClr val="accent5">
              <a:lumMod val="50000"/>
            </a:schemeClr>
          </a:solidFill>
          <a:ln w="12700" cap="flat" cmpd="sng" algn="ctr">
            <a:solidFill>
              <a:srgbClr val="FFFFFF"/>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ea typeface="+mn-ea"/>
                <a:cs typeface="+mn-cs"/>
                <a:sym typeface="Helvetica Neue Medium"/>
              </a:rPr>
              <a:t>KEY ASSESSMENT CRITERIA</a:t>
            </a:r>
          </a:p>
        </p:txBody>
      </p:sp>
      <p:sp>
        <p:nvSpPr>
          <p:cNvPr id="14" name="Rectángulo: esquinas redondeadas 48">
            <a:extLst>
              <a:ext uri="{FF2B5EF4-FFF2-40B4-BE49-F238E27FC236}">
                <a16:creationId xmlns:a16="http://schemas.microsoft.com/office/drawing/2014/main" id="{32DC93F3-998D-27FA-DB1A-0E58255F7255}"/>
              </a:ext>
            </a:extLst>
          </p:cNvPr>
          <p:cNvSpPr/>
          <p:nvPr/>
        </p:nvSpPr>
        <p:spPr>
          <a:xfrm>
            <a:off x="800113" y="1809251"/>
            <a:ext cx="1548000" cy="354486"/>
          </a:xfrm>
          <a:prstGeom prst="roundRect">
            <a:avLst>
              <a:gd name="adj" fmla="val 50000"/>
            </a:avLst>
          </a:prstGeom>
          <a:solidFill>
            <a:schemeClr val="accent5">
              <a:lumMod val="50000"/>
            </a:schemeClr>
          </a:solidFill>
          <a:ln w="12700" cap="flat" cmpd="sng" algn="ctr">
            <a:solidFill>
              <a:srgbClr val="FFFFFF"/>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ea typeface="+mn-ea"/>
                <a:cs typeface="+mn-cs"/>
                <a:sym typeface="Helvetica Neue Medium"/>
              </a:rPr>
              <a:t>DIMENSION</a:t>
            </a:r>
          </a:p>
        </p:txBody>
      </p:sp>
      <p:sp>
        <p:nvSpPr>
          <p:cNvPr id="19" name="Rectángulo: esquinas redondeadas 46">
            <a:extLst>
              <a:ext uri="{FF2B5EF4-FFF2-40B4-BE49-F238E27FC236}">
                <a16:creationId xmlns:a16="http://schemas.microsoft.com/office/drawing/2014/main" id="{B30AE77D-B696-1ACE-E6E4-BEDEA9940AF4}"/>
              </a:ext>
            </a:extLst>
          </p:cNvPr>
          <p:cNvSpPr/>
          <p:nvPr/>
        </p:nvSpPr>
        <p:spPr>
          <a:xfrm>
            <a:off x="2674280" y="1809251"/>
            <a:ext cx="5947206" cy="352750"/>
          </a:xfrm>
          <a:prstGeom prst="roundRect">
            <a:avLst>
              <a:gd name="adj" fmla="val 50000"/>
            </a:avLst>
          </a:prstGeom>
          <a:solidFill>
            <a:schemeClr val="accent5">
              <a:lumMod val="50000"/>
            </a:schemeClr>
          </a:solidFill>
          <a:ln w="12700" cap="flat" cmpd="sng" algn="ctr">
            <a:solidFill>
              <a:srgbClr val="FFFFFF"/>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ea typeface="+mn-ea"/>
                <a:cs typeface="+mn-cs"/>
                <a:sym typeface="Helvetica Neue Medium"/>
              </a:rPr>
              <a:t>DESCRIPTION</a:t>
            </a:r>
          </a:p>
        </p:txBody>
      </p:sp>
      <p:sp>
        <p:nvSpPr>
          <p:cNvPr id="54" name="CuadroTexto 47">
            <a:extLst>
              <a:ext uri="{FF2B5EF4-FFF2-40B4-BE49-F238E27FC236}">
                <a16:creationId xmlns:a16="http://schemas.microsoft.com/office/drawing/2014/main" id="{7B20C424-CDF8-4A33-5BC8-927BE1412097}"/>
              </a:ext>
            </a:extLst>
          </p:cNvPr>
          <p:cNvSpPr txBox="1"/>
          <p:nvPr/>
        </p:nvSpPr>
        <p:spPr>
          <a:xfrm>
            <a:off x="825500" y="2323205"/>
            <a:ext cx="1765300" cy="533400"/>
          </a:xfrm>
          <a:prstGeom prst="rect">
            <a:avLst/>
          </a:prstGeom>
          <a:noFill/>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E8853">
                    <a:lumMod val="50000"/>
                  </a:srgbClr>
                </a:solidFill>
                <a:effectLst/>
                <a:uLnTx/>
                <a:uFillTx/>
                <a:latin typeface="Aptos" panose="02110004020202020204"/>
                <a:ea typeface="+mn-ea"/>
                <a:cs typeface="+mn-cs"/>
              </a:rPr>
              <a:t>Residency, Transfer &amp; Lifecycle</a:t>
            </a:r>
          </a:p>
        </p:txBody>
      </p:sp>
      <p:sp>
        <p:nvSpPr>
          <p:cNvPr id="60" name="Rectángulo 77">
            <a:extLst>
              <a:ext uri="{FF2B5EF4-FFF2-40B4-BE49-F238E27FC236}">
                <a16:creationId xmlns:a16="http://schemas.microsoft.com/office/drawing/2014/main" id="{DB899E77-3456-270E-E54A-3C007D375EBF}"/>
              </a:ext>
            </a:extLst>
          </p:cNvPr>
          <p:cNvSpPr/>
          <p:nvPr/>
        </p:nvSpPr>
        <p:spPr>
          <a:xfrm>
            <a:off x="2679700" y="2323205"/>
            <a:ext cx="5943600" cy="53340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Assesses how production data, metadata, logs, backups, replicas, caches and deletion processes are governed across the full data lifecycle, with emphasis on approved residency, controlled transfers and verifiable end-of-life destruction.</a:t>
            </a:r>
          </a:p>
        </p:txBody>
      </p:sp>
      <p:cxnSp>
        <p:nvCxnSpPr>
          <p:cNvPr id="61" name="Conector recto 98">
            <a:extLst>
              <a:ext uri="{FF2B5EF4-FFF2-40B4-BE49-F238E27FC236}">
                <a16:creationId xmlns:a16="http://schemas.microsoft.com/office/drawing/2014/main" id="{75D7332A-4A87-C2D8-65F9-ED5CE73000DC}"/>
              </a:ext>
            </a:extLst>
          </p:cNvPr>
          <p:cNvCxnSpPr>
            <a:cxnSpLocks/>
          </p:cNvCxnSpPr>
          <p:nvPr/>
        </p:nvCxnSpPr>
        <p:spPr>
          <a:xfrm>
            <a:off x="1054100" y="2869305"/>
            <a:ext cx="7188200" cy="0"/>
          </a:xfrm>
          <a:prstGeom prst="line">
            <a:avLst/>
          </a:prstGeom>
          <a:noFill/>
          <a:ln w="3175" cap="flat" cmpd="sng" algn="ctr">
            <a:solidFill>
              <a:srgbClr val="E8E8E8">
                <a:lumMod val="90000"/>
              </a:srgbClr>
            </a:solidFill>
            <a:prstDash val="dash"/>
            <a:miter lim="800000"/>
          </a:ln>
          <a:effectLst/>
        </p:spPr>
      </p:cxnSp>
      <p:sp>
        <p:nvSpPr>
          <p:cNvPr id="79" name="CuadroTexto 47">
            <a:extLst>
              <a:ext uri="{FF2B5EF4-FFF2-40B4-BE49-F238E27FC236}">
                <a16:creationId xmlns:a16="http://schemas.microsoft.com/office/drawing/2014/main" id="{2B30D186-5762-60AF-43ED-1D34B92DAC5B}"/>
              </a:ext>
            </a:extLst>
          </p:cNvPr>
          <p:cNvSpPr txBox="1"/>
          <p:nvPr/>
        </p:nvSpPr>
        <p:spPr>
          <a:xfrm>
            <a:off x="825500" y="2894705"/>
            <a:ext cx="1765300" cy="533400"/>
          </a:xfrm>
          <a:prstGeom prst="rect">
            <a:avLst/>
          </a:prstGeom>
          <a:noFill/>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E8853">
                    <a:lumMod val="50000"/>
                  </a:srgbClr>
                </a:solidFill>
                <a:effectLst/>
                <a:uLnTx/>
                <a:uFillTx/>
                <a:latin typeface="Aptos" panose="02110004020202020204"/>
                <a:ea typeface="+mn-ea"/>
                <a:cs typeface="+mn-cs"/>
              </a:rPr>
              <a:t>Data Access</a:t>
            </a:r>
          </a:p>
        </p:txBody>
      </p:sp>
      <p:sp>
        <p:nvSpPr>
          <p:cNvPr id="80" name="Rectángulo 77">
            <a:extLst>
              <a:ext uri="{FF2B5EF4-FFF2-40B4-BE49-F238E27FC236}">
                <a16:creationId xmlns:a16="http://schemas.microsoft.com/office/drawing/2014/main" id="{F18B1747-C84E-9B5A-71A5-05BB9010EAF7}"/>
              </a:ext>
            </a:extLst>
          </p:cNvPr>
          <p:cNvSpPr/>
          <p:nvPr/>
        </p:nvSpPr>
        <p:spPr>
          <a:xfrm>
            <a:off x="2679700" y="2894705"/>
            <a:ext cx="5943600" cy="53340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Evaluates how provider, support and subcontractor access to organizational and customer data is restricted, monitored, audited and aligned to least-privilege and jurisdictional requirements.</a:t>
            </a:r>
          </a:p>
        </p:txBody>
      </p:sp>
      <p:cxnSp>
        <p:nvCxnSpPr>
          <p:cNvPr id="81" name="Conector recto 98">
            <a:extLst>
              <a:ext uri="{FF2B5EF4-FFF2-40B4-BE49-F238E27FC236}">
                <a16:creationId xmlns:a16="http://schemas.microsoft.com/office/drawing/2014/main" id="{1431981E-C109-1D93-A95A-24EA6BD34F1A}"/>
              </a:ext>
            </a:extLst>
          </p:cNvPr>
          <p:cNvCxnSpPr>
            <a:cxnSpLocks/>
          </p:cNvCxnSpPr>
          <p:nvPr/>
        </p:nvCxnSpPr>
        <p:spPr>
          <a:xfrm>
            <a:off x="1054100" y="3440805"/>
            <a:ext cx="7188200" cy="0"/>
          </a:xfrm>
          <a:prstGeom prst="line">
            <a:avLst/>
          </a:prstGeom>
          <a:noFill/>
          <a:ln w="3175" cap="flat" cmpd="sng" algn="ctr">
            <a:solidFill>
              <a:srgbClr val="E8E8E8">
                <a:lumMod val="90000"/>
              </a:srgbClr>
            </a:solidFill>
            <a:prstDash val="dash"/>
            <a:miter lim="800000"/>
          </a:ln>
          <a:effectLst/>
        </p:spPr>
      </p:cxnSp>
      <p:sp>
        <p:nvSpPr>
          <p:cNvPr id="83" name="CuadroTexto 47">
            <a:extLst>
              <a:ext uri="{FF2B5EF4-FFF2-40B4-BE49-F238E27FC236}">
                <a16:creationId xmlns:a16="http://schemas.microsoft.com/office/drawing/2014/main" id="{BBDD2233-965B-6B8A-4CB0-9651AC5C79A1}"/>
              </a:ext>
            </a:extLst>
          </p:cNvPr>
          <p:cNvSpPr txBox="1"/>
          <p:nvPr/>
        </p:nvSpPr>
        <p:spPr>
          <a:xfrm>
            <a:off x="825500" y="3466205"/>
            <a:ext cx="1765300" cy="533400"/>
          </a:xfrm>
          <a:prstGeom prst="rect">
            <a:avLst/>
          </a:prstGeom>
          <a:noFill/>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E8853">
                    <a:lumMod val="50000"/>
                  </a:srgbClr>
                </a:solidFill>
                <a:effectLst/>
                <a:uLnTx/>
                <a:uFillTx/>
                <a:latin typeface="Aptos" panose="02110004020202020204"/>
                <a:ea typeface="+mn-ea"/>
                <a:cs typeface="+mn-cs"/>
              </a:rPr>
              <a:t>Encryption &amp; Key Ownership</a:t>
            </a:r>
          </a:p>
        </p:txBody>
      </p:sp>
      <p:sp>
        <p:nvSpPr>
          <p:cNvPr id="6" name="Rectángulo 77">
            <a:extLst>
              <a:ext uri="{FF2B5EF4-FFF2-40B4-BE49-F238E27FC236}">
                <a16:creationId xmlns:a16="http://schemas.microsoft.com/office/drawing/2014/main" id="{EC770361-8B57-36CE-20BC-2DB88D6E2843}"/>
              </a:ext>
            </a:extLst>
          </p:cNvPr>
          <p:cNvSpPr/>
          <p:nvPr/>
        </p:nvSpPr>
        <p:spPr>
          <a:xfrm>
            <a:off x="2679700" y="3466205"/>
            <a:ext cx="5943600" cy="53340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Examines whether encryption keys protecting customer data and backups remain under customer-controlled custody across generation, storage, use, rotation, recovery and revocation, preventing unilateral decryption by the service provider.</a:t>
            </a:r>
          </a:p>
        </p:txBody>
      </p:sp>
      <p:cxnSp>
        <p:nvCxnSpPr>
          <p:cNvPr id="87" name="Conector recto 98">
            <a:extLst>
              <a:ext uri="{FF2B5EF4-FFF2-40B4-BE49-F238E27FC236}">
                <a16:creationId xmlns:a16="http://schemas.microsoft.com/office/drawing/2014/main" id="{615ED934-068B-5716-F28F-678C2FD66C94}"/>
              </a:ext>
            </a:extLst>
          </p:cNvPr>
          <p:cNvCxnSpPr>
            <a:cxnSpLocks/>
          </p:cNvCxnSpPr>
          <p:nvPr/>
        </p:nvCxnSpPr>
        <p:spPr>
          <a:xfrm>
            <a:off x="1054100" y="4012305"/>
            <a:ext cx="7188200" cy="0"/>
          </a:xfrm>
          <a:prstGeom prst="line">
            <a:avLst/>
          </a:prstGeom>
          <a:noFill/>
          <a:ln w="3175" cap="flat" cmpd="sng" algn="ctr">
            <a:solidFill>
              <a:srgbClr val="E8E8E8">
                <a:lumMod val="90000"/>
              </a:srgbClr>
            </a:solidFill>
            <a:prstDash val="dash"/>
            <a:miter lim="800000"/>
          </a:ln>
          <a:effectLst/>
        </p:spPr>
      </p:cxnSp>
      <p:sp>
        <p:nvSpPr>
          <p:cNvPr id="89" name="CuadroTexto 47">
            <a:extLst>
              <a:ext uri="{FF2B5EF4-FFF2-40B4-BE49-F238E27FC236}">
                <a16:creationId xmlns:a16="http://schemas.microsoft.com/office/drawing/2014/main" id="{654B2B3B-DC4A-C0E8-00FF-B16A6EA202F5}"/>
              </a:ext>
            </a:extLst>
          </p:cNvPr>
          <p:cNvSpPr txBox="1"/>
          <p:nvPr/>
        </p:nvSpPr>
        <p:spPr>
          <a:xfrm>
            <a:off x="825500" y="3999068"/>
            <a:ext cx="1765300" cy="533400"/>
          </a:xfrm>
          <a:prstGeom prst="rect">
            <a:avLst/>
          </a:prstGeom>
          <a:noFill/>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E8853">
                    <a:lumMod val="50000"/>
                  </a:srgbClr>
                </a:solidFill>
                <a:effectLst/>
                <a:uLnTx/>
                <a:uFillTx/>
                <a:latin typeface="Aptos" panose="02110004020202020204"/>
                <a:ea typeface="+mn-ea"/>
                <a:cs typeface="+mn-cs"/>
              </a:rPr>
              <a:t>Data Classification</a:t>
            </a:r>
          </a:p>
        </p:txBody>
      </p:sp>
      <p:sp>
        <p:nvSpPr>
          <p:cNvPr id="91" name="Rectángulo 77">
            <a:extLst>
              <a:ext uri="{FF2B5EF4-FFF2-40B4-BE49-F238E27FC236}">
                <a16:creationId xmlns:a16="http://schemas.microsoft.com/office/drawing/2014/main" id="{6331DDF0-A929-97F5-B910-2C93D086D53A}"/>
              </a:ext>
            </a:extLst>
          </p:cNvPr>
          <p:cNvSpPr/>
          <p:nvPr/>
        </p:nvSpPr>
        <p:spPr>
          <a:xfrm>
            <a:off x="2679700" y="3999068"/>
            <a:ext cx="5943600" cy="53340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Reviews how data is classified by sensitivity, criticality and regulatory status, and how handling, access, storage and protection rules are enforced across each class.</a:t>
            </a:r>
          </a:p>
        </p:txBody>
      </p:sp>
      <p:sp>
        <p:nvSpPr>
          <p:cNvPr id="11" name="Rectángulo 77">
            <a:extLst>
              <a:ext uri="{FF2B5EF4-FFF2-40B4-BE49-F238E27FC236}">
                <a16:creationId xmlns:a16="http://schemas.microsoft.com/office/drawing/2014/main" id="{0D6B0EF1-9E2B-00E4-4466-B41A8130C33D}"/>
              </a:ext>
            </a:extLst>
          </p:cNvPr>
          <p:cNvSpPr/>
          <p:nvPr/>
        </p:nvSpPr>
        <p:spPr>
          <a:xfrm>
            <a:off x="8711140" y="2113028"/>
            <a:ext cx="3415211" cy="4101298"/>
          </a:xfrm>
          <a:prstGeom prst="rect">
            <a:avLst/>
          </a:prstGeom>
          <a:noFill/>
          <a:ln w="19050" cap="flat" cmpd="sng" algn="ctr">
            <a:noFill/>
            <a:prstDash val="solid"/>
            <a:miter lim="800000"/>
          </a:ln>
          <a:effectLst/>
        </p:spPr>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lumMod val="85000"/>
                    <a:lumOff val="15000"/>
                  </a:prstClr>
                </a:solidFill>
                <a:effectLst/>
                <a:uLnTx/>
                <a:uFillTx/>
                <a:latin typeface="Aptos" panose="02110004020202020204"/>
                <a:ea typeface="+mn-ea"/>
                <a:cs typeface="+mn-cs"/>
              </a:rPr>
              <a:t>Production data, logs, backups, replicas and caches are mapped and restricted to approved jurisdictions, with controlled cross-border transfers and verifiable end-of-life destruction.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Cross-border data flows, APIs and SaaS integrations are identified, justified, legally assessed and protected through appropriate safeguards.</a:t>
            </a:r>
            <a:endParaRPr kumimoji="0" lang="en-US" sz="1000" b="0" i="0" u="none" strike="noStrike" kern="1200" cap="none" spc="0" normalizeH="0" baseline="0" noProof="0">
              <a:ln>
                <a:noFill/>
              </a:ln>
              <a:solidFill>
                <a:prstClr val="black">
                  <a:lumMod val="85000"/>
                  <a:lumOff val="15000"/>
                </a:prstClr>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 b="0" i="0" u="none" strike="noStrike" kern="1200" cap="none" spc="0" normalizeH="0" baseline="0" noProof="0">
              <a:ln>
                <a:noFill/>
              </a:ln>
              <a:solidFill>
                <a:prstClr val="black">
                  <a:lumMod val="85000"/>
                  <a:lumOff val="15000"/>
                </a:prstClr>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lumMod val="85000"/>
                    <a:lumOff val="15000"/>
                  </a:prstClr>
                </a:solidFill>
                <a:effectLst/>
                <a:uLnTx/>
                <a:uFillTx/>
                <a:latin typeface="Aptos" panose="02110004020202020204"/>
                <a:ea typeface="+mn-ea"/>
                <a:cs typeface="+mn-cs"/>
              </a:rPr>
              <a:t>Provider, support and subcontractor access to sensitive data is least-privilege, time-bound, monitored, audited and revocable.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 b="0" i="0" u="none" strike="noStrike" kern="1200" cap="none" spc="0" normalizeH="0" baseline="0" noProof="0">
              <a:ln>
                <a:noFill/>
              </a:ln>
              <a:solidFill>
                <a:prstClr val="black">
                  <a:lumMod val="85000"/>
                  <a:lumOff val="15000"/>
                </a:prstClr>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lumMod val="85000"/>
                    <a:lumOff val="15000"/>
                  </a:prstClr>
                </a:solidFill>
                <a:effectLst/>
                <a:uLnTx/>
                <a:uFillTx/>
                <a:latin typeface="Aptos" panose="02110004020202020204"/>
                <a:ea typeface="+mn-ea"/>
                <a:cs typeface="+mn-cs"/>
              </a:rPr>
              <a:t>Encryption keys are generated, stored, rotated and revoked under customer-controlled key management, preventing unilateral provider decryption.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 b="0" i="0" u="none" strike="noStrike" kern="1200" cap="none" spc="0" normalizeH="0" baseline="0" noProof="0">
              <a:ln>
                <a:noFill/>
              </a:ln>
              <a:solidFill>
                <a:prstClr val="black">
                  <a:lumMod val="85000"/>
                  <a:lumOff val="15000"/>
                </a:prstClr>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lumMod val="85000"/>
                    <a:lumOff val="15000"/>
                  </a:prstClr>
                </a:solidFill>
                <a:effectLst/>
                <a:uLnTx/>
                <a:uFillTx/>
                <a:latin typeface="Aptos" panose="02110004020202020204"/>
                <a:ea typeface="+mn-ea"/>
                <a:cs typeface="+mn-cs"/>
              </a:rPr>
              <a:t>Classification by sensitivity, criticality and regulatory status drives enforceable handling, retention, DLP, access and protection.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 b="0" i="0" u="none" strike="noStrike" kern="1200" cap="none" spc="0" normalizeH="0" baseline="0" noProof="0">
              <a:ln>
                <a:noFill/>
              </a:ln>
              <a:solidFill>
                <a:prstClr val="black">
                  <a:lumMod val="85000"/>
                  <a:lumOff val="15000"/>
                </a:prstClr>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lumMod val="85000"/>
                    <a:lumOff val="15000"/>
                  </a:prstClr>
                </a:solidFill>
                <a:effectLst/>
                <a:uLnTx/>
                <a:uFillTx/>
                <a:latin typeface="Aptos" panose="02110004020202020204"/>
                <a:ea typeface="+mn-ea"/>
                <a:cs typeface="+mn-cs"/>
              </a:rPr>
              <a:t>Foundation models are inventoried with documented hosting; open-weight options, portability and single-provider dependency are assessed.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 b="0" i="0" u="none" strike="noStrike" kern="1200" cap="none" spc="0" normalizeH="0" baseline="0" noProof="0">
              <a:ln>
                <a:noFill/>
              </a:ln>
              <a:solidFill>
                <a:prstClr val="black">
                  <a:lumMod val="85000"/>
                  <a:lumOff val="15000"/>
                </a:prstClr>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lumMod val="85000"/>
                    <a:lumOff val="15000"/>
                  </a:prstClr>
                </a:solidFill>
                <a:effectLst/>
                <a:uLnTx/>
                <a:uFillTx/>
                <a:latin typeface="Aptos" panose="02110004020202020204"/>
                <a:ea typeface="+mn-ea"/>
                <a:cs typeface="+mn-cs"/>
              </a:rPr>
              <a:t>EU AI Act and ISO/IEC 42001 obligations, AI risk classification, model lineage, prompt/output ownership, human oversight and audit trails are governed.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 b="0" i="0" u="none" strike="noStrike" kern="1200" cap="none" spc="0" normalizeH="0" baseline="0" noProof="0">
              <a:ln>
                <a:noFill/>
              </a:ln>
              <a:solidFill>
                <a:prstClr val="black">
                  <a:lumMod val="85000"/>
                  <a:lumOff val="15000"/>
                </a:prstClr>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lumMod val="85000"/>
                    <a:lumOff val="15000"/>
                  </a:prstClr>
                </a:solidFill>
                <a:effectLst/>
                <a:uLnTx/>
                <a:uFillTx/>
                <a:latin typeface="Aptos" panose="02110004020202020204"/>
                <a:ea typeface="+mn-ea"/>
                <a:cs typeface="+mn-cs"/>
              </a:rPr>
              <a:t>Data- and AI-specific legal exposure, extraterritorial requests and foreign-access risks are mitigated through contractual, technical and operational controls.</a:t>
            </a:r>
          </a:p>
        </p:txBody>
      </p:sp>
      <p:sp>
        <p:nvSpPr>
          <p:cNvPr id="300" name="clone300">
            <a:extLst>
              <a:ext uri="{FF2B5EF4-FFF2-40B4-BE49-F238E27FC236}">
                <a16:creationId xmlns:a16="http://schemas.microsoft.com/office/drawing/2014/main" id="{654B2B3B-DC4A-C0E8-00FF-B16A6EA202F5}"/>
              </a:ext>
            </a:extLst>
          </p:cNvPr>
          <p:cNvSpPr txBox="1"/>
          <p:nvPr/>
        </p:nvSpPr>
        <p:spPr>
          <a:xfrm>
            <a:off x="825500" y="4609205"/>
            <a:ext cx="1765300" cy="533400"/>
          </a:xfrm>
          <a:prstGeom prst="rect">
            <a:avLst/>
          </a:prstGeom>
          <a:noFill/>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E8853">
                    <a:lumMod val="50000"/>
                  </a:srgbClr>
                </a:solidFill>
                <a:effectLst/>
                <a:uLnTx/>
                <a:uFillTx/>
                <a:latin typeface="Aptos" panose="02110004020202020204"/>
                <a:ea typeface="+mn-ea"/>
                <a:cs typeface="+mn-cs"/>
              </a:rPr>
              <a:t>AI Model Sovereignty</a:t>
            </a:r>
          </a:p>
        </p:txBody>
      </p:sp>
      <p:sp>
        <p:nvSpPr>
          <p:cNvPr id="301" name="clone301">
            <a:extLst>
              <a:ext uri="{FF2B5EF4-FFF2-40B4-BE49-F238E27FC236}">
                <a16:creationId xmlns:a16="http://schemas.microsoft.com/office/drawing/2014/main" id="{6331DDF0-A929-97F5-B910-2C93D086D53A}"/>
              </a:ext>
            </a:extLst>
          </p:cNvPr>
          <p:cNvSpPr/>
          <p:nvPr/>
        </p:nvSpPr>
        <p:spPr>
          <a:xfrm>
            <a:off x="2679700" y="4557689"/>
            <a:ext cx="5943600" cy="53340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lumMod val="85000"/>
                    <a:lumOff val="15000"/>
                  </a:prstClr>
                </a:solidFill>
                <a:effectLst/>
                <a:uLnTx/>
                <a:uFillTx/>
                <a:latin typeface="Aptos" panose="02110004020202020204"/>
                <a:ea typeface="+mn-ea"/>
                <a:cs typeface="+mn-cs"/>
              </a:rPr>
              <a:t>Assesses control over and dependency on AI/foundation models: inventory, hosting, open-weight options and portability.</a:t>
            </a:r>
          </a:p>
        </p:txBody>
      </p:sp>
      <p:sp>
        <p:nvSpPr>
          <p:cNvPr id="302" name="clone302">
            <a:extLst>
              <a:ext uri="{FF2B5EF4-FFF2-40B4-BE49-F238E27FC236}">
                <a16:creationId xmlns:a16="http://schemas.microsoft.com/office/drawing/2014/main" id="{654B2B3B-DC4A-C0E8-00FF-B16A6EA202F5}"/>
              </a:ext>
            </a:extLst>
          </p:cNvPr>
          <p:cNvSpPr txBox="1"/>
          <p:nvPr/>
        </p:nvSpPr>
        <p:spPr>
          <a:xfrm>
            <a:off x="825500" y="5245100"/>
            <a:ext cx="1765300" cy="533400"/>
          </a:xfrm>
          <a:prstGeom prst="rect">
            <a:avLst/>
          </a:prstGeom>
          <a:noFill/>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E8853">
                    <a:lumMod val="50000"/>
                  </a:srgbClr>
                </a:solidFill>
                <a:effectLst/>
                <a:uLnTx/>
                <a:uFillTx/>
                <a:latin typeface="Aptos" panose="02110004020202020204"/>
                <a:ea typeface="+mn-ea"/>
                <a:cs typeface="+mn-cs"/>
              </a:rPr>
              <a:t>Data &amp; AI Usage (Governance)</a:t>
            </a:r>
          </a:p>
        </p:txBody>
      </p:sp>
      <p:sp>
        <p:nvSpPr>
          <p:cNvPr id="303" name="clone303">
            <a:extLst>
              <a:ext uri="{FF2B5EF4-FFF2-40B4-BE49-F238E27FC236}">
                <a16:creationId xmlns:a16="http://schemas.microsoft.com/office/drawing/2014/main" id="{6331DDF0-A929-97F5-B910-2C93D086D53A}"/>
              </a:ext>
            </a:extLst>
          </p:cNvPr>
          <p:cNvSpPr/>
          <p:nvPr/>
        </p:nvSpPr>
        <p:spPr>
          <a:xfrm>
            <a:off x="2679700" y="5219342"/>
            <a:ext cx="5943600" cy="53340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lumMod val="85000"/>
                    <a:lumOff val="15000"/>
                  </a:prstClr>
                </a:solidFill>
                <a:effectLst/>
                <a:uLnTx/>
                <a:uFillTx/>
                <a:latin typeface="Aptos" panose="02110004020202020204"/>
                <a:ea typeface="+mn-ea"/>
                <a:cs typeface="+mn-cs"/>
              </a:rPr>
              <a:t>Governs AI/LLM usage and compliance: EU AI Act and ISO/IEC 42001, model hosting and lineage, prevention of third-party training reuse, and contractual ownership of prompts and outputs.</a:t>
            </a:r>
          </a:p>
        </p:txBody>
      </p:sp>
      <p:sp>
        <p:nvSpPr>
          <p:cNvPr id="304" name="clone304">
            <a:extLst>
              <a:ext uri="{FF2B5EF4-FFF2-40B4-BE49-F238E27FC236}">
                <a16:creationId xmlns:a16="http://schemas.microsoft.com/office/drawing/2014/main" id="{654B2B3B-DC4A-C0E8-00FF-B16A6EA202F5}"/>
              </a:ext>
            </a:extLst>
          </p:cNvPr>
          <p:cNvSpPr txBox="1"/>
          <p:nvPr/>
        </p:nvSpPr>
        <p:spPr>
          <a:xfrm>
            <a:off x="825500" y="5880995"/>
            <a:ext cx="1765300" cy="533400"/>
          </a:xfrm>
          <a:prstGeom prst="rect">
            <a:avLst/>
          </a:prstGeom>
          <a:noFill/>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E8853">
                    <a:lumMod val="50000"/>
                  </a:srgbClr>
                </a:solidFill>
                <a:effectLst/>
                <a:uLnTx/>
                <a:uFillTx/>
                <a:latin typeface="Aptos" panose="02110004020202020204"/>
                <a:ea typeface="+mn-ea"/>
                <a:cs typeface="+mn-cs"/>
              </a:rPr>
              <a:t>Legal Exposure &amp; Transfer Safeguards</a:t>
            </a:r>
          </a:p>
        </p:txBody>
      </p:sp>
      <p:sp>
        <p:nvSpPr>
          <p:cNvPr id="305" name="clone305">
            <a:extLst>
              <a:ext uri="{FF2B5EF4-FFF2-40B4-BE49-F238E27FC236}">
                <a16:creationId xmlns:a16="http://schemas.microsoft.com/office/drawing/2014/main" id="{6331DDF0-A929-97F5-B910-2C93D086D53A}"/>
              </a:ext>
            </a:extLst>
          </p:cNvPr>
          <p:cNvSpPr/>
          <p:nvPr/>
        </p:nvSpPr>
        <p:spPr>
          <a:xfrm>
            <a:off x="2679700" y="5880995"/>
            <a:ext cx="5943600" cy="53340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lumMod val="85000"/>
                    <a:lumOff val="15000"/>
                  </a:prstClr>
                </a:solidFill>
                <a:effectLst/>
                <a:uLnTx/>
                <a:uFillTx/>
                <a:latin typeface="Aptos" panose="02110004020202020204"/>
                <a:ea typeface="+mn-ea"/>
                <a:cs typeface="+mn-cs"/>
              </a:rPr>
              <a:t>Mitigates foreign-access, extraterritorial and transfer risks via contractual, technical and operational safeguards.</a:t>
            </a:r>
          </a:p>
        </p:txBody>
      </p:sp>
      <p:cxnSp>
        <p:nvCxnSpPr>
          <p:cNvPr id="307" name="clone307">
            <a:extLst>
              <a:ext uri="{FF2B5EF4-FFF2-40B4-BE49-F238E27FC236}">
                <a16:creationId xmlns:a16="http://schemas.microsoft.com/office/drawing/2014/main" id="{615ED934-068B-5716-F28F-678C2FD66C94}"/>
              </a:ext>
            </a:extLst>
          </p:cNvPr>
          <p:cNvCxnSpPr>
            <a:cxnSpLocks/>
          </p:cNvCxnSpPr>
          <p:nvPr/>
        </p:nvCxnSpPr>
        <p:spPr>
          <a:xfrm>
            <a:off x="1054100" y="5155305"/>
            <a:ext cx="7188200" cy="0"/>
          </a:xfrm>
          <a:prstGeom prst="line">
            <a:avLst/>
          </a:prstGeom>
          <a:noFill/>
          <a:ln w="3175" cap="flat" cmpd="sng" algn="ctr">
            <a:solidFill>
              <a:srgbClr val="E8E8E8">
                <a:lumMod val="90000"/>
              </a:srgbClr>
            </a:solidFill>
            <a:prstDash val="dash"/>
            <a:miter lim="800000"/>
          </a:ln>
          <a:effectLst/>
        </p:spPr>
      </p:cxnSp>
      <p:cxnSp>
        <p:nvCxnSpPr>
          <p:cNvPr id="308" name="clone308">
            <a:extLst>
              <a:ext uri="{FF2B5EF4-FFF2-40B4-BE49-F238E27FC236}">
                <a16:creationId xmlns:a16="http://schemas.microsoft.com/office/drawing/2014/main" id="{615ED934-068B-5716-F28F-678C2FD66C94}"/>
              </a:ext>
            </a:extLst>
          </p:cNvPr>
          <p:cNvCxnSpPr>
            <a:cxnSpLocks/>
          </p:cNvCxnSpPr>
          <p:nvPr/>
        </p:nvCxnSpPr>
        <p:spPr>
          <a:xfrm>
            <a:off x="1054100" y="5855595"/>
            <a:ext cx="7188200" cy="0"/>
          </a:xfrm>
          <a:prstGeom prst="line">
            <a:avLst/>
          </a:prstGeom>
          <a:noFill/>
          <a:ln w="3175" cap="flat" cmpd="sng" algn="ctr">
            <a:solidFill>
              <a:srgbClr val="E8E8E8">
                <a:lumMod val="90000"/>
              </a:srgbClr>
            </a:solidFill>
            <a:prstDash val="dash"/>
            <a:miter lim="800000"/>
          </a:ln>
          <a:effectLst/>
        </p:spPr>
      </p:cxnSp>
      <p:cxnSp>
        <p:nvCxnSpPr>
          <p:cNvPr id="5" name="clone306">
            <a:extLst>
              <a:ext uri="{FF2B5EF4-FFF2-40B4-BE49-F238E27FC236}">
                <a16:creationId xmlns:a16="http://schemas.microsoft.com/office/drawing/2014/main" id="{7B37B446-47E5-1AF8-D63B-B4A62CE8378D}"/>
              </a:ext>
            </a:extLst>
          </p:cNvPr>
          <p:cNvCxnSpPr>
            <a:cxnSpLocks/>
          </p:cNvCxnSpPr>
          <p:nvPr/>
        </p:nvCxnSpPr>
        <p:spPr>
          <a:xfrm>
            <a:off x="1103468" y="4517267"/>
            <a:ext cx="7188200" cy="0"/>
          </a:xfrm>
          <a:prstGeom prst="line">
            <a:avLst/>
          </a:prstGeom>
          <a:noFill/>
          <a:ln w="3175" cap="flat" cmpd="sng" algn="ctr">
            <a:solidFill>
              <a:srgbClr val="E8E8E8">
                <a:lumMod val="90000"/>
              </a:srgbClr>
            </a:solidFill>
            <a:prstDash val="dash"/>
            <a:miter lim="800000"/>
          </a:ln>
          <a:effectLst/>
        </p:spPr>
      </p:cxnSp>
      <p:grpSp>
        <p:nvGrpSpPr>
          <p:cNvPr id="12" name="Group 11">
            <a:extLst>
              <a:ext uri="{FF2B5EF4-FFF2-40B4-BE49-F238E27FC236}">
                <a16:creationId xmlns:a16="http://schemas.microsoft.com/office/drawing/2014/main" id="{6E1ABC94-84A5-9F5F-93A5-4DE9A3AFD942}"/>
              </a:ext>
            </a:extLst>
          </p:cNvPr>
          <p:cNvGrpSpPr/>
          <p:nvPr/>
        </p:nvGrpSpPr>
        <p:grpSpPr>
          <a:xfrm>
            <a:off x="10821387" y="217661"/>
            <a:ext cx="1040411" cy="394234"/>
            <a:chOff x="10821387" y="217661"/>
            <a:chExt cx="1040411" cy="394234"/>
          </a:xfrm>
        </p:grpSpPr>
        <p:pic>
          <p:nvPicPr>
            <p:cNvPr id="13" name="Picture 12">
              <a:extLst>
                <a:ext uri="{FF2B5EF4-FFF2-40B4-BE49-F238E27FC236}">
                  <a16:creationId xmlns:a16="http://schemas.microsoft.com/office/drawing/2014/main" id="{A8B130A0-ECCA-A17E-CFBC-8FADDA8B27F3}"/>
                </a:ext>
              </a:extLst>
            </p:cNvPr>
            <p:cNvPicPr>
              <a:picLocks noChangeAspect="1"/>
            </p:cNvPicPr>
            <p:nvPr/>
          </p:nvPicPr>
          <p:blipFill>
            <a:blip r:embed="rId5">
              <a:alphaModFix amt="30000"/>
            </a:blip>
            <a:stretch>
              <a:fillRect/>
            </a:stretch>
          </p:blipFill>
          <p:spPr>
            <a:xfrm>
              <a:off x="10821387" y="217661"/>
              <a:ext cx="443513" cy="394234"/>
            </a:xfrm>
            <a:prstGeom prst="rect">
              <a:avLst/>
            </a:prstGeom>
          </p:spPr>
        </p:pic>
        <p:pic>
          <p:nvPicPr>
            <p:cNvPr id="15" name="Picture 14">
              <a:extLst>
                <a:ext uri="{FF2B5EF4-FFF2-40B4-BE49-F238E27FC236}">
                  <a16:creationId xmlns:a16="http://schemas.microsoft.com/office/drawing/2014/main" id="{C14CDF5A-A3F7-89C4-F398-F678BC63FC53}"/>
                </a:ext>
              </a:extLst>
            </p:cNvPr>
            <p:cNvPicPr>
              <a:picLocks noChangeAspect="1"/>
            </p:cNvPicPr>
            <p:nvPr/>
          </p:nvPicPr>
          <p:blipFill>
            <a:blip r:embed="rId6"/>
            <a:stretch>
              <a:fillRect/>
            </a:stretch>
          </p:blipFill>
          <p:spPr>
            <a:xfrm>
              <a:off x="11414178" y="217661"/>
              <a:ext cx="447620" cy="394234"/>
            </a:xfrm>
            <a:prstGeom prst="rect">
              <a:avLst/>
            </a:prstGeom>
          </p:spPr>
        </p:pic>
      </p:grpSp>
    </p:spTree>
    <p:extLst>
      <p:ext uri="{BB962C8B-B14F-4D97-AF65-F5344CB8AC3E}">
        <p14:creationId xmlns:p14="http://schemas.microsoft.com/office/powerpoint/2010/main" val="298922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966E5-9722-44E2-A17D-B1F27CBD34DE}"/>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4BF949C-9030-B553-B505-89748534B7C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94BF949C-9030-B553-B505-89748534B7C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86F6CBB0-AD33-A125-425B-028B7BAC7A06}"/>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noProof="0">
                <a:solidFill>
                  <a:schemeClr val="tx1"/>
                </a:solidFill>
                <a:latin typeface="Aptos" panose="020B0004020202020204" pitchFamily="34" charset="0"/>
              </a:rPr>
              <a:t>IT Sovereignty Assessment Model - Dimension Details</a:t>
            </a:r>
          </a:p>
        </p:txBody>
      </p:sp>
      <p:sp>
        <p:nvSpPr>
          <p:cNvPr id="3" name="Title 12">
            <a:extLst>
              <a:ext uri="{FF2B5EF4-FFF2-40B4-BE49-F238E27FC236}">
                <a16:creationId xmlns:a16="http://schemas.microsoft.com/office/drawing/2014/main" id="{12E64286-DB5B-1640-9D2C-73B3E7CF9906}"/>
              </a:ext>
            </a:extLst>
          </p:cNvPr>
          <p:cNvSpPr>
            <a:spLocks noGrp="1"/>
          </p:cNvSpPr>
          <p:nvPr>
            <p:ph type="title"/>
          </p:nvPr>
        </p:nvSpPr>
        <p:spPr>
          <a:xfrm>
            <a:off x="465722" y="794031"/>
            <a:ext cx="11446876" cy="584775"/>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t>Each domain is broken down into </a:t>
            </a:r>
            <a:r>
              <a:rPr lang="en-US" b="1" noProof="0"/>
              <a:t>assessment dimensions and key criteria</a:t>
            </a:r>
            <a:r>
              <a:rPr lang="en-US" noProof="0"/>
              <a:t> to evaluate the organization’s control, dependency and resilience posture.</a:t>
            </a:r>
          </a:p>
        </p:txBody>
      </p:sp>
      <p:sp>
        <p:nvSpPr>
          <p:cNvPr id="4" name="Rectángulo 104">
            <a:extLst>
              <a:ext uri="{FF2B5EF4-FFF2-40B4-BE49-F238E27FC236}">
                <a16:creationId xmlns:a16="http://schemas.microsoft.com/office/drawing/2014/main" id="{1635183C-9B45-F67C-F3B6-F3AD444AEA65}"/>
              </a:ext>
            </a:extLst>
          </p:cNvPr>
          <p:cNvSpPr/>
          <p:nvPr/>
        </p:nvSpPr>
        <p:spPr>
          <a:xfrm>
            <a:off x="8711141" y="1667507"/>
            <a:ext cx="3467156" cy="4747875"/>
          </a:xfrm>
          <a:prstGeom prst="rect">
            <a:avLst/>
          </a:prstGeom>
          <a:solidFill>
            <a:schemeClr val="bg1">
              <a:lumMod val="95000"/>
            </a:schemeClr>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8" name="Rectángulo: esquinas redondeadas 36">
            <a:extLst>
              <a:ext uri="{FF2B5EF4-FFF2-40B4-BE49-F238E27FC236}">
                <a16:creationId xmlns:a16="http://schemas.microsoft.com/office/drawing/2014/main" id="{AD573F15-DE4D-2669-B1E4-CB81F4B36E5E}"/>
              </a:ext>
            </a:extLst>
          </p:cNvPr>
          <p:cNvSpPr/>
          <p:nvPr/>
        </p:nvSpPr>
        <p:spPr>
          <a:xfrm>
            <a:off x="679999" y="1549774"/>
            <a:ext cx="11637998" cy="291350"/>
          </a:xfrm>
          <a:prstGeom prst="roundRect">
            <a:avLst>
              <a:gd name="adj" fmla="val 50000"/>
            </a:avLst>
          </a:prstGeom>
          <a:solidFill>
            <a:schemeClr val="accent1">
              <a:lumMod val="75000"/>
            </a:schemeClr>
          </a:solidFill>
          <a:ln w="12700" cap="flat" cmpd="sng" algn="ctr">
            <a:solidFill>
              <a:srgbClr val="FFFFFF"/>
            </a:solidFill>
            <a:prstDash val="solid"/>
            <a:miter lim="800000"/>
          </a:ln>
          <a:effectLst/>
        </p:spPr>
        <p:txBody>
          <a:bodyPr lIns="180000" rtlCol="0" anchor="ctr"/>
          <a:lstStyle/>
          <a:p>
            <a:pPr>
              <a:defRPr/>
            </a:pPr>
            <a:r>
              <a:rPr lang="en-US" sz="1200" b="1" kern="0" noProof="0">
                <a:solidFill>
                  <a:schemeClr val="bg1"/>
                </a:solidFill>
                <a:latin typeface="Aptos" panose="020B0004020202020204" pitchFamily="34" charset="0"/>
              </a:rPr>
              <a:t>INFRASTRUCTURE</a:t>
            </a:r>
            <a:endParaRPr lang="en-US" sz="1200" b="1" kern="0" noProof="0">
              <a:solidFill>
                <a:schemeClr val="bg1"/>
              </a:solidFill>
              <a:latin typeface="Aptos" panose="020B0004020202020204" pitchFamily="34" charset="0"/>
              <a:cs typeface="Calibri" panose="020F0502020204030204" pitchFamily="34" charset="0"/>
              <a:sym typeface="Helvetica Neue Medium"/>
            </a:endParaRPr>
          </a:p>
        </p:txBody>
      </p:sp>
      <p:sp>
        <p:nvSpPr>
          <p:cNvPr id="9" name="Elipse 56">
            <a:extLst>
              <a:ext uri="{FF2B5EF4-FFF2-40B4-BE49-F238E27FC236}">
                <a16:creationId xmlns:a16="http://schemas.microsoft.com/office/drawing/2014/main" id="{59688130-F8DC-4635-4435-F2FCDD74D57A}"/>
              </a:ext>
            </a:extLst>
          </p:cNvPr>
          <p:cNvSpPr/>
          <p:nvPr/>
        </p:nvSpPr>
        <p:spPr>
          <a:xfrm>
            <a:off x="465722" y="1515449"/>
            <a:ext cx="360000" cy="360000"/>
          </a:xfrm>
          <a:prstGeom prst="ellipse">
            <a:avLst/>
          </a:prstGeom>
          <a:solidFill>
            <a:schemeClr val="accent1">
              <a:lumMod val="75000"/>
            </a:schemeClr>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Aparajita" panose="02020603050405020304" pitchFamily="18" charset="0"/>
              </a:rPr>
              <a:t>2</a:t>
            </a:r>
          </a:p>
        </p:txBody>
      </p:sp>
      <p:sp>
        <p:nvSpPr>
          <p:cNvPr id="10" name="Rectángulo: esquinas redondeadas 46">
            <a:extLst>
              <a:ext uri="{FF2B5EF4-FFF2-40B4-BE49-F238E27FC236}">
                <a16:creationId xmlns:a16="http://schemas.microsoft.com/office/drawing/2014/main" id="{519BC158-F23E-C1D7-A84A-0232524A1997}"/>
              </a:ext>
            </a:extLst>
          </p:cNvPr>
          <p:cNvSpPr/>
          <p:nvPr/>
        </p:nvSpPr>
        <p:spPr>
          <a:xfrm>
            <a:off x="8865532" y="1987136"/>
            <a:ext cx="2736000" cy="286590"/>
          </a:xfrm>
          <a:prstGeom prst="roundRect">
            <a:avLst>
              <a:gd name="adj" fmla="val 50000"/>
            </a:avLst>
          </a:prstGeom>
          <a:solidFill>
            <a:schemeClr val="accent1">
              <a:lumMod val="75000"/>
            </a:schemeClr>
          </a:solidFill>
          <a:ln w="12700" cap="flat" cmpd="sng" algn="ctr">
            <a:solidFill>
              <a:srgbClr val="FFFFFF"/>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sym typeface="Helvetica Neue Medium"/>
              </a:rPr>
              <a:t>KEY ASSESSMENT CRITERIA</a:t>
            </a:r>
          </a:p>
        </p:txBody>
      </p:sp>
      <p:sp>
        <p:nvSpPr>
          <p:cNvPr id="14" name="Rectángulo: esquinas redondeadas 48">
            <a:extLst>
              <a:ext uri="{FF2B5EF4-FFF2-40B4-BE49-F238E27FC236}">
                <a16:creationId xmlns:a16="http://schemas.microsoft.com/office/drawing/2014/main" id="{6E1AFE3F-BA72-C6E0-9BA6-D92A6C074206}"/>
              </a:ext>
            </a:extLst>
          </p:cNvPr>
          <p:cNvSpPr/>
          <p:nvPr/>
        </p:nvSpPr>
        <p:spPr>
          <a:xfrm>
            <a:off x="800113" y="1960732"/>
            <a:ext cx="1548000" cy="354486"/>
          </a:xfrm>
          <a:prstGeom prst="roundRect">
            <a:avLst>
              <a:gd name="adj" fmla="val 50000"/>
            </a:avLst>
          </a:prstGeom>
          <a:solidFill>
            <a:schemeClr val="accent1">
              <a:lumMod val="75000"/>
            </a:schemeClr>
          </a:solidFill>
          <a:ln w="12700" cap="flat" cmpd="sng" algn="ctr">
            <a:solidFill>
              <a:srgbClr val="FFFFFF"/>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sym typeface="Helvetica Neue Medium"/>
              </a:rPr>
              <a:t>DIMENSION</a:t>
            </a:r>
          </a:p>
        </p:txBody>
      </p:sp>
      <p:sp>
        <p:nvSpPr>
          <p:cNvPr id="19" name="Rectángulo: esquinas redondeadas 46">
            <a:extLst>
              <a:ext uri="{FF2B5EF4-FFF2-40B4-BE49-F238E27FC236}">
                <a16:creationId xmlns:a16="http://schemas.microsoft.com/office/drawing/2014/main" id="{E6977F8F-59DE-CA32-887A-210E85DA1593}"/>
              </a:ext>
            </a:extLst>
          </p:cNvPr>
          <p:cNvSpPr/>
          <p:nvPr/>
        </p:nvSpPr>
        <p:spPr>
          <a:xfrm>
            <a:off x="2674280" y="1960732"/>
            <a:ext cx="5947206" cy="352750"/>
          </a:xfrm>
          <a:prstGeom prst="roundRect">
            <a:avLst>
              <a:gd name="adj" fmla="val 50000"/>
            </a:avLst>
          </a:prstGeom>
          <a:solidFill>
            <a:schemeClr val="accent1">
              <a:lumMod val="75000"/>
            </a:schemeClr>
          </a:solidFill>
          <a:ln w="12700" cap="flat" cmpd="sng" algn="ctr">
            <a:solidFill>
              <a:srgbClr val="FFFFFF"/>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sym typeface="Helvetica Neue Medium"/>
              </a:rPr>
              <a:t>DESCRIPTION</a:t>
            </a:r>
          </a:p>
        </p:txBody>
      </p:sp>
      <p:sp>
        <p:nvSpPr>
          <p:cNvPr id="54" name="CuadroTexto 47">
            <a:extLst>
              <a:ext uri="{FF2B5EF4-FFF2-40B4-BE49-F238E27FC236}">
                <a16:creationId xmlns:a16="http://schemas.microsoft.com/office/drawing/2014/main" id="{F1952441-1BEF-3F0E-8463-2E5285A428B8}"/>
              </a:ext>
            </a:extLst>
          </p:cNvPr>
          <p:cNvSpPr txBox="1"/>
          <p:nvPr/>
        </p:nvSpPr>
        <p:spPr>
          <a:xfrm>
            <a:off x="820624" y="2446906"/>
            <a:ext cx="1852202" cy="620350"/>
          </a:xfrm>
          <a:prstGeom prst="rect">
            <a:avLst/>
          </a:prstGeom>
          <a:noFill/>
        </p:spPr>
        <p:txBody>
          <a:bodyPr wrap="square" anchor="ctr">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accent1">
                    <a:lumMod val="75000"/>
                  </a:schemeClr>
                </a:solidFill>
                <a:effectLst/>
                <a:uLnTx/>
                <a:uFillTx/>
                <a:latin typeface="Aptos" panose="02110004020202020204"/>
                <a:ea typeface="+mn-ea"/>
                <a:cs typeface="Arial" panose="020B0604020202020204" pitchFamily="34" charset="0"/>
                <a:sym typeface="Graphik"/>
              </a:rPr>
              <a:t>Location</a:t>
            </a:r>
          </a:p>
        </p:txBody>
      </p:sp>
      <p:sp>
        <p:nvSpPr>
          <p:cNvPr id="60" name="Rectángulo 77">
            <a:extLst>
              <a:ext uri="{FF2B5EF4-FFF2-40B4-BE49-F238E27FC236}">
                <a16:creationId xmlns:a16="http://schemas.microsoft.com/office/drawing/2014/main" id="{4ACA3E75-0FFF-867E-86EE-B895950D701A}"/>
              </a:ext>
            </a:extLst>
          </p:cNvPr>
          <p:cNvSpPr/>
          <p:nvPr/>
        </p:nvSpPr>
        <p:spPr>
          <a:xfrm>
            <a:off x="2674279" y="2446906"/>
            <a:ext cx="5947207" cy="62035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Assesses where core infrastructure, cloud regions, data centers and whether location choices support sovereignty.</a:t>
            </a:r>
          </a:p>
        </p:txBody>
      </p:sp>
      <p:cxnSp>
        <p:nvCxnSpPr>
          <p:cNvPr id="61" name="Conector recto 98">
            <a:extLst>
              <a:ext uri="{FF2B5EF4-FFF2-40B4-BE49-F238E27FC236}">
                <a16:creationId xmlns:a16="http://schemas.microsoft.com/office/drawing/2014/main" id="{AF93BD1B-89A9-E87A-A476-C210B73BCD1B}"/>
              </a:ext>
            </a:extLst>
          </p:cNvPr>
          <p:cNvCxnSpPr>
            <a:cxnSpLocks/>
          </p:cNvCxnSpPr>
          <p:nvPr/>
        </p:nvCxnSpPr>
        <p:spPr>
          <a:xfrm>
            <a:off x="1060286" y="3106642"/>
            <a:ext cx="7189941" cy="0"/>
          </a:xfrm>
          <a:prstGeom prst="line">
            <a:avLst/>
          </a:prstGeom>
          <a:noFill/>
          <a:ln w="3175" cap="flat" cmpd="sng" algn="ctr">
            <a:solidFill>
              <a:srgbClr val="E8E8E8">
                <a:lumMod val="90000"/>
              </a:srgbClr>
            </a:solidFill>
            <a:prstDash val="dash"/>
            <a:miter lim="800000"/>
          </a:ln>
          <a:effectLst/>
        </p:spPr>
      </p:cxnSp>
      <p:sp>
        <p:nvSpPr>
          <p:cNvPr id="79" name="CuadroTexto 47">
            <a:extLst>
              <a:ext uri="{FF2B5EF4-FFF2-40B4-BE49-F238E27FC236}">
                <a16:creationId xmlns:a16="http://schemas.microsoft.com/office/drawing/2014/main" id="{D60802C2-C3FC-ECDD-BA49-3CCE7D631E31}"/>
              </a:ext>
            </a:extLst>
          </p:cNvPr>
          <p:cNvSpPr txBox="1"/>
          <p:nvPr/>
        </p:nvSpPr>
        <p:spPr>
          <a:xfrm>
            <a:off x="820624" y="3146028"/>
            <a:ext cx="1764000" cy="620350"/>
          </a:xfrm>
          <a:prstGeom prst="rect">
            <a:avLst/>
          </a:prstGeom>
          <a:noFill/>
        </p:spPr>
        <p:txBody>
          <a:bodyPr wrap="square" anchor="ctr">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accent1">
                    <a:lumMod val="75000"/>
                  </a:schemeClr>
                </a:solidFill>
                <a:effectLst/>
                <a:uLnTx/>
                <a:uFillTx/>
                <a:latin typeface="Aptos" panose="02110004020202020204"/>
                <a:ea typeface="+mn-ea"/>
                <a:cs typeface="Arial" panose="020B0604020202020204" pitchFamily="34" charset="0"/>
                <a:sym typeface="Graphik"/>
              </a:rPr>
              <a:t>Ownership &amp; Operational Control</a:t>
            </a:r>
          </a:p>
        </p:txBody>
      </p:sp>
      <p:sp>
        <p:nvSpPr>
          <p:cNvPr id="80" name="Rectángulo 77">
            <a:extLst>
              <a:ext uri="{FF2B5EF4-FFF2-40B4-BE49-F238E27FC236}">
                <a16:creationId xmlns:a16="http://schemas.microsoft.com/office/drawing/2014/main" id="{D96F7BD3-4AEF-61F6-505C-57F7A13EE459}"/>
              </a:ext>
            </a:extLst>
          </p:cNvPr>
          <p:cNvSpPr/>
          <p:nvPr/>
        </p:nvSpPr>
        <p:spPr>
          <a:xfrm>
            <a:off x="2674279" y="3146028"/>
            <a:ext cx="5947207" cy="62035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Evaluates who owns, administers, operates and supports the infrastructure layer, including managed service providers, subcontractors, privileged administration paths and the jurisdictions from which infrastructure control is exercised.</a:t>
            </a:r>
          </a:p>
        </p:txBody>
      </p:sp>
      <p:cxnSp>
        <p:nvCxnSpPr>
          <p:cNvPr id="81" name="Conector recto 98">
            <a:extLst>
              <a:ext uri="{FF2B5EF4-FFF2-40B4-BE49-F238E27FC236}">
                <a16:creationId xmlns:a16="http://schemas.microsoft.com/office/drawing/2014/main" id="{963E239B-479B-0D54-AAAC-7DB489178E5A}"/>
              </a:ext>
            </a:extLst>
          </p:cNvPr>
          <p:cNvCxnSpPr>
            <a:cxnSpLocks/>
          </p:cNvCxnSpPr>
          <p:nvPr/>
        </p:nvCxnSpPr>
        <p:spPr>
          <a:xfrm>
            <a:off x="1060286" y="3805764"/>
            <a:ext cx="7189941" cy="0"/>
          </a:xfrm>
          <a:prstGeom prst="line">
            <a:avLst/>
          </a:prstGeom>
          <a:noFill/>
          <a:ln w="3175" cap="flat" cmpd="sng" algn="ctr">
            <a:solidFill>
              <a:srgbClr val="E8E8E8">
                <a:lumMod val="90000"/>
              </a:srgbClr>
            </a:solidFill>
            <a:prstDash val="dash"/>
            <a:miter lim="800000"/>
          </a:ln>
          <a:effectLst/>
        </p:spPr>
      </p:cxnSp>
      <p:sp>
        <p:nvSpPr>
          <p:cNvPr id="83" name="CuadroTexto 47">
            <a:extLst>
              <a:ext uri="{FF2B5EF4-FFF2-40B4-BE49-F238E27FC236}">
                <a16:creationId xmlns:a16="http://schemas.microsoft.com/office/drawing/2014/main" id="{C195D897-4E4C-4BE5-E21E-36884AAED106}"/>
              </a:ext>
            </a:extLst>
          </p:cNvPr>
          <p:cNvSpPr txBox="1"/>
          <p:nvPr/>
        </p:nvSpPr>
        <p:spPr>
          <a:xfrm>
            <a:off x="820624" y="3845150"/>
            <a:ext cx="1764000" cy="620350"/>
          </a:xfrm>
          <a:prstGeom prst="rect">
            <a:avLst/>
          </a:prstGeom>
          <a:noFill/>
        </p:spPr>
        <p:txBody>
          <a:bodyPr wrap="square" anchor="ctr">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accent1">
                    <a:lumMod val="75000"/>
                  </a:schemeClr>
                </a:solidFill>
                <a:effectLst/>
                <a:uLnTx/>
                <a:uFillTx/>
                <a:latin typeface="Aptos" panose="02110004020202020204"/>
                <a:ea typeface="+mn-ea"/>
                <a:cs typeface="Arial" panose="020B0604020202020204" pitchFamily="34" charset="0"/>
                <a:sym typeface="Graphik"/>
              </a:rPr>
              <a:t>Dependency &amp; Concentration Risk</a:t>
            </a:r>
          </a:p>
        </p:txBody>
      </p:sp>
      <p:sp>
        <p:nvSpPr>
          <p:cNvPr id="6" name="Rectángulo 77">
            <a:extLst>
              <a:ext uri="{FF2B5EF4-FFF2-40B4-BE49-F238E27FC236}">
                <a16:creationId xmlns:a16="http://schemas.microsoft.com/office/drawing/2014/main" id="{5B810F7E-0830-DCAB-E98D-3428AA6AD793}"/>
              </a:ext>
            </a:extLst>
          </p:cNvPr>
          <p:cNvSpPr/>
          <p:nvPr/>
        </p:nvSpPr>
        <p:spPr>
          <a:xfrm>
            <a:off x="2674279" y="3845150"/>
            <a:ext cx="5947207" cy="62035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Examines concentration, lock-in and fallback risk across </a:t>
            </a:r>
            <a:r>
              <a:rPr kumimoji="0" lang="en-US" sz="1200" b="0" i="0" u="none" strike="noStrike" kern="0" cap="none" spc="0" normalizeH="0" baseline="0" noProof="0" err="1">
                <a:ln>
                  <a:noFill/>
                </a:ln>
                <a:solidFill>
                  <a:prstClr val="black">
                    <a:lumMod val="85000"/>
                    <a:lumOff val="15000"/>
                  </a:prstClr>
                </a:solidFill>
                <a:effectLst/>
                <a:uLnTx/>
                <a:uFillTx/>
                <a:latin typeface="Aptos" panose="02110004020202020204"/>
                <a:ea typeface="+mn-ea"/>
                <a:cs typeface="+mn-cs"/>
              </a:rPr>
              <a:t>hyperscalers</a:t>
            </a: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 infrastructure vendors, regions, facilities and critical platform services, including the credibility of alternative hosting.</a:t>
            </a:r>
          </a:p>
        </p:txBody>
      </p:sp>
      <p:cxnSp>
        <p:nvCxnSpPr>
          <p:cNvPr id="87" name="Conector recto 98">
            <a:extLst>
              <a:ext uri="{FF2B5EF4-FFF2-40B4-BE49-F238E27FC236}">
                <a16:creationId xmlns:a16="http://schemas.microsoft.com/office/drawing/2014/main" id="{90F1C9E6-CA5B-4534-ED1D-7506CD8FA050}"/>
              </a:ext>
            </a:extLst>
          </p:cNvPr>
          <p:cNvCxnSpPr>
            <a:cxnSpLocks/>
          </p:cNvCxnSpPr>
          <p:nvPr/>
        </p:nvCxnSpPr>
        <p:spPr>
          <a:xfrm>
            <a:off x="1060286" y="4504886"/>
            <a:ext cx="7189941" cy="0"/>
          </a:xfrm>
          <a:prstGeom prst="line">
            <a:avLst/>
          </a:prstGeom>
          <a:noFill/>
          <a:ln w="3175" cap="flat" cmpd="sng" algn="ctr">
            <a:solidFill>
              <a:srgbClr val="E8E8E8">
                <a:lumMod val="90000"/>
              </a:srgbClr>
            </a:solidFill>
            <a:prstDash val="dash"/>
            <a:miter lim="800000"/>
          </a:ln>
          <a:effectLst/>
        </p:spPr>
      </p:cxnSp>
      <p:sp>
        <p:nvSpPr>
          <p:cNvPr id="89" name="CuadroTexto 47">
            <a:extLst>
              <a:ext uri="{FF2B5EF4-FFF2-40B4-BE49-F238E27FC236}">
                <a16:creationId xmlns:a16="http://schemas.microsoft.com/office/drawing/2014/main" id="{4EB642E9-56CA-F6D4-82FE-2C12B1360D3E}"/>
              </a:ext>
            </a:extLst>
          </p:cNvPr>
          <p:cNvSpPr txBox="1"/>
          <p:nvPr/>
        </p:nvSpPr>
        <p:spPr>
          <a:xfrm>
            <a:off x="820624" y="4544272"/>
            <a:ext cx="1764000" cy="620350"/>
          </a:xfrm>
          <a:prstGeom prst="rect">
            <a:avLst/>
          </a:prstGeom>
          <a:noFill/>
        </p:spPr>
        <p:txBody>
          <a:bodyPr wrap="square" anchor="ctr">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accent1">
                    <a:lumMod val="75000"/>
                  </a:schemeClr>
                </a:solidFill>
                <a:effectLst/>
                <a:uLnTx/>
                <a:uFillTx/>
                <a:latin typeface="Aptos" panose="02110004020202020204"/>
                <a:ea typeface="+mn-ea"/>
                <a:cs typeface="Arial" panose="020B0604020202020204" pitchFamily="34" charset="0"/>
                <a:sym typeface="Graphik"/>
              </a:rPr>
              <a:t>Resilience</a:t>
            </a:r>
          </a:p>
        </p:txBody>
      </p:sp>
      <p:sp>
        <p:nvSpPr>
          <p:cNvPr id="91" name="Rectángulo 77">
            <a:extLst>
              <a:ext uri="{FF2B5EF4-FFF2-40B4-BE49-F238E27FC236}">
                <a16:creationId xmlns:a16="http://schemas.microsoft.com/office/drawing/2014/main" id="{E78F9C07-6E93-CBB8-8E14-AEE52D68EF25}"/>
              </a:ext>
            </a:extLst>
          </p:cNvPr>
          <p:cNvSpPr/>
          <p:nvPr/>
        </p:nvSpPr>
        <p:spPr>
          <a:xfrm>
            <a:off x="2674279" y="4544272"/>
            <a:ext cx="5947207" cy="62035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Reviews continuity, disaster recovery, geographic redundancy and recovery objectives for the infrastructure layer, including whether resilience capabilities are defined, tested and anchored in approved locations and providers.</a:t>
            </a:r>
          </a:p>
        </p:txBody>
      </p:sp>
      <p:cxnSp>
        <p:nvCxnSpPr>
          <p:cNvPr id="93" name="Conector recto 98">
            <a:extLst>
              <a:ext uri="{FF2B5EF4-FFF2-40B4-BE49-F238E27FC236}">
                <a16:creationId xmlns:a16="http://schemas.microsoft.com/office/drawing/2014/main" id="{EB0C9382-6C3B-7DCE-EE69-569B7048628F}"/>
              </a:ext>
            </a:extLst>
          </p:cNvPr>
          <p:cNvCxnSpPr>
            <a:cxnSpLocks/>
          </p:cNvCxnSpPr>
          <p:nvPr/>
        </p:nvCxnSpPr>
        <p:spPr>
          <a:xfrm>
            <a:off x="1060285" y="5204008"/>
            <a:ext cx="7189941" cy="0"/>
          </a:xfrm>
          <a:prstGeom prst="line">
            <a:avLst/>
          </a:prstGeom>
          <a:noFill/>
          <a:ln w="3175" cap="flat" cmpd="sng" algn="ctr">
            <a:solidFill>
              <a:srgbClr val="E8E8E8">
                <a:lumMod val="90000"/>
              </a:srgbClr>
            </a:solidFill>
            <a:prstDash val="dash"/>
            <a:miter lim="800000"/>
          </a:ln>
          <a:effectLst/>
        </p:spPr>
      </p:cxnSp>
      <p:sp>
        <p:nvSpPr>
          <p:cNvPr id="95" name="CuadroTexto 47">
            <a:extLst>
              <a:ext uri="{FF2B5EF4-FFF2-40B4-BE49-F238E27FC236}">
                <a16:creationId xmlns:a16="http://schemas.microsoft.com/office/drawing/2014/main" id="{9AA87A01-C3D6-F35B-364E-AAD6295E1451}"/>
              </a:ext>
            </a:extLst>
          </p:cNvPr>
          <p:cNvSpPr txBox="1"/>
          <p:nvPr/>
        </p:nvSpPr>
        <p:spPr>
          <a:xfrm>
            <a:off x="820624" y="5243390"/>
            <a:ext cx="1764000" cy="620350"/>
          </a:xfrm>
          <a:prstGeom prst="rect">
            <a:avLst/>
          </a:prstGeom>
          <a:noFill/>
        </p:spPr>
        <p:txBody>
          <a:bodyPr wrap="square" anchor="ctr">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accent1">
                    <a:lumMod val="75000"/>
                  </a:schemeClr>
                </a:solidFill>
                <a:effectLst/>
                <a:uLnTx/>
                <a:uFillTx/>
                <a:latin typeface="Aptos" panose="02110004020202020204"/>
                <a:ea typeface="+mn-ea"/>
                <a:cs typeface="Arial" panose="020B0604020202020204" pitchFamily="34" charset="0"/>
                <a:sym typeface="Graphik"/>
              </a:rPr>
              <a:t>Regulatory Compliance</a:t>
            </a:r>
          </a:p>
        </p:txBody>
      </p:sp>
      <p:sp>
        <p:nvSpPr>
          <p:cNvPr id="97" name="Rectángulo 77">
            <a:extLst>
              <a:ext uri="{FF2B5EF4-FFF2-40B4-BE49-F238E27FC236}">
                <a16:creationId xmlns:a16="http://schemas.microsoft.com/office/drawing/2014/main" id="{64A18432-FEB2-2D3C-A630-583DFE712932}"/>
              </a:ext>
            </a:extLst>
          </p:cNvPr>
          <p:cNvSpPr/>
          <p:nvPr/>
        </p:nvSpPr>
        <p:spPr>
          <a:xfrm>
            <a:off x="2674279" y="5243390"/>
            <a:ext cx="5947207" cy="62035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Assesses whether infrastructure controls, certifications and evidence align with relevant security, resilience and sector-specific regulatory obligations.</a:t>
            </a:r>
          </a:p>
        </p:txBody>
      </p:sp>
      <p:sp>
        <p:nvSpPr>
          <p:cNvPr id="11" name="Rectángulo 77">
            <a:extLst>
              <a:ext uri="{FF2B5EF4-FFF2-40B4-BE49-F238E27FC236}">
                <a16:creationId xmlns:a16="http://schemas.microsoft.com/office/drawing/2014/main" id="{08F7756C-C818-F549-8E2B-CDAAE188B5B6}"/>
              </a:ext>
            </a:extLst>
          </p:cNvPr>
          <p:cNvSpPr/>
          <p:nvPr/>
        </p:nvSpPr>
        <p:spPr>
          <a:xfrm>
            <a:off x="8711140" y="2431817"/>
            <a:ext cx="3415211" cy="3983565"/>
          </a:xfrm>
          <a:prstGeom prst="rect">
            <a:avLst/>
          </a:prstGeom>
          <a:noFill/>
          <a:ln w="19050" cap="flat" cmpd="sng" algn="ctr">
            <a:noFill/>
            <a:prstDash val="solid"/>
            <a:miter lim="800000"/>
          </a:ln>
          <a:effectLst/>
        </p:spPr>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Data centers, cloud regions are documented, controlled and located within acceptable jurisdictions.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Administrative rights, support paths, privileged operations and escalation routes are transparent.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Managed service providers, subcontractors and infrastructure operators are identified, contractually controlled, auditable and jurisdictionally assessed.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Lock-in and concentration risks are measured across critical platforms, vendors and </a:t>
            </a:r>
            <a:r>
              <a:rPr kumimoji="0" lang="en-US" sz="1000" b="0" i="0" u="none" strike="noStrike" kern="0" cap="none" spc="0" normalizeH="0" baseline="0" noProof="0" err="1">
                <a:ln>
                  <a:noFill/>
                </a:ln>
                <a:solidFill>
                  <a:prstClr val="black">
                    <a:lumMod val="85000"/>
                    <a:lumOff val="15000"/>
                  </a:prstClr>
                </a:solidFill>
                <a:effectLst/>
                <a:uLnTx/>
                <a:uFillTx/>
                <a:latin typeface="Aptos" panose="02110004020202020204"/>
                <a:ea typeface="+mn-ea"/>
                <a:cs typeface="+mn-cs"/>
              </a:rPr>
              <a:t>hyperscalers</a:t>
            </a: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 with credible fallback or portability options.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BCP/DR capabilities, geographic redundancy and RTO/RPO targets are defined, regularly tested and dependent only on approved locations and providers.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Infrastructure compliance evidence is current, scope-relevant and mapped to applicable obligations such as NIS2, DORA, ISO 27001, EUCS and sector-specific requirements.</a:t>
            </a:r>
          </a:p>
        </p:txBody>
      </p:sp>
      <p:grpSp>
        <p:nvGrpSpPr>
          <p:cNvPr id="5" name="Group 4">
            <a:extLst>
              <a:ext uri="{FF2B5EF4-FFF2-40B4-BE49-F238E27FC236}">
                <a16:creationId xmlns:a16="http://schemas.microsoft.com/office/drawing/2014/main" id="{9A050925-9087-A5FD-EA9A-05DC5159434D}"/>
              </a:ext>
            </a:extLst>
          </p:cNvPr>
          <p:cNvGrpSpPr/>
          <p:nvPr/>
        </p:nvGrpSpPr>
        <p:grpSpPr>
          <a:xfrm>
            <a:off x="10821387" y="217661"/>
            <a:ext cx="1040411" cy="394234"/>
            <a:chOff x="10821387" y="217661"/>
            <a:chExt cx="1040411" cy="394234"/>
          </a:xfrm>
        </p:grpSpPr>
        <p:pic>
          <p:nvPicPr>
            <p:cNvPr id="12" name="Picture 11">
              <a:extLst>
                <a:ext uri="{FF2B5EF4-FFF2-40B4-BE49-F238E27FC236}">
                  <a16:creationId xmlns:a16="http://schemas.microsoft.com/office/drawing/2014/main" id="{DC6FBAEA-E064-3EE3-34D9-4907E3C9429D}"/>
                </a:ext>
              </a:extLst>
            </p:cNvPr>
            <p:cNvPicPr>
              <a:picLocks noChangeAspect="1"/>
            </p:cNvPicPr>
            <p:nvPr/>
          </p:nvPicPr>
          <p:blipFill>
            <a:blip r:embed="rId5">
              <a:alphaModFix amt="30000"/>
            </a:blip>
            <a:stretch>
              <a:fillRect/>
            </a:stretch>
          </p:blipFill>
          <p:spPr>
            <a:xfrm>
              <a:off x="10821387" y="217661"/>
              <a:ext cx="443513" cy="394234"/>
            </a:xfrm>
            <a:prstGeom prst="rect">
              <a:avLst/>
            </a:prstGeom>
          </p:spPr>
        </p:pic>
        <p:pic>
          <p:nvPicPr>
            <p:cNvPr id="13" name="Picture 12">
              <a:extLst>
                <a:ext uri="{FF2B5EF4-FFF2-40B4-BE49-F238E27FC236}">
                  <a16:creationId xmlns:a16="http://schemas.microsoft.com/office/drawing/2014/main" id="{BD310A25-C4E8-A633-0188-7C99886161E0}"/>
                </a:ext>
              </a:extLst>
            </p:cNvPr>
            <p:cNvPicPr>
              <a:picLocks noChangeAspect="1"/>
            </p:cNvPicPr>
            <p:nvPr/>
          </p:nvPicPr>
          <p:blipFill>
            <a:blip r:embed="rId6"/>
            <a:stretch>
              <a:fillRect/>
            </a:stretch>
          </p:blipFill>
          <p:spPr>
            <a:xfrm>
              <a:off x="11414178" y="217661"/>
              <a:ext cx="447620" cy="394234"/>
            </a:xfrm>
            <a:prstGeom prst="rect">
              <a:avLst/>
            </a:prstGeom>
          </p:spPr>
        </p:pic>
      </p:grpSp>
    </p:spTree>
    <p:extLst>
      <p:ext uri="{BB962C8B-B14F-4D97-AF65-F5344CB8AC3E}">
        <p14:creationId xmlns:p14="http://schemas.microsoft.com/office/powerpoint/2010/main" val="1574565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D5F53-D4ED-83C1-1503-F1CC95E8B7EF}"/>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AF81A56-59BB-505A-650D-B510AA58B47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DAF81A56-59BB-505A-650D-B510AA58B4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397F397B-E31C-5EB6-4DB8-1BC289B6D1BB}"/>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noProof="0">
                <a:solidFill>
                  <a:schemeClr val="tx1"/>
                </a:solidFill>
                <a:latin typeface="Aptos" panose="020B0004020202020204" pitchFamily="34" charset="0"/>
              </a:rPr>
              <a:t>IT Sovereignty Assessment Model - Dimension Details</a:t>
            </a:r>
          </a:p>
        </p:txBody>
      </p:sp>
      <p:sp>
        <p:nvSpPr>
          <p:cNvPr id="3" name="Title 12">
            <a:extLst>
              <a:ext uri="{FF2B5EF4-FFF2-40B4-BE49-F238E27FC236}">
                <a16:creationId xmlns:a16="http://schemas.microsoft.com/office/drawing/2014/main" id="{867D8BC7-16E8-49DB-1382-2214FC86E2C6}"/>
              </a:ext>
            </a:extLst>
          </p:cNvPr>
          <p:cNvSpPr>
            <a:spLocks noGrp="1"/>
          </p:cNvSpPr>
          <p:nvPr>
            <p:ph type="title"/>
          </p:nvPr>
        </p:nvSpPr>
        <p:spPr>
          <a:xfrm>
            <a:off x="465722" y="794031"/>
            <a:ext cx="11446876" cy="584775"/>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t>Each domain is broken down into </a:t>
            </a:r>
            <a:r>
              <a:rPr lang="en-US" b="1" noProof="0"/>
              <a:t>assessment dimensions and key criteria</a:t>
            </a:r>
            <a:r>
              <a:rPr lang="en-US" noProof="0"/>
              <a:t> to evaluate the organization’s control, dependency and resilience posture.</a:t>
            </a:r>
          </a:p>
        </p:txBody>
      </p:sp>
      <p:sp>
        <p:nvSpPr>
          <p:cNvPr id="4" name="Rectángulo 104">
            <a:extLst>
              <a:ext uri="{FF2B5EF4-FFF2-40B4-BE49-F238E27FC236}">
                <a16:creationId xmlns:a16="http://schemas.microsoft.com/office/drawing/2014/main" id="{7E657C3A-8C99-E168-C819-DD61C49B1416}"/>
              </a:ext>
            </a:extLst>
          </p:cNvPr>
          <p:cNvSpPr/>
          <p:nvPr/>
        </p:nvSpPr>
        <p:spPr>
          <a:xfrm>
            <a:off x="8711141" y="1667507"/>
            <a:ext cx="3467156" cy="4747875"/>
          </a:xfrm>
          <a:prstGeom prst="rect">
            <a:avLst/>
          </a:prstGeom>
          <a:solidFill>
            <a:schemeClr val="bg1">
              <a:lumMod val="95000"/>
            </a:schemeClr>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8" name="Rectángulo: esquinas redondeadas 36">
            <a:extLst>
              <a:ext uri="{FF2B5EF4-FFF2-40B4-BE49-F238E27FC236}">
                <a16:creationId xmlns:a16="http://schemas.microsoft.com/office/drawing/2014/main" id="{21431E06-AD10-13D1-79BA-973D6764CE00}"/>
              </a:ext>
            </a:extLst>
          </p:cNvPr>
          <p:cNvSpPr/>
          <p:nvPr/>
        </p:nvSpPr>
        <p:spPr>
          <a:xfrm>
            <a:off x="679999" y="1549774"/>
            <a:ext cx="11637998" cy="291350"/>
          </a:xfrm>
          <a:prstGeom prst="roundRect">
            <a:avLst>
              <a:gd name="adj" fmla="val 50000"/>
            </a:avLst>
          </a:prstGeom>
          <a:solidFill>
            <a:srgbClr val="0072BC"/>
          </a:solidFill>
          <a:ln w="12700" cap="flat" cmpd="sng" algn="ctr">
            <a:solidFill>
              <a:srgbClr val="FFFFFF"/>
            </a:solidFill>
            <a:prstDash val="solid"/>
            <a:miter lim="800000"/>
          </a:ln>
          <a:effectLst/>
        </p:spPr>
        <p:txBody>
          <a:bodyPr lIns="180000" rtlCol="0" anchor="ctr"/>
          <a:lstStyle/>
          <a:p>
            <a:pPr>
              <a:defRPr/>
            </a:pPr>
            <a:r>
              <a:rPr lang="en-US" sz="1200" b="1" kern="0" noProof="0">
                <a:solidFill>
                  <a:schemeClr val="bg1"/>
                </a:solidFill>
                <a:latin typeface="Aptos" panose="020B0004020202020204" pitchFamily="34" charset="0"/>
              </a:rPr>
              <a:t>OPERATIONS &amp; TECHNOLOGY</a:t>
            </a:r>
          </a:p>
        </p:txBody>
      </p:sp>
      <p:sp>
        <p:nvSpPr>
          <p:cNvPr id="9" name="Elipse 56">
            <a:extLst>
              <a:ext uri="{FF2B5EF4-FFF2-40B4-BE49-F238E27FC236}">
                <a16:creationId xmlns:a16="http://schemas.microsoft.com/office/drawing/2014/main" id="{4E9B68E0-FA6D-F846-4549-B04C9B06D4E3}"/>
              </a:ext>
            </a:extLst>
          </p:cNvPr>
          <p:cNvSpPr/>
          <p:nvPr/>
        </p:nvSpPr>
        <p:spPr>
          <a:xfrm>
            <a:off x="465722" y="1515449"/>
            <a:ext cx="360000" cy="360000"/>
          </a:xfrm>
          <a:prstGeom prst="ellipse">
            <a:avLst/>
          </a:prstGeom>
          <a:solidFill>
            <a:srgbClr val="0072BC"/>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Aparajita" panose="02020603050405020304" pitchFamily="18" charset="0"/>
              </a:rPr>
              <a:t>3</a:t>
            </a:r>
          </a:p>
        </p:txBody>
      </p:sp>
      <p:sp>
        <p:nvSpPr>
          <p:cNvPr id="10" name="Rectángulo: esquinas redondeadas 46">
            <a:extLst>
              <a:ext uri="{FF2B5EF4-FFF2-40B4-BE49-F238E27FC236}">
                <a16:creationId xmlns:a16="http://schemas.microsoft.com/office/drawing/2014/main" id="{46FB428B-BAE8-DF41-AD80-0AF07C3B3011}"/>
              </a:ext>
            </a:extLst>
          </p:cNvPr>
          <p:cNvSpPr/>
          <p:nvPr/>
        </p:nvSpPr>
        <p:spPr>
          <a:xfrm>
            <a:off x="8865532" y="1987136"/>
            <a:ext cx="2736000" cy="286590"/>
          </a:xfrm>
          <a:prstGeom prst="roundRect">
            <a:avLst>
              <a:gd name="adj" fmla="val 50000"/>
            </a:avLst>
          </a:prstGeom>
          <a:solidFill>
            <a:srgbClr val="0072BC"/>
          </a:solidFill>
          <a:ln w="12700" cap="flat" cmpd="sng" algn="ctr">
            <a:solidFill>
              <a:srgbClr val="FFFFFF"/>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ea typeface="+mn-ea"/>
                <a:cs typeface="+mn-cs"/>
                <a:sym typeface="Helvetica Neue Medium"/>
              </a:rPr>
              <a:t>KEY ASSESSMENT CRITERIA</a:t>
            </a:r>
          </a:p>
        </p:txBody>
      </p:sp>
      <p:sp>
        <p:nvSpPr>
          <p:cNvPr id="14" name="Rectángulo: esquinas redondeadas 48">
            <a:extLst>
              <a:ext uri="{FF2B5EF4-FFF2-40B4-BE49-F238E27FC236}">
                <a16:creationId xmlns:a16="http://schemas.microsoft.com/office/drawing/2014/main" id="{DACEF719-4A34-D264-078E-8113C5E0901C}"/>
              </a:ext>
            </a:extLst>
          </p:cNvPr>
          <p:cNvSpPr/>
          <p:nvPr/>
        </p:nvSpPr>
        <p:spPr>
          <a:xfrm>
            <a:off x="800113" y="1960732"/>
            <a:ext cx="1548000" cy="354486"/>
          </a:xfrm>
          <a:prstGeom prst="roundRect">
            <a:avLst>
              <a:gd name="adj" fmla="val 50000"/>
            </a:avLst>
          </a:prstGeom>
          <a:solidFill>
            <a:srgbClr val="0072BC"/>
          </a:solidFill>
          <a:ln w="12700" cap="flat" cmpd="sng" algn="ctr">
            <a:solidFill>
              <a:srgbClr val="FFFFFF"/>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ea typeface="+mn-ea"/>
                <a:cs typeface="+mn-cs"/>
                <a:sym typeface="Helvetica Neue Medium"/>
              </a:rPr>
              <a:t>DIMENSION</a:t>
            </a:r>
          </a:p>
        </p:txBody>
      </p:sp>
      <p:sp>
        <p:nvSpPr>
          <p:cNvPr id="19" name="Rectángulo: esquinas redondeadas 46">
            <a:extLst>
              <a:ext uri="{FF2B5EF4-FFF2-40B4-BE49-F238E27FC236}">
                <a16:creationId xmlns:a16="http://schemas.microsoft.com/office/drawing/2014/main" id="{E14FA7ED-9560-A747-D45D-B4F41802457D}"/>
              </a:ext>
            </a:extLst>
          </p:cNvPr>
          <p:cNvSpPr/>
          <p:nvPr/>
        </p:nvSpPr>
        <p:spPr>
          <a:xfrm>
            <a:off x="2674280" y="1960732"/>
            <a:ext cx="5947206" cy="352750"/>
          </a:xfrm>
          <a:prstGeom prst="roundRect">
            <a:avLst>
              <a:gd name="adj" fmla="val 50000"/>
            </a:avLst>
          </a:prstGeom>
          <a:solidFill>
            <a:srgbClr val="0072BC"/>
          </a:solidFill>
          <a:ln w="12700" cap="flat" cmpd="sng" algn="ctr">
            <a:solidFill>
              <a:srgbClr val="FFFFFF"/>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ea typeface="+mn-ea"/>
                <a:cs typeface="+mn-cs"/>
                <a:sym typeface="Helvetica Neue Medium"/>
              </a:rPr>
              <a:t>DESCRIPTION</a:t>
            </a:r>
          </a:p>
        </p:txBody>
      </p:sp>
      <p:sp>
        <p:nvSpPr>
          <p:cNvPr id="54" name="CuadroTexto 47">
            <a:extLst>
              <a:ext uri="{FF2B5EF4-FFF2-40B4-BE49-F238E27FC236}">
                <a16:creationId xmlns:a16="http://schemas.microsoft.com/office/drawing/2014/main" id="{13357D73-1E5B-9840-02C1-477332F39FAA}"/>
              </a:ext>
            </a:extLst>
          </p:cNvPr>
          <p:cNvSpPr txBox="1"/>
          <p:nvPr/>
        </p:nvSpPr>
        <p:spPr>
          <a:xfrm>
            <a:off x="820624" y="2446906"/>
            <a:ext cx="1852202" cy="620350"/>
          </a:xfrm>
          <a:prstGeom prst="rect">
            <a:avLst/>
          </a:prstGeom>
          <a:noFill/>
        </p:spPr>
        <p:txBody>
          <a:bodyPr wrap="square" anchor="ctr">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2BC"/>
                </a:solidFill>
                <a:effectLst/>
                <a:uLnTx/>
                <a:uFillTx/>
                <a:latin typeface="Aptos" panose="02110004020202020204"/>
                <a:ea typeface="+mn-ea"/>
                <a:cs typeface="Arial" panose="020B0604020202020204" pitchFamily="34" charset="0"/>
                <a:sym typeface="Graphik"/>
              </a:rPr>
              <a:t>Architecture Independence</a:t>
            </a:r>
          </a:p>
        </p:txBody>
      </p:sp>
      <p:sp>
        <p:nvSpPr>
          <p:cNvPr id="60" name="Rectángulo 77">
            <a:extLst>
              <a:ext uri="{FF2B5EF4-FFF2-40B4-BE49-F238E27FC236}">
                <a16:creationId xmlns:a16="http://schemas.microsoft.com/office/drawing/2014/main" id="{28E7301E-9B74-DB67-5A84-BCAED5F8B5C1}"/>
              </a:ext>
            </a:extLst>
          </p:cNvPr>
          <p:cNvSpPr/>
          <p:nvPr/>
        </p:nvSpPr>
        <p:spPr>
          <a:xfrm>
            <a:off x="2674279" y="2446906"/>
            <a:ext cx="5947207" cy="62035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Assesses whether the technology architecture is open, transparent, auditable and based on documented standards, reducing dependency on proprietary interfaces and opaque design.</a:t>
            </a:r>
          </a:p>
        </p:txBody>
      </p:sp>
      <p:cxnSp>
        <p:nvCxnSpPr>
          <p:cNvPr id="61" name="Conector recto 98">
            <a:extLst>
              <a:ext uri="{FF2B5EF4-FFF2-40B4-BE49-F238E27FC236}">
                <a16:creationId xmlns:a16="http://schemas.microsoft.com/office/drawing/2014/main" id="{0E706C1B-D320-ECBE-D818-3AD4B68F1E20}"/>
              </a:ext>
            </a:extLst>
          </p:cNvPr>
          <p:cNvCxnSpPr>
            <a:cxnSpLocks/>
          </p:cNvCxnSpPr>
          <p:nvPr/>
        </p:nvCxnSpPr>
        <p:spPr>
          <a:xfrm>
            <a:off x="1060286" y="3098765"/>
            <a:ext cx="7189941" cy="0"/>
          </a:xfrm>
          <a:prstGeom prst="line">
            <a:avLst/>
          </a:prstGeom>
          <a:noFill/>
          <a:ln w="3175" cap="flat" cmpd="sng" algn="ctr">
            <a:solidFill>
              <a:srgbClr val="E8E8E8">
                <a:lumMod val="90000"/>
              </a:srgbClr>
            </a:solidFill>
            <a:prstDash val="dash"/>
            <a:miter lim="800000"/>
          </a:ln>
          <a:effectLst/>
        </p:spPr>
      </p:cxnSp>
      <p:sp>
        <p:nvSpPr>
          <p:cNvPr id="79" name="CuadroTexto 47">
            <a:extLst>
              <a:ext uri="{FF2B5EF4-FFF2-40B4-BE49-F238E27FC236}">
                <a16:creationId xmlns:a16="http://schemas.microsoft.com/office/drawing/2014/main" id="{8ED52D7B-5B61-90EC-9524-CF7C975E3BD0}"/>
              </a:ext>
            </a:extLst>
          </p:cNvPr>
          <p:cNvSpPr txBox="1"/>
          <p:nvPr/>
        </p:nvSpPr>
        <p:spPr>
          <a:xfrm>
            <a:off x="820624" y="3130274"/>
            <a:ext cx="1764000" cy="620350"/>
          </a:xfrm>
          <a:prstGeom prst="rect">
            <a:avLst/>
          </a:prstGeom>
          <a:noFill/>
        </p:spPr>
        <p:txBody>
          <a:bodyPr wrap="square" anchor="ctr">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2BC"/>
                </a:solidFill>
                <a:effectLst/>
                <a:uLnTx/>
                <a:uFillTx/>
                <a:latin typeface="Aptos" panose="02110004020202020204"/>
                <a:ea typeface="+mn-ea"/>
                <a:cs typeface="Arial" panose="020B0604020202020204" pitchFamily="34" charset="0"/>
                <a:sym typeface="Graphik"/>
              </a:rPr>
              <a:t>Operational Autonomy</a:t>
            </a:r>
          </a:p>
        </p:txBody>
      </p:sp>
      <p:sp>
        <p:nvSpPr>
          <p:cNvPr id="80" name="Rectángulo 77">
            <a:extLst>
              <a:ext uri="{FF2B5EF4-FFF2-40B4-BE49-F238E27FC236}">
                <a16:creationId xmlns:a16="http://schemas.microsoft.com/office/drawing/2014/main" id="{B78872AD-76B3-E7E1-2893-DCE6200C8B29}"/>
              </a:ext>
            </a:extLst>
          </p:cNvPr>
          <p:cNvSpPr/>
          <p:nvPr/>
        </p:nvSpPr>
        <p:spPr>
          <a:xfrm>
            <a:off x="2674279" y="3130274"/>
            <a:ext cx="5947207" cy="62035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Evaluates whether the technology can be operated, supported and evolved by EU/UK teams, with sufficient documentation, skills and know-how to sustain long-term autonomy.</a:t>
            </a:r>
          </a:p>
        </p:txBody>
      </p:sp>
      <p:cxnSp>
        <p:nvCxnSpPr>
          <p:cNvPr id="81" name="Conector recto 98">
            <a:extLst>
              <a:ext uri="{FF2B5EF4-FFF2-40B4-BE49-F238E27FC236}">
                <a16:creationId xmlns:a16="http://schemas.microsoft.com/office/drawing/2014/main" id="{7B4B8109-67E2-B171-8869-40BA70CBCADB}"/>
              </a:ext>
            </a:extLst>
          </p:cNvPr>
          <p:cNvCxnSpPr>
            <a:cxnSpLocks/>
          </p:cNvCxnSpPr>
          <p:nvPr/>
        </p:nvCxnSpPr>
        <p:spPr>
          <a:xfrm>
            <a:off x="1060286" y="3782133"/>
            <a:ext cx="7189941" cy="0"/>
          </a:xfrm>
          <a:prstGeom prst="line">
            <a:avLst/>
          </a:prstGeom>
          <a:noFill/>
          <a:ln w="3175" cap="flat" cmpd="sng" algn="ctr">
            <a:solidFill>
              <a:srgbClr val="E8E8E8">
                <a:lumMod val="90000"/>
              </a:srgbClr>
            </a:solidFill>
            <a:prstDash val="dash"/>
            <a:miter lim="800000"/>
          </a:ln>
          <a:effectLst/>
        </p:spPr>
      </p:cxnSp>
      <p:sp>
        <p:nvSpPr>
          <p:cNvPr id="83" name="CuadroTexto 47">
            <a:extLst>
              <a:ext uri="{FF2B5EF4-FFF2-40B4-BE49-F238E27FC236}">
                <a16:creationId xmlns:a16="http://schemas.microsoft.com/office/drawing/2014/main" id="{CB4B89F7-926E-7C17-296A-002E18F972C3}"/>
              </a:ext>
            </a:extLst>
          </p:cNvPr>
          <p:cNvSpPr txBox="1"/>
          <p:nvPr/>
        </p:nvSpPr>
        <p:spPr>
          <a:xfrm>
            <a:off x="820624" y="3813642"/>
            <a:ext cx="1764000" cy="620350"/>
          </a:xfrm>
          <a:prstGeom prst="rect">
            <a:avLst/>
          </a:prstGeom>
          <a:noFill/>
        </p:spPr>
        <p:txBody>
          <a:bodyPr wrap="square" anchor="ctr">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2BC"/>
                </a:solidFill>
                <a:effectLst/>
                <a:uLnTx/>
                <a:uFillTx/>
                <a:latin typeface="Aptos" panose="02110004020202020204"/>
                <a:ea typeface="+mn-ea"/>
                <a:cs typeface="Arial" panose="020B0604020202020204" pitchFamily="34" charset="0"/>
                <a:sym typeface="Graphik"/>
              </a:rPr>
              <a:t>Portability &amp; Exit</a:t>
            </a:r>
          </a:p>
        </p:txBody>
      </p:sp>
      <p:sp>
        <p:nvSpPr>
          <p:cNvPr id="6" name="Rectángulo 77">
            <a:extLst>
              <a:ext uri="{FF2B5EF4-FFF2-40B4-BE49-F238E27FC236}">
                <a16:creationId xmlns:a16="http://schemas.microsoft.com/office/drawing/2014/main" id="{FF974C22-62F7-169F-2C8A-EB5C0CD59F1E}"/>
              </a:ext>
            </a:extLst>
          </p:cNvPr>
          <p:cNvSpPr/>
          <p:nvPr/>
        </p:nvSpPr>
        <p:spPr>
          <a:xfrm>
            <a:off x="2674279" y="3813642"/>
            <a:ext cx="5947207" cy="62035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Examines the practical ability to migrate workloads, configurations and operational processes to an alternative EU-controlled solution within acceptable cost, time and redesign effort.</a:t>
            </a:r>
          </a:p>
        </p:txBody>
      </p:sp>
      <p:cxnSp>
        <p:nvCxnSpPr>
          <p:cNvPr id="87" name="Conector recto 98">
            <a:extLst>
              <a:ext uri="{FF2B5EF4-FFF2-40B4-BE49-F238E27FC236}">
                <a16:creationId xmlns:a16="http://schemas.microsoft.com/office/drawing/2014/main" id="{70FDD042-D487-2AE2-A7A0-F7E51E17FD71}"/>
              </a:ext>
            </a:extLst>
          </p:cNvPr>
          <p:cNvCxnSpPr>
            <a:cxnSpLocks/>
          </p:cNvCxnSpPr>
          <p:nvPr/>
        </p:nvCxnSpPr>
        <p:spPr>
          <a:xfrm>
            <a:off x="1060286" y="4465501"/>
            <a:ext cx="7189941" cy="0"/>
          </a:xfrm>
          <a:prstGeom prst="line">
            <a:avLst/>
          </a:prstGeom>
          <a:noFill/>
          <a:ln w="3175" cap="flat" cmpd="sng" algn="ctr">
            <a:solidFill>
              <a:srgbClr val="E8E8E8">
                <a:lumMod val="90000"/>
              </a:srgbClr>
            </a:solidFill>
            <a:prstDash val="dash"/>
            <a:miter lim="800000"/>
          </a:ln>
          <a:effectLst/>
        </p:spPr>
      </p:cxnSp>
      <p:sp>
        <p:nvSpPr>
          <p:cNvPr id="89" name="CuadroTexto 47">
            <a:extLst>
              <a:ext uri="{FF2B5EF4-FFF2-40B4-BE49-F238E27FC236}">
                <a16:creationId xmlns:a16="http://schemas.microsoft.com/office/drawing/2014/main" id="{0F83BA7A-9760-C0B5-5813-AA0F40C3E877}"/>
              </a:ext>
            </a:extLst>
          </p:cNvPr>
          <p:cNvSpPr txBox="1"/>
          <p:nvPr/>
        </p:nvSpPr>
        <p:spPr>
          <a:xfrm>
            <a:off x="820624" y="4497010"/>
            <a:ext cx="1764000" cy="620350"/>
          </a:xfrm>
          <a:prstGeom prst="rect">
            <a:avLst/>
          </a:prstGeom>
          <a:noFill/>
        </p:spPr>
        <p:txBody>
          <a:bodyPr wrap="square" anchor="ctr">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2BC"/>
                </a:solidFill>
                <a:effectLst/>
                <a:uLnTx/>
                <a:uFillTx/>
                <a:latin typeface="Aptos" panose="02110004020202020204"/>
                <a:ea typeface="+mn-ea"/>
                <a:cs typeface="Arial" panose="020B0604020202020204" pitchFamily="34" charset="0"/>
                <a:sym typeface="Graphik"/>
              </a:rPr>
              <a:t>Supply Chain</a:t>
            </a:r>
          </a:p>
        </p:txBody>
      </p:sp>
      <p:sp>
        <p:nvSpPr>
          <p:cNvPr id="91" name="Rectángulo 77">
            <a:extLst>
              <a:ext uri="{FF2B5EF4-FFF2-40B4-BE49-F238E27FC236}">
                <a16:creationId xmlns:a16="http://schemas.microsoft.com/office/drawing/2014/main" id="{3FA75C6F-B9DF-37AF-3F5A-87B7AE5EFC56}"/>
              </a:ext>
            </a:extLst>
          </p:cNvPr>
          <p:cNvSpPr/>
          <p:nvPr/>
        </p:nvSpPr>
        <p:spPr>
          <a:xfrm>
            <a:off x="2674279" y="4497010"/>
            <a:ext cx="5947207" cy="62035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Reviews the provenance, governance and auditability of critical hardware, firmware, embedded code, software packaging, distribution, updates and sub-supplier dependencies.</a:t>
            </a:r>
          </a:p>
        </p:txBody>
      </p:sp>
      <p:cxnSp>
        <p:nvCxnSpPr>
          <p:cNvPr id="93" name="Conector recto 98">
            <a:extLst>
              <a:ext uri="{FF2B5EF4-FFF2-40B4-BE49-F238E27FC236}">
                <a16:creationId xmlns:a16="http://schemas.microsoft.com/office/drawing/2014/main" id="{0961CFD8-F152-CD95-DBF4-4A4A19F1E0E9}"/>
              </a:ext>
            </a:extLst>
          </p:cNvPr>
          <p:cNvCxnSpPr>
            <a:cxnSpLocks/>
          </p:cNvCxnSpPr>
          <p:nvPr/>
        </p:nvCxnSpPr>
        <p:spPr>
          <a:xfrm>
            <a:off x="1060285" y="5832237"/>
            <a:ext cx="7189941" cy="0"/>
          </a:xfrm>
          <a:prstGeom prst="line">
            <a:avLst/>
          </a:prstGeom>
          <a:noFill/>
          <a:ln w="3175" cap="flat" cmpd="sng" algn="ctr">
            <a:solidFill>
              <a:srgbClr val="E8E8E8">
                <a:lumMod val="90000"/>
              </a:srgbClr>
            </a:solidFill>
            <a:prstDash val="dash"/>
            <a:miter lim="800000"/>
          </a:ln>
          <a:effectLst/>
        </p:spPr>
      </p:cxnSp>
      <p:sp>
        <p:nvSpPr>
          <p:cNvPr id="95" name="CuadroTexto 47">
            <a:extLst>
              <a:ext uri="{FF2B5EF4-FFF2-40B4-BE49-F238E27FC236}">
                <a16:creationId xmlns:a16="http://schemas.microsoft.com/office/drawing/2014/main" id="{7A803BD2-CD8C-D9F2-C68B-D888B50B7602}"/>
              </a:ext>
            </a:extLst>
          </p:cNvPr>
          <p:cNvSpPr txBox="1"/>
          <p:nvPr/>
        </p:nvSpPr>
        <p:spPr>
          <a:xfrm>
            <a:off x="820623" y="5863743"/>
            <a:ext cx="1852201" cy="620350"/>
          </a:xfrm>
          <a:prstGeom prst="rect">
            <a:avLst/>
          </a:prstGeom>
          <a:noFill/>
        </p:spPr>
        <p:txBody>
          <a:bodyPr wrap="square" anchor="ctr">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2BC"/>
                </a:solidFill>
                <a:effectLst/>
                <a:uLnTx/>
                <a:uFillTx/>
                <a:latin typeface="Aptos" panose="02110004020202020204"/>
                <a:ea typeface="+mn-ea"/>
                <a:cs typeface="Arial" panose="020B0604020202020204" pitchFamily="34" charset="0"/>
                <a:sym typeface="Graphik"/>
              </a:rPr>
              <a:t>IP, Development &amp; Technology Jurisdiction</a:t>
            </a:r>
          </a:p>
        </p:txBody>
      </p:sp>
      <p:sp>
        <p:nvSpPr>
          <p:cNvPr id="97" name="Rectángulo 77">
            <a:extLst>
              <a:ext uri="{FF2B5EF4-FFF2-40B4-BE49-F238E27FC236}">
                <a16:creationId xmlns:a16="http://schemas.microsoft.com/office/drawing/2014/main" id="{91FBA73D-8FFC-ABF0-F90F-B4CCFEB220E6}"/>
              </a:ext>
            </a:extLst>
          </p:cNvPr>
          <p:cNvSpPr/>
          <p:nvPr/>
        </p:nvSpPr>
        <p:spPr>
          <a:xfrm>
            <a:off x="2674279" y="5863743"/>
            <a:ext cx="5947207" cy="62035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Evaluates the jurisdiction governing intellectual property creation, registration, licensing, development, software distribution, update rights and technology restrictions such as export controls.</a:t>
            </a:r>
          </a:p>
        </p:txBody>
      </p:sp>
      <p:sp>
        <p:nvSpPr>
          <p:cNvPr id="11" name="Rectángulo 77">
            <a:extLst>
              <a:ext uri="{FF2B5EF4-FFF2-40B4-BE49-F238E27FC236}">
                <a16:creationId xmlns:a16="http://schemas.microsoft.com/office/drawing/2014/main" id="{ADA1B485-5B4A-5797-29E5-B0DA69A7CD90}"/>
              </a:ext>
            </a:extLst>
          </p:cNvPr>
          <p:cNvSpPr/>
          <p:nvPr/>
        </p:nvSpPr>
        <p:spPr>
          <a:xfrm>
            <a:off x="8711140" y="2431817"/>
            <a:ext cx="3415211" cy="3983565"/>
          </a:xfrm>
          <a:prstGeom prst="rect">
            <a:avLst/>
          </a:prstGeom>
          <a:noFill/>
          <a:ln w="19050" cap="flat" cmpd="sng" algn="ctr">
            <a:noFill/>
            <a:prstDash val="solid"/>
            <a:miter lim="800000"/>
          </a:ln>
          <a:effectLst/>
        </p:spPr>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Critical services use documented APIs, open standards and transparent integration patterns that limit proprietary lock-in.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Teams in approved jurisdictions have the runbooks, documentation, skills, source access or know-how required to operate and evolve the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Workloads can be migrated to credible alternatives with measurable cost, time and redesign constraints.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Hardware, firmware, embedded code, software origin, update channels and package integrity are traceable and governed.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Supplier and sub-supplier chains are visible, contractually auditable and supported by SBOMs, licensing evidence and update-governance records.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Reliance on non-EU compute, accelerators, software ecosystems, operational jurisdictions and IP control points is assessed and mitigated where material.</a:t>
            </a:r>
          </a:p>
        </p:txBody>
      </p:sp>
      <p:sp>
        <p:nvSpPr>
          <p:cNvPr id="5" name="CuadroTexto 47">
            <a:extLst>
              <a:ext uri="{FF2B5EF4-FFF2-40B4-BE49-F238E27FC236}">
                <a16:creationId xmlns:a16="http://schemas.microsoft.com/office/drawing/2014/main" id="{3C6DE4D1-C536-3993-C9A7-19C9E5683EF9}"/>
              </a:ext>
            </a:extLst>
          </p:cNvPr>
          <p:cNvSpPr txBox="1"/>
          <p:nvPr/>
        </p:nvSpPr>
        <p:spPr>
          <a:xfrm>
            <a:off x="820624" y="5180378"/>
            <a:ext cx="1764000" cy="620350"/>
          </a:xfrm>
          <a:prstGeom prst="rect">
            <a:avLst/>
          </a:prstGeom>
          <a:noFill/>
        </p:spPr>
        <p:txBody>
          <a:bodyPr wrap="square" anchor="ctr">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2BC"/>
                </a:solidFill>
                <a:effectLst/>
                <a:uLnTx/>
                <a:uFillTx/>
                <a:latin typeface="Aptos" panose="02110004020202020204"/>
                <a:ea typeface="+mn-ea"/>
                <a:cs typeface="Arial" panose="020B0604020202020204" pitchFamily="34" charset="0"/>
                <a:sym typeface="Graphik"/>
              </a:rPr>
              <a:t>Technology Stack Independence</a:t>
            </a:r>
          </a:p>
        </p:txBody>
      </p:sp>
      <p:sp>
        <p:nvSpPr>
          <p:cNvPr id="12" name="Rectángulo 77">
            <a:extLst>
              <a:ext uri="{FF2B5EF4-FFF2-40B4-BE49-F238E27FC236}">
                <a16:creationId xmlns:a16="http://schemas.microsoft.com/office/drawing/2014/main" id="{1DFAFABB-BAFA-E580-3D44-38AB1E36BFE0}"/>
              </a:ext>
            </a:extLst>
          </p:cNvPr>
          <p:cNvSpPr/>
          <p:nvPr/>
        </p:nvSpPr>
        <p:spPr>
          <a:xfrm>
            <a:off x="2674279" y="5180378"/>
            <a:ext cx="5947207" cy="62035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Assesses dependency on critical compute, processors, accelerators, runtimes, managed services, software ecosystems and IP control points.</a:t>
            </a:r>
          </a:p>
        </p:txBody>
      </p:sp>
      <p:cxnSp>
        <p:nvCxnSpPr>
          <p:cNvPr id="13" name="Conector recto 98">
            <a:extLst>
              <a:ext uri="{FF2B5EF4-FFF2-40B4-BE49-F238E27FC236}">
                <a16:creationId xmlns:a16="http://schemas.microsoft.com/office/drawing/2014/main" id="{81C90AF4-87E2-1EF8-FAFD-EF34550A21F0}"/>
              </a:ext>
            </a:extLst>
          </p:cNvPr>
          <p:cNvCxnSpPr>
            <a:cxnSpLocks/>
          </p:cNvCxnSpPr>
          <p:nvPr/>
        </p:nvCxnSpPr>
        <p:spPr>
          <a:xfrm>
            <a:off x="1060285" y="5148869"/>
            <a:ext cx="7189941" cy="0"/>
          </a:xfrm>
          <a:prstGeom prst="line">
            <a:avLst/>
          </a:prstGeom>
          <a:noFill/>
          <a:ln w="3175" cap="flat" cmpd="sng" algn="ctr">
            <a:solidFill>
              <a:srgbClr val="E8E8E8">
                <a:lumMod val="90000"/>
              </a:srgbClr>
            </a:solidFill>
            <a:prstDash val="dash"/>
            <a:miter lim="800000"/>
          </a:ln>
          <a:effectLst/>
        </p:spPr>
      </p:cxnSp>
      <p:grpSp>
        <p:nvGrpSpPr>
          <p:cNvPr id="15" name="Group 14">
            <a:extLst>
              <a:ext uri="{FF2B5EF4-FFF2-40B4-BE49-F238E27FC236}">
                <a16:creationId xmlns:a16="http://schemas.microsoft.com/office/drawing/2014/main" id="{CA3B0D7B-DB54-0761-69F2-5A2C6AE4D28A}"/>
              </a:ext>
            </a:extLst>
          </p:cNvPr>
          <p:cNvGrpSpPr/>
          <p:nvPr/>
        </p:nvGrpSpPr>
        <p:grpSpPr>
          <a:xfrm>
            <a:off x="10821387" y="217661"/>
            <a:ext cx="1040411" cy="394234"/>
            <a:chOff x="10821387" y="217661"/>
            <a:chExt cx="1040411" cy="394234"/>
          </a:xfrm>
        </p:grpSpPr>
        <p:pic>
          <p:nvPicPr>
            <p:cNvPr id="16" name="Picture 15">
              <a:extLst>
                <a:ext uri="{FF2B5EF4-FFF2-40B4-BE49-F238E27FC236}">
                  <a16:creationId xmlns:a16="http://schemas.microsoft.com/office/drawing/2014/main" id="{70C53C95-2280-19EC-F019-124D1A7FF3BD}"/>
                </a:ext>
              </a:extLst>
            </p:cNvPr>
            <p:cNvPicPr>
              <a:picLocks noChangeAspect="1"/>
            </p:cNvPicPr>
            <p:nvPr/>
          </p:nvPicPr>
          <p:blipFill>
            <a:blip r:embed="rId5">
              <a:alphaModFix amt="30000"/>
            </a:blip>
            <a:stretch>
              <a:fillRect/>
            </a:stretch>
          </p:blipFill>
          <p:spPr>
            <a:xfrm>
              <a:off x="10821387" y="217661"/>
              <a:ext cx="443513" cy="394234"/>
            </a:xfrm>
            <a:prstGeom prst="rect">
              <a:avLst/>
            </a:prstGeom>
          </p:spPr>
        </p:pic>
        <p:pic>
          <p:nvPicPr>
            <p:cNvPr id="17" name="Picture 16">
              <a:extLst>
                <a:ext uri="{FF2B5EF4-FFF2-40B4-BE49-F238E27FC236}">
                  <a16:creationId xmlns:a16="http://schemas.microsoft.com/office/drawing/2014/main" id="{D7B1CD9D-BE7E-3C7C-0955-C52D226251EC}"/>
                </a:ext>
              </a:extLst>
            </p:cNvPr>
            <p:cNvPicPr>
              <a:picLocks noChangeAspect="1"/>
            </p:cNvPicPr>
            <p:nvPr/>
          </p:nvPicPr>
          <p:blipFill>
            <a:blip r:embed="rId6"/>
            <a:stretch>
              <a:fillRect/>
            </a:stretch>
          </p:blipFill>
          <p:spPr>
            <a:xfrm>
              <a:off x="11414178" y="217661"/>
              <a:ext cx="447620" cy="394234"/>
            </a:xfrm>
            <a:prstGeom prst="rect">
              <a:avLst/>
            </a:prstGeom>
          </p:spPr>
        </p:pic>
      </p:grpSp>
    </p:spTree>
    <p:extLst>
      <p:ext uri="{BB962C8B-B14F-4D97-AF65-F5344CB8AC3E}">
        <p14:creationId xmlns:p14="http://schemas.microsoft.com/office/powerpoint/2010/main" val="3885192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DE98C-7186-750A-6CC7-D069FAA2D7DF}"/>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6508668E-9ADB-D2BB-5E31-2E8889968B5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6508668E-9ADB-D2BB-5E31-2E8889968B5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E164F4D3-8C04-DEE7-BEC5-956F0384EFFC}"/>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noProof="0">
                <a:solidFill>
                  <a:schemeClr val="tx1"/>
                </a:solidFill>
                <a:latin typeface="Aptos" panose="020B0004020202020204" pitchFamily="34" charset="0"/>
              </a:rPr>
              <a:t>IT Sovereignty Assessment Model - Dimension Details</a:t>
            </a:r>
          </a:p>
        </p:txBody>
      </p:sp>
      <p:sp>
        <p:nvSpPr>
          <p:cNvPr id="3" name="Title 12">
            <a:extLst>
              <a:ext uri="{FF2B5EF4-FFF2-40B4-BE49-F238E27FC236}">
                <a16:creationId xmlns:a16="http://schemas.microsoft.com/office/drawing/2014/main" id="{EB1F74FE-AB2A-9699-A637-C1C05E86E6AE}"/>
              </a:ext>
            </a:extLst>
          </p:cNvPr>
          <p:cNvSpPr>
            <a:spLocks noGrp="1"/>
          </p:cNvSpPr>
          <p:nvPr>
            <p:ph type="title"/>
          </p:nvPr>
        </p:nvSpPr>
        <p:spPr>
          <a:xfrm>
            <a:off x="465722" y="794031"/>
            <a:ext cx="11446876" cy="584775"/>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t>Each domain is broken down into </a:t>
            </a:r>
            <a:r>
              <a:rPr lang="en-US" b="1" noProof="0"/>
              <a:t>assessment dimensions and key criteria</a:t>
            </a:r>
            <a:r>
              <a:rPr lang="en-US" noProof="0"/>
              <a:t> to evaluate the organization’s control, dependency and resilience posture.</a:t>
            </a:r>
          </a:p>
        </p:txBody>
      </p:sp>
      <p:sp>
        <p:nvSpPr>
          <p:cNvPr id="4" name="Rectángulo 104">
            <a:extLst>
              <a:ext uri="{FF2B5EF4-FFF2-40B4-BE49-F238E27FC236}">
                <a16:creationId xmlns:a16="http://schemas.microsoft.com/office/drawing/2014/main" id="{56ABA6FD-9462-312B-0526-20EDD9CD4C27}"/>
              </a:ext>
            </a:extLst>
          </p:cNvPr>
          <p:cNvSpPr/>
          <p:nvPr/>
        </p:nvSpPr>
        <p:spPr>
          <a:xfrm>
            <a:off x="8711141" y="1667507"/>
            <a:ext cx="3467156" cy="4747875"/>
          </a:xfrm>
          <a:prstGeom prst="rect">
            <a:avLst/>
          </a:prstGeom>
          <a:solidFill>
            <a:schemeClr val="bg1">
              <a:lumMod val="95000"/>
            </a:schemeClr>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8" name="Rectángulo: esquinas redondeadas 36">
            <a:extLst>
              <a:ext uri="{FF2B5EF4-FFF2-40B4-BE49-F238E27FC236}">
                <a16:creationId xmlns:a16="http://schemas.microsoft.com/office/drawing/2014/main" id="{29878C7F-EEFD-50E5-F87E-61C2AEFF7717}"/>
              </a:ext>
            </a:extLst>
          </p:cNvPr>
          <p:cNvSpPr/>
          <p:nvPr/>
        </p:nvSpPr>
        <p:spPr>
          <a:xfrm>
            <a:off x="679999" y="1549774"/>
            <a:ext cx="11637998" cy="291350"/>
          </a:xfrm>
          <a:prstGeom prst="roundRect">
            <a:avLst>
              <a:gd name="adj" fmla="val 50000"/>
            </a:avLst>
          </a:prstGeom>
          <a:solidFill>
            <a:srgbClr val="19A3FC"/>
          </a:solidFill>
          <a:ln w="12700" cap="flat" cmpd="sng" algn="ctr">
            <a:solidFill>
              <a:srgbClr val="FFFFFF"/>
            </a:solidFill>
            <a:prstDash val="solid"/>
            <a:miter lim="800000"/>
          </a:ln>
          <a:effectLst/>
        </p:spPr>
        <p:txBody>
          <a:bodyPr lIns="180000" rtlCol="0" anchor="ctr"/>
          <a:lstStyle/>
          <a:p>
            <a:pPr lvl="0">
              <a:defRPr/>
            </a:pPr>
            <a:r>
              <a:rPr lang="en-US" sz="1200" b="1" kern="0" noProof="0">
                <a:solidFill>
                  <a:schemeClr val="bg1"/>
                </a:solidFill>
                <a:latin typeface="Aptos" panose="020B0004020202020204" pitchFamily="34" charset="0"/>
              </a:rPr>
              <a:t>SECURITY &amp; COMPLIANCE</a:t>
            </a:r>
          </a:p>
        </p:txBody>
      </p:sp>
      <p:sp>
        <p:nvSpPr>
          <p:cNvPr id="9" name="Elipse 56">
            <a:extLst>
              <a:ext uri="{FF2B5EF4-FFF2-40B4-BE49-F238E27FC236}">
                <a16:creationId xmlns:a16="http://schemas.microsoft.com/office/drawing/2014/main" id="{522D24AD-2A5B-EC32-28FC-F008F63D6624}"/>
              </a:ext>
            </a:extLst>
          </p:cNvPr>
          <p:cNvSpPr/>
          <p:nvPr/>
        </p:nvSpPr>
        <p:spPr>
          <a:xfrm>
            <a:off x="465722" y="1515449"/>
            <a:ext cx="360000" cy="360000"/>
          </a:xfrm>
          <a:prstGeom prst="ellipse">
            <a:avLst/>
          </a:prstGeom>
          <a:solidFill>
            <a:srgbClr val="19A3FC"/>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kern="0" noProof="0">
                <a:solidFill>
                  <a:schemeClr val="bg1"/>
                </a:solidFill>
                <a:latin typeface="Aptos" panose="020B0004020202020204" pitchFamily="34" charset="0"/>
              </a:rPr>
              <a:t>4</a:t>
            </a:r>
            <a:endParaRPr kumimoji="0" lang="en-US" sz="1800" b="0" i="0" u="none" strike="noStrike" kern="0" cap="none" spc="0" normalizeH="0" baseline="0" noProof="0">
              <a:ln>
                <a:noFill/>
              </a:ln>
              <a:solidFill>
                <a:schemeClr val="bg1"/>
              </a:solidFill>
              <a:effectLst/>
              <a:uLnTx/>
              <a:uFillTx/>
              <a:latin typeface="Aptos" panose="020B0004020202020204" pitchFamily="34" charset="0"/>
            </a:endParaRPr>
          </a:p>
        </p:txBody>
      </p:sp>
      <p:sp>
        <p:nvSpPr>
          <p:cNvPr id="10" name="Rectángulo: esquinas redondeadas 46">
            <a:extLst>
              <a:ext uri="{FF2B5EF4-FFF2-40B4-BE49-F238E27FC236}">
                <a16:creationId xmlns:a16="http://schemas.microsoft.com/office/drawing/2014/main" id="{CBE7EC16-F2EA-D0A1-5671-5852B71698F3}"/>
              </a:ext>
            </a:extLst>
          </p:cNvPr>
          <p:cNvSpPr/>
          <p:nvPr/>
        </p:nvSpPr>
        <p:spPr>
          <a:xfrm>
            <a:off x="8865532" y="1987136"/>
            <a:ext cx="2736000" cy="286590"/>
          </a:xfrm>
          <a:prstGeom prst="roundRect">
            <a:avLst>
              <a:gd name="adj" fmla="val 50000"/>
            </a:avLst>
          </a:prstGeom>
          <a:solidFill>
            <a:srgbClr val="19A3FC"/>
          </a:solidFill>
          <a:ln w="12700" cap="flat" cmpd="sng" algn="ctr">
            <a:solidFill>
              <a:srgbClr val="FFFFFF"/>
            </a:solidFill>
            <a:prstDash val="solid"/>
            <a:miter lim="800000"/>
          </a:ln>
          <a:effectLst/>
        </p:spPr>
        <p:txBody>
          <a:bodyPr rtlCol="0" anchor="ctr"/>
          <a:lstStyle/>
          <a:p>
            <a:pPr>
              <a:defRPr/>
            </a:pPr>
            <a:r>
              <a:rPr lang="en-US" sz="1200" b="1" kern="0" noProof="0">
                <a:solidFill>
                  <a:schemeClr val="bg1"/>
                </a:solidFill>
                <a:latin typeface="Aptos" panose="020B0004020202020204" pitchFamily="34" charset="0"/>
                <a:sym typeface="Helvetica Neue Medium"/>
              </a:rPr>
              <a:t>KEY ASSESSMENT CRITERIA</a:t>
            </a:r>
          </a:p>
        </p:txBody>
      </p:sp>
      <p:sp>
        <p:nvSpPr>
          <p:cNvPr id="14" name="Rectángulo: esquinas redondeadas 48">
            <a:extLst>
              <a:ext uri="{FF2B5EF4-FFF2-40B4-BE49-F238E27FC236}">
                <a16:creationId xmlns:a16="http://schemas.microsoft.com/office/drawing/2014/main" id="{1FAB6B3B-90A6-F03D-BBBC-F33AE3D65BD1}"/>
              </a:ext>
            </a:extLst>
          </p:cNvPr>
          <p:cNvSpPr/>
          <p:nvPr/>
        </p:nvSpPr>
        <p:spPr>
          <a:xfrm>
            <a:off x="800113" y="1960732"/>
            <a:ext cx="1548000" cy="354486"/>
          </a:xfrm>
          <a:prstGeom prst="roundRect">
            <a:avLst>
              <a:gd name="adj" fmla="val 50000"/>
            </a:avLst>
          </a:prstGeom>
          <a:solidFill>
            <a:srgbClr val="19A3FC"/>
          </a:solidFill>
          <a:ln w="12700" cap="flat" cmpd="sng" algn="ctr">
            <a:solidFill>
              <a:srgbClr val="FFFFFF"/>
            </a:solidFill>
            <a:prstDash val="solid"/>
            <a:miter lim="800000"/>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bg1"/>
                </a:solidFill>
                <a:effectLst/>
                <a:uLnTx/>
                <a:uFillTx/>
                <a:latin typeface="Aptos" panose="020B0004020202020204" pitchFamily="34" charset="0"/>
                <a:sym typeface="Helvetica Neue Medium"/>
              </a:rPr>
              <a:t>DIMENSION</a:t>
            </a:r>
          </a:p>
        </p:txBody>
      </p:sp>
      <p:sp>
        <p:nvSpPr>
          <p:cNvPr id="19" name="Rectángulo: esquinas redondeadas 46">
            <a:extLst>
              <a:ext uri="{FF2B5EF4-FFF2-40B4-BE49-F238E27FC236}">
                <a16:creationId xmlns:a16="http://schemas.microsoft.com/office/drawing/2014/main" id="{C29CFB7A-2A21-03EC-25BE-929DAC4B453D}"/>
              </a:ext>
            </a:extLst>
          </p:cNvPr>
          <p:cNvSpPr/>
          <p:nvPr/>
        </p:nvSpPr>
        <p:spPr>
          <a:xfrm>
            <a:off x="2674280" y="1960732"/>
            <a:ext cx="5947206" cy="352750"/>
          </a:xfrm>
          <a:prstGeom prst="roundRect">
            <a:avLst>
              <a:gd name="adj" fmla="val 50000"/>
            </a:avLst>
          </a:prstGeom>
          <a:solidFill>
            <a:srgbClr val="19A3FC"/>
          </a:solidFill>
          <a:ln w="12700" cap="flat" cmpd="sng" algn="ctr">
            <a:solidFill>
              <a:srgbClr val="FFFFFF"/>
            </a:solidFill>
            <a:prstDash val="solid"/>
            <a:miter lim="800000"/>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bg1"/>
                </a:solidFill>
                <a:effectLst/>
                <a:uLnTx/>
                <a:uFillTx/>
                <a:latin typeface="Aptos" panose="020B0004020202020204" pitchFamily="34" charset="0"/>
                <a:sym typeface="Helvetica Neue Medium"/>
              </a:rPr>
              <a:t>DESCRIPTION</a:t>
            </a:r>
          </a:p>
        </p:txBody>
      </p:sp>
      <p:sp>
        <p:nvSpPr>
          <p:cNvPr id="54" name="CuadroTexto 47">
            <a:extLst>
              <a:ext uri="{FF2B5EF4-FFF2-40B4-BE49-F238E27FC236}">
                <a16:creationId xmlns:a16="http://schemas.microsoft.com/office/drawing/2014/main" id="{01750E5F-E4D5-2D0B-7025-DDDB19CFD916}"/>
              </a:ext>
            </a:extLst>
          </p:cNvPr>
          <p:cNvSpPr txBox="1"/>
          <p:nvPr/>
        </p:nvSpPr>
        <p:spPr>
          <a:xfrm>
            <a:off x="820624" y="2446906"/>
            <a:ext cx="1852202" cy="620350"/>
          </a:xfrm>
          <a:prstGeom prst="rect">
            <a:avLst/>
          </a:prstGeom>
          <a:noFill/>
        </p:spPr>
        <p:txBody>
          <a:bodyPr wrap="square" anchor="ctr">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9A3FC"/>
                </a:solidFill>
                <a:effectLst/>
                <a:uLnTx/>
                <a:uFillTx/>
                <a:latin typeface="Aptos" panose="02110004020202020204"/>
                <a:ea typeface="+mn-ea"/>
                <a:cs typeface="Arial" panose="020B0604020202020204" pitchFamily="34" charset="0"/>
                <a:sym typeface="Graphik"/>
              </a:rPr>
              <a:t>Security Operations &amp; Monitoring Control</a:t>
            </a:r>
          </a:p>
        </p:txBody>
      </p:sp>
      <p:sp>
        <p:nvSpPr>
          <p:cNvPr id="60" name="Rectángulo 77">
            <a:extLst>
              <a:ext uri="{FF2B5EF4-FFF2-40B4-BE49-F238E27FC236}">
                <a16:creationId xmlns:a16="http://schemas.microsoft.com/office/drawing/2014/main" id="{3645E00A-B943-C745-5190-540ABD8AE9EB}"/>
              </a:ext>
            </a:extLst>
          </p:cNvPr>
          <p:cNvSpPr/>
          <p:nvPr/>
        </p:nvSpPr>
        <p:spPr>
          <a:xfrm>
            <a:off x="2674279" y="2446906"/>
            <a:ext cx="5947207" cy="62035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Assesses whether SOC, MDR, SIEM, SOAR, detection and response operations are governed, monitored and recoverable under controlled operating conditions.</a:t>
            </a:r>
          </a:p>
        </p:txBody>
      </p:sp>
      <p:cxnSp>
        <p:nvCxnSpPr>
          <p:cNvPr id="61" name="Conector recto 98">
            <a:extLst>
              <a:ext uri="{FF2B5EF4-FFF2-40B4-BE49-F238E27FC236}">
                <a16:creationId xmlns:a16="http://schemas.microsoft.com/office/drawing/2014/main" id="{A5CABECB-0A74-8BA6-CF8F-BF1E7B53516D}"/>
              </a:ext>
            </a:extLst>
          </p:cNvPr>
          <p:cNvCxnSpPr>
            <a:cxnSpLocks/>
          </p:cNvCxnSpPr>
          <p:nvPr/>
        </p:nvCxnSpPr>
        <p:spPr>
          <a:xfrm>
            <a:off x="1060286" y="3106642"/>
            <a:ext cx="7189941" cy="0"/>
          </a:xfrm>
          <a:prstGeom prst="line">
            <a:avLst/>
          </a:prstGeom>
          <a:noFill/>
          <a:ln w="3175" cap="flat" cmpd="sng" algn="ctr">
            <a:solidFill>
              <a:srgbClr val="E8E8E8">
                <a:lumMod val="90000"/>
              </a:srgbClr>
            </a:solidFill>
            <a:prstDash val="dash"/>
            <a:miter lim="800000"/>
          </a:ln>
          <a:effectLst/>
        </p:spPr>
      </p:cxnSp>
      <p:sp>
        <p:nvSpPr>
          <p:cNvPr id="79" name="CuadroTexto 47">
            <a:extLst>
              <a:ext uri="{FF2B5EF4-FFF2-40B4-BE49-F238E27FC236}">
                <a16:creationId xmlns:a16="http://schemas.microsoft.com/office/drawing/2014/main" id="{BCEA9384-30D9-2F29-5BFC-4C58BB7EA0A4}"/>
              </a:ext>
            </a:extLst>
          </p:cNvPr>
          <p:cNvSpPr txBox="1"/>
          <p:nvPr/>
        </p:nvSpPr>
        <p:spPr>
          <a:xfrm>
            <a:off x="820624" y="3146028"/>
            <a:ext cx="1764000" cy="620350"/>
          </a:xfrm>
          <a:prstGeom prst="rect">
            <a:avLst/>
          </a:prstGeom>
          <a:noFill/>
        </p:spPr>
        <p:txBody>
          <a:bodyPr wrap="square" anchor="ctr">
            <a:noAutofit/>
          </a:bodyPr>
          <a:lstStyle/>
          <a:p>
            <a:pPr lvl="0" defTabSz="609630">
              <a:defRPr/>
            </a:pPr>
            <a:r>
              <a:rPr lang="en-US" sz="1200" b="1" noProof="0">
                <a:solidFill>
                  <a:srgbClr val="19A3FC"/>
                </a:solidFill>
                <a:latin typeface="Aptos" panose="02110004020202020204"/>
                <a:cs typeface="Arial" panose="020B0604020202020204" pitchFamily="34" charset="0"/>
                <a:sym typeface="Graphik"/>
              </a:rPr>
              <a:t>Identity &amp; Privileged Access</a:t>
            </a:r>
          </a:p>
        </p:txBody>
      </p:sp>
      <p:sp>
        <p:nvSpPr>
          <p:cNvPr id="80" name="Rectángulo 77">
            <a:extLst>
              <a:ext uri="{FF2B5EF4-FFF2-40B4-BE49-F238E27FC236}">
                <a16:creationId xmlns:a16="http://schemas.microsoft.com/office/drawing/2014/main" id="{4AAA2072-9980-1193-6F8D-F840C23FC739}"/>
              </a:ext>
            </a:extLst>
          </p:cNvPr>
          <p:cNvSpPr/>
          <p:nvPr/>
        </p:nvSpPr>
        <p:spPr>
          <a:xfrm>
            <a:off x="2674279" y="3146028"/>
            <a:ext cx="5947207" cy="620350"/>
          </a:xfrm>
          <a:prstGeom prst="rect">
            <a:avLst/>
          </a:prstGeom>
          <a:noFill/>
          <a:ln w="19050" cap="flat" cmpd="sng" algn="ctr">
            <a:noFill/>
            <a:prstDash val="solid"/>
            <a:miter lim="800000"/>
          </a:ln>
          <a:effectLst/>
        </p:spPr>
        <p:txBody>
          <a:bodyPr rtlCol="0" anchor="ctr"/>
          <a:lstStyle/>
          <a:p>
            <a:pPr lvl="0">
              <a:defRPr/>
            </a:pPr>
            <a:r>
              <a:rPr lang="en-US" sz="1200" kern="0" noProof="0">
                <a:solidFill>
                  <a:prstClr val="black">
                    <a:lumMod val="85000"/>
                    <a:lumOff val="15000"/>
                  </a:prstClr>
                </a:solidFill>
                <a:latin typeface="Aptos" panose="02110004020202020204"/>
              </a:rPr>
              <a:t>Evaluates how human, service, emergency, remote administration and third-party privileged identities are governed across their lifecycle, with emphasis on segregation, assurance, monitored use, time-bound elevation and rapid revocation.</a:t>
            </a:r>
          </a:p>
        </p:txBody>
      </p:sp>
      <p:cxnSp>
        <p:nvCxnSpPr>
          <p:cNvPr id="81" name="Conector recto 98">
            <a:extLst>
              <a:ext uri="{FF2B5EF4-FFF2-40B4-BE49-F238E27FC236}">
                <a16:creationId xmlns:a16="http://schemas.microsoft.com/office/drawing/2014/main" id="{61D21145-9AEB-A47D-BD01-DDC83E06E68F}"/>
              </a:ext>
            </a:extLst>
          </p:cNvPr>
          <p:cNvCxnSpPr>
            <a:cxnSpLocks/>
          </p:cNvCxnSpPr>
          <p:nvPr/>
        </p:nvCxnSpPr>
        <p:spPr>
          <a:xfrm>
            <a:off x="1060286" y="3805764"/>
            <a:ext cx="7189941" cy="0"/>
          </a:xfrm>
          <a:prstGeom prst="line">
            <a:avLst/>
          </a:prstGeom>
          <a:noFill/>
          <a:ln w="3175" cap="flat" cmpd="sng" algn="ctr">
            <a:solidFill>
              <a:srgbClr val="E8E8E8">
                <a:lumMod val="90000"/>
              </a:srgbClr>
            </a:solidFill>
            <a:prstDash val="dash"/>
            <a:miter lim="800000"/>
          </a:ln>
          <a:effectLst/>
        </p:spPr>
      </p:cxnSp>
      <p:sp>
        <p:nvSpPr>
          <p:cNvPr id="83" name="CuadroTexto 47">
            <a:extLst>
              <a:ext uri="{FF2B5EF4-FFF2-40B4-BE49-F238E27FC236}">
                <a16:creationId xmlns:a16="http://schemas.microsoft.com/office/drawing/2014/main" id="{09D003CD-4348-2833-E8A4-4458CD4F146D}"/>
              </a:ext>
            </a:extLst>
          </p:cNvPr>
          <p:cNvSpPr txBox="1"/>
          <p:nvPr/>
        </p:nvSpPr>
        <p:spPr>
          <a:xfrm>
            <a:off x="820624" y="3845150"/>
            <a:ext cx="1764000" cy="620350"/>
          </a:xfrm>
          <a:prstGeom prst="rect">
            <a:avLst/>
          </a:prstGeom>
          <a:noFill/>
        </p:spPr>
        <p:txBody>
          <a:bodyPr wrap="square" anchor="ctr">
            <a:noAutofit/>
          </a:bodyPr>
          <a:lstStyle/>
          <a:p>
            <a:pPr lvl="0" defTabSz="609630">
              <a:defRPr/>
            </a:pPr>
            <a:r>
              <a:rPr lang="en-US" sz="1200" b="1" noProof="0">
                <a:solidFill>
                  <a:srgbClr val="19A3FC"/>
                </a:solidFill>
                <a:latin typeface="Aptos" panose="02110004020202020204"/>
                <a:cs typeface="Arial" panose="020B0604020202020204" pitchFamily="34" charset="0"/>
                <a:sym typeface="Graphik"/>
              </a:rPr>
              <a:t>Security Data &amp; Evidence</a:t>
            </a:r>
          </a:p>
        </p:txBody>
      </p:sp>
      <p:sp>
        <p:nvSpPr>
          <p:cNvPr id="6" name="Rectángulo 77">
            <a:extLst>
              <a:ext uri="{FF2B5EF4-FFF2-40B4-BE49-F238E27FC236}">
                <a16:creationId xmlns:a16="http://schemas.microsoft.com/office/drawing/2014/main" id="{1F741F90-1A0D-9BD8-B449-247C24BA7FC0}"/>
              </a:ext>
            </a:extLst>
          </p:cNvPr>
          <p:cNvSpPr/>
          <p:nvPr/>
        </p:nvSpPr>
        <p:spPr>
          <a:xfrm>
            <a:off x="2674279" y="3845150"/>
            <a:ext cx="5947207" cy="620350"/>
          </a:xfrm>
          <a:prstGeom prst="rect">
            <a:avLst/>
          </a:prstGeom>
          <a:noFill/>
          <a:ln w="19050" cap="flat" cmpd="sng" algn="ctr">
            <a:noFill/>
            <a:prstDash val="solid"/>
            <a:miter lim="800000"/>
          </a:ln>
          <a:effectLst/>
        </p:spPr>
        <p:txBody>
          <a:bodyPr rtlCol="0" anchor="ctr"/>
          <a:lstStyle/>
          <a:p>
            <a:pPr lvl="0">
              <a:defRPr/>
            </a:pPr>
            <a:r>
              <a:rPr lang="en-US" sz="1200" kern="0" noProof="0">
                <a:solidFill>
                  <a:prstClr val="black">
                    <a:lumMod val="85000"/>
                    <a:lumOff val="15000"/>
                  </a:prstClr>
                </a:solidFill>
                <a:latin typeface="Aptos" panose="02110004020202020204"/>
              </a:rPr>
              <a:t>Examines how security logs, telemetry, forensic artefacts, backups and cryptographic keys are collected, protected, retained and accessed to support investigation, auditability and legal defensibility.</a:t>
            </a:r>
          </a:p>
        </p:txBody>
      </p:sp>
      <p:cxnSp>
        <p:nvCxnSpPr>
          <p:cNvPr id="87" name="Conector recto 98">
            <a:extLst>
              <a:ext uri="{FF2B5EF4-FFF2-40B4-BE49-F238E27FC236}">
                <a16:creationId xmlns:a16="http://schemas.microsoft.com/office/drawing/2014/main" id="{2C58B25B-BF50-416D-9DBF-B34A9C83C408}"/>
              </a:ext>
            </a:extLst>
          </p:cNvPr>
          <p:cNvCxnSpPr>
            <a:cxnSpLocks/>
          </p:cNvCxnSpPr>
          <p:nvPr/>
        </p:nvCxnSpPr>
        <p:spPr>
          <a:xfrm>
            <a:off x="1060286" y="4504886"/>
            <a:ext cx="7189941" cy="0"/>
          </a:xfrm>
          <a:prstGeom prst="line">
            <a:avLst/>
          </a:prstGeom>
          <a:noFill/>
          <a:ln w="3175" cap="flat" cmpd="sng" algn="ctr">
            <a:solidFill>
              <a:srgbClr val="E8E8E8">
                <a:lumMod val="90000"/>
              </a:srgbClr>
            </a:solidFill>
            <a:prstDash val="dash"/>
            <a:miter lim="800000"/>
          </a:ln>
          <a:effectLst/>
        </p:spPr>
      </p:cxnSp>
      <p:sp>
        <p:nvSpPr>
          <p:cNvPr id="89" name="CuadroTexto 47">
            <a:extLst>
              <a:ext uri="{FF2B5EF4-FFF2-40B4-BE49-F238E27FC236}">
                <a16:creationId xmlns:a16="http://schemas.microsoft.com/office/drawing/2014/main" id="{B7DEB086-716C-681C-1150-8777AAB3B48A}"/>
              </a:ext>
            </a:extLst>
          </p:cNvPr>
          <p:cNvSpPr txBox="1"/>
          <p:nvPr/>
        </p:nvSpPr>
        <p:spPr>
          <a:xfrm>
            <a:off x="820624" y="4544272"/>
            <a:ext cx="1764000" cy="620350"/>
          </a:xfrm>
          <a:prstGeom prst="rect">
            <a:avLst/>
          </a:prstGeom>
          <a:noFill/>
        </p:spPr>
        <p:txBody>
          <a:bodyPr wrap="square" anchor="ctr">
            <a:noAutofit/>
          </a:bodyPr>
          <a:lstStyle/>
          <a:p>
            <a:pPr lvl="0" defTabSz="609630">
              <a:defRPr/>
            </a:pPr>
            <a:r>
              <a:rPr lang="en-US" sz="1200" b="1" noProof="0">
                <a:solidFill>
                  <a:srgbClr val="19A3FC"/>
                </a:solidFill>
                <a:latin typeface="Aptos" panose="02110004020202020204"/>
                <a:cs typeface="Arial" panose="020B0604020202020204" pitchFamily="34" charset="0"/>
                <a:sym typeface="Graphik"/>
              </a:rPr>
              <a:t>Certifications &amp; Compliance</a:t>
            </a:r>
          </a:p>
        </p:txBody>
      </p:sp>
      <p:sp>
        <p:nvSpPr>
          <p:cNvPr id="91" name="Rectángulo 77">
            <a:extLst>
              <a:ext uri="{FF2B5EF4-FFF2-40B4-BE49-F238E27FC236}">
                <a16:creationId xmlns:a16="http://schemas.microsoft.com/office/drawing/2014/main" id="{B99EAB08-5218-67CD-90F7-B20B019EDB08}"/>
              </a:ext>
            </a:extLst>
          </p:cNvPr>
          <p:cNvSpPr/>
          <p:nvPr/>
        </p:nvSpPr>
        <p:spPr>
          <a:xfrm>
            <a:off x="2674279" y="4544272"/>
            <a:ext cx="5947207" cy="620350"/>
          </a:xfrm>
          <a:prstGeom prst="rect">
            <a:avLst/>
          </a:prstGeom>
          <a:noFill/>
          <a:ln w="19050" cap="flat" cmpd="sng" algn="ctr">
            <a:noFill/>
            <a:prstDash val="solid"/>
            <a:miter lim="800000"/>
          </a:ln>
          <a:effectLst/>
        </p:spPr>
        <p:txBody>
          <a:bodyPr rtlCol="0" anchor="ctr"/>
          <a:lstStyle/>
          <a:p>
            <a:pPr lvl="0">
              <a:defRPr/>
            </a:pPr>
            <a:r>
              <a:rPr lang="en-US" sz="1200" kern="0" noProof="0">
                <a:solidFill>
                  <a:prstClr val="black">
                    <a:lumMod val="85000"/>
                    <a:lumOff val="15000"/>
                  </a:prstClr>
                </a:solidFill>
                <a:latin typeface="Aptos" panose="02110004020202020204"/>
              </a:rPr>
              <a:t>Reviews the independent assurance, certifications, regulatory alignment and contractual evidence demonstrating adherence to security, privacy, resilience and sector-specific obligations.</a:t>
            </a:r>
          </a:p>
        </p:txBody>
      </p:sp>
      <p:cxnSp>
        <p:nvCxnSpPr>
          <p:cNvPr id="93" name="Conector recto 98">
            <a:extLst>
              <a:ext uri="{FF2B5EF4-FFF2-40B4-BE49-F238E27FC236}">
                <a16:creationId xmlns:a16="http://schemas.microsoft.com/office/drawing/2014/main" id="{D767726A-EC5F-69BA-7BAA-28AA24DE3B12}"/>
              </a:ext>
            </a:extLst>
          </p:cNvPr>
          <p:cNvCxnSpPr>
            <a:cxnSpLocks/>
          </p:cNvCxnSpPr>
          <p:nvPr/>
        </p:nvCxnSpPr>
        <p:spPr>
          <a:xfrm>
            <a:off x="1060285" y="5204008"/>
            <a:ext cx="7189941" cy="0"/>
          </a:xfrm>
          <a:prstGeom prst="line">
            <a:avLst/>
          </a:prstGeom>
          <a:noFill/>
          <a:ln w="3175" cap="flat" cmpd="sng" algn="ctr">
            <a:solidFill>
              <a:srgbClr val="E8E8E8">
                <a:lumMod val="90000"/>
              </a:srgbClr>
            </a:solidFill>
            <a:prstDash val="dash"/>
            <a:miter lim="800000"/>
          </a:ln>
          <a:effectLst/>
        </p:spPr>
      </p:cxnSp>
      <p:sp>
        <p:nvSpPr>
          <p:cNvPr id="95" name="CuadroTexto 47">
            <a:extLst>
              <a:ext uri="{FF2B5EF4-FFF2-40B4-BE49-F238E27FC236}">
                <a16:creationId xmlns:a16="http://schemas.microsoft.com/office/drawing/2014/main" id="{869726D5-20F0-1969-B3DF-38E01B21098C}"/>
              </a:ext>
            </a:extLst>
          </p:cNvPr>
          <p:cNvSpPr txBox="1"/>
          <p:nvPr/>
        </p:nvSpPr>
        <p:spPr>
          <a:xfrm>
            <a:off x="820624" y="5243390"/>
            <a:ext cx="1764000" cy="620350"/>
          </a:xfrm>
          <a:prstGeom prst="rect">
            <a:avLst/>
          </a:prstGeom>
          <a:noFill/>
        </p:spPr>
        <p:txBody>
          <a:bodyPr wrap="square" anchor="ctr">
            <a:noAutofit/>
          </a:bodyPr>
          <a:lstStyle/>
          <a:p>
            <a:pPr lvl="0" defTabSz="609630">
              <a:defRPr/>
            </a:pPr>
            <a:r>
              <a:rPr lang="en-US" sz="1200" b="1" noProof="0">
                <a:solidFill>
                  <a:srgbClr val="19A3FC"/>
                </a:solidFill>
                <a:latin typeface="Aptos" panose="02110004020202020204"/>
                <a:cs typeface="Arial" panose="020B0604020202020204" pitchFamily="34" charset="0"/>
                <a:sym typeface="Graphik"/>
              </a:rPr>
              <a:t>Incident Response &amp; Secure Continuity</a:t>
            </a:r>
          </a:p>
        </p:txBody>
      </p:sp>
      <p:sp>
        <p:nvSpPr>
          <p:cNvPr id="97" name="Rectángulo 77">
            <a:extLst>
              <a:ext uri="{FF2B5EF4-FFF2-40B4-BE49-F238E27FC236}">
                <a16:creationId xmlns:a16="http://schemas.microsoft.com/office/drawing/2014/main" id="{E180D47A-2F1A-D1CC-433E-C4338AD890F0}"/>
              </a:ext>
            </a:extLst>
          </p:cNvPr>
          <p:cNvSpPr/>
          <p:nvPr/>
        </p:nvSpPr>
        <p:spPr>
          <a:xfrm>
            <a:off x="2674279" y="5243390"/>
            <a:ext cx="5947207" cy="620350"/>
          </a:xfrm>
          <a:prstGeom prst="rect">
            <a:avLst/>
          </a:prstGeom>
          <a:noFill/>
          <a:ln w="19050" cap="flat" cmpd="sng" algn="ctr">
            <a:noFill/>
            <a:prstDash val="solid"/>
            <a:miter lim="800000"/>
          </a:ln>
          <a:effectLst/>
        </p:spPr>
        <p:txBody>
          <a:bodyPr rtlCol="0" anchor="ctr"/>
          <a:lstStyle/>
          <a:p>
            <a:pPr lvl="0">
              <a:defRPr/>
            </a:pPr>
            <a:r>
              <a:rPr lang="en-US" sz="1200" kern="0" noProof="0">
                <a:solidFill>
                  <a:prstClr val="black">
                    <a:lumMod val="85000"/>
                    <a:lumOff val="15000"/>
                  </a:prstClr>
                </a:solidFill>
                <a:latin typeface="Aptos" panose="02110004020202020204"/>
              </a:rPr>
              <a:t>Evaluates the ability to investigate, contain, remediate and securely recover from security incidents while sustaining critical security and service operations during provider disruption, technology failure or exit scenarios.</a:t>
            </a:r>
          </a:p>
        </p:txBody>
      </p:sp>
      <p:sp>
        <p:nvSpPr>
          <p:cNvPr id="11" name="Rectángulo 77">
            <a:extLst>
              <a:ext uri="{FF2B5EF4-FFF2-40B4-BE49-F238E27FC236}">
                <a16:creationId xmlns:a16="http://schemas.microsoft.com/office/drawing/2014/main" id="{3E4901DF-0222-3F15-08BA-ECAEEBCFD085}"/>
              </a:ext>
            </a:extLst>
          </p:cNvPr>
          <p:cNvSpPr/>
          <p:nvPr/>
        </p:nvSpPr>
        <p:spPr>
          <a:xfrm>
            <a:off x="8711140" y="2431817"/>
            <a:ext cx="3415211" cy="3983565"/>
          </a:xfrm>
          <a:prstGeom prst="rect">
            <a:avLst/>
          </a:prstGeom>
          <a:noFill/>
          <a:ln w="19050" cap="flat" cmpd="sng" algn="ctr">
            <a:noFill/>
            <a:prstDash val="solid"/>
            <a:miter lim="800000"/>
          </a:ln>
          <a:effectLst/>
        </p:spPr>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Clear decision rights, roles and escalation paths exist for security operations, access control, incident handling and evidence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Critical security capabilities can continue during provider disruption, restricted vendor support, service degradation or loss of normal operating channels.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Privileged, emergency and third-party access is least-privilege, segregated, monitored, time-bound, auditable and rapidly revocable.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Security data, forensic evidence, backups and keys are subject to defined residency, retention, access, integrity and chain-of-custody controls.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Certifications, audit reports and compliance evidence are current, scope-relevant and mapped to applicable EU/UK security, privacy and resilience obligations.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The organization can investigate, contain, patch, recover and transition operations without unacceptable dependency on a non-EU provider.</a:t>
            </a:r>
          </a:p>
        </p:txBody>
      </p:sp>
      <p:grpSp>
        <p:nvGrpSpPr>
          <p:cNvPr id="5" name="Group 4">
            <a:extLst>
              <a:ext uri="{FF2B5EF4-FFF2-40B4-BE49-F238E27FC236}">
                <a16:creationId xmlns:a16="http://schemas.microsoft.com/office/drawing/2014/main" id="{D08E58F6-BEC0-325A-8D89-0EBE33A29C60}"/>
              </a:ext>
            </a:extLst>
          </p:cNvPr>
          <p:cNvGrpSpPr/>
          <p:nvPr/>
        </p:nvGrpSpPr>
        <p:grpSpPr>
          <a:xfrm>
            <a:off x="10821387" y="217661"/>
            <a:ext cx="1040411" cy="394234"/>
            <a:chOff x="10821387" y="217661"/>
            <a:chExt cx="1040411" cy="394234"/>
          </a:xfrm>
        </p:grpSpPr>
        <p:pic>
          <p:nvPicPr>
            <p:cNvPr id="12" name="Picture 11">
              <a:extLst>
                <a:ext uri="{FF2B5EF4-FFF2-40B4-BE49-F238E27FC236}">
                  <a16:creationId xmlns:a16="http://schemas.microsoft.com/office/drawing/2014/main" id="{6A4CFB1B-AC13-C364-0EDF-33AF37D220BC}"/>
                </a:ext>
              </a:extLst>
            </p:cNvPr>
            <p:cNvPicPr>
              <a:picLocks noChangeAspect="1"/>
            </p:cNvPicPr>
            <p:nvPr/>
          </p:nvPicPr>
          <p:blipFill>
            <a:blip r:embed="rId5">
              <a:alphaModFix amt="30000"/>
            </a:blip>
            <a:stretch>
              <a:fillRect/>
            </a:stretch>
          </p:blipFill>
          <p:spPr>
            <a:xfrm>
              <a:off x="10821387" y="217661"/>
              <a:ext cx="443513" cy="394234"/>
            </a:xfrm>
            <a:prstGeom prst="rect">
              <a:avLst/>
            </a:prstGeom>
          </p:spPr>
        </p:pic>
        <p:pic>
          <p:nvPicPr>
            <p:cNvPr id="13" name="Picture 12">
              <a:extLst>
                <a:ext uri="{FF2B5EF4-FFF2-40B4-BE49-F238E27FC236}">
                  <a16:creationId xmlns:a16="http://schemas.microsoft.com/office/drawing/2014/main" id="{3EB1CCD0-5E88-6204-6BBF-9343FD7FE694}"/>
                </a:ext>
              </a:extLst>
            </p:cNvPr>
            <p:cNvPicPr>
              <a:picLocks noChangeAspect="1"/>
            </p:cNvPicPr>
            <p:nvPr/>
          </p:nvPicPr>
          <p:blipFill>
            <a:blip r:embed="rId6"/>
            <a:stretch>
              <a:fillRect/>
            </a:stretch>
          </p:blipFill>
          <p:spPr>
            <a:xfrm>
              <a:off x="11414178" y="217661"/>
              <a:ext cx="447620" cy="394234"/>
            </a:xfrm>
            <a:prstGeom prst="rect">
              <a:avLst/>
            </a:prstGeom>
          </p:spPr>
        </p:pic>
      </p:grpSp>
    </p:spTree>
    <p:extLst>
      <p:ext uri="{BB962C8B-B14F-4D97-AF65-F5344CB8AC3E}">
        <p14:creationId xmlns:p14="http://schemas.microsoft.com/office/powerpoint/2010/main" val="2573234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5388E-525E-D74F-2D88-A06F24476790}"/>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6BC4E4D3-B4B3-BBD3-E660-8B0E0FAAB7A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6BC4E4D3-B4B3-BBD3-E660-8B0E0FAAB7A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582A2078-7C0B-1904-85D8-C977DAA29385}"/>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noProof="0">
                <a:solidFill>
                  <a:schemeClr val="tx1"/>
                </a:solidFill>
                <a:latin typeface="Aptos" panose="020B0004020202020204" pitchFamily="34" charset="0"/>
              </a:rPr>
              <a:t>IT Sovereignty Assessment Model - Dimension Details</a:t>
            </a:r>
          </a:p>
        </p:txBody>
      </p:sp>
      <p:sp>
        <p:nvSpPr>
          <p:cNvPr id="3" name="Title 12">
            <a:extLst>
              <a:ext uri="{FF2B5EF4-FFF2-40B4-BE49-F238E27FC236}">
                <a16:creationId xmlns:a16="http://schemas.microsoft.com/office/drawing/2014/main" id="{5A5E5E70-C89D-12B5-8EC3-37034752DBA7}"/>
              </a:ext>
            </a:extLst>
          </p:cNvPr>
          <p:cNvSpPr>
            <a:spLocks noGrp="1"/>
          </p:cNvSpPr>
          <p:nvPr>
            <p:ph type="title"/>
          </p:nvPr>
        </p:nvSpPr>
        <p:spPr>
          <a:xfrm>
            <a:off x="465722" y="794031"/>
            <a:ext cx="11446876" cy="584775"/>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t>Each domain is broken down into </a:t>
            </a:r>
            <a:r>
              <a:rPr lang="en-US" b="1" noProof="0"/>
              <a:t>assessment dimensions and key criteria</a:t>
            </a:r>
            <a:r>
              <a:rPr lang="en-US" noProof="0"/>
              <a:t> to evaluate the organization’s control, dependency and resilience posture.</a:t>
            </a:r>
          </a:p>
        </p:txBody>
      </p:sp>
      <p:sp>
        <p:nvSpPr>
          <p:cNvPr id="4" name="Rectángulo 104">
            <a:extLst>
              <a:ext uri="{FF2B5EF4-FFF2-40B4-BE49-F238E27FC236}">
                <a16:creationId xmlns:a16="http://schemas.microsoft.com/office/drawing/2014/main" id="{CAEA33E9-5E44-2B10-ACE1-CCAE1AA476BE}"/>
              </a:ext>
            </a:extLst>
          </p:cNvPr>
          <p:cNvSpPr/>
          <p:nvPr/>
        </p:nvSpPr>
        <p:spPr>
          <a:xfrm>
            <a:off x="8711141" y="1667507"/>
            <a:ext cx="3467156" cy="4747875"/>
          </a:xfrm>
          <a:prstGeom prst="rect">
            <a:avLst/>
          </a:prstGeom>
          <a:solidFill>
            <a:schemeClr val="bg1">
              <a:lumMod val="95000"/>
            </a:schemeClr>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8" name="Rectángulo: esquinas redondeadas 36">
            <a:extLst>
              <a:ext uri="{FF2B5EF4-FFF2-40B4-BE49-F238E27FC236}">
                <a16:creationId xmlns:a16="http://schemas.microsoft.com/office/drawing/2014/main" id="{4D831BDE-7E1C-9170-0629-5DE7AE804125}"/>
              </a:ext>
            </a:extLst>
          </p:cNvPr>
          <p:cNvSpPr/>
          <p:nvPr/>
        </p:nvSpPr>
        <p:spPr>
          <a:xfrm>
            <a:off x="679999" y="1549774"/>
            <a:ext cx="11637998" cy="291350"/>
          </a:xfrm>
          <a:prstGeom prst="roundRect">
            <a:avLst>
              <a:gd name="adj" fmla="val 50000"/>
            </a:avLst>
          </a:prstGeom>
          <a:solidFill>
            <a:schemeClr val="accent5"/>
          </a:solidFill>
          <a:ln w="12700" cap="flat" cmpd="sng" algn="ctr">
            <a:solidFill>
              <a:srgbClr val="FFFFFF"/>
            </a:solidFill>
            <a:prstDash val="solid"/>
            <a:miter lim="800000"/>
          </a:ln>
          <a:effectLst/>
        </p:spPr>
        <p:txBody>
          <a:bodyPr lIns="180000" rtlCol="0" anchor="ctr"/>
          <a:lstStyle/>
          <a:p>
            <a:pPr lvl="0">
              <a:defRPr/>
            </a:pPr>
            <a:r>
              <a:rPr lang="en-US" sz="1200" b="1" kern="0" noProof="0">
                <a:solidFill>
                  <a:schemeClr val="bg1"/>
                </a:solidFill>
                <a:latin typeface="Aptos" panose="020B0004020202020204" pitchFamily="34" charset="0"/>
              </a:rPr>
              <a:t>STRATEGIC &amp; ENVIRONMENTAL</a:t>
            </a:r>
          </a:p>
        </p:txBody>
      </p:sp>
      <p:sp>
        <p:nvSpPr>
          <p:cNvPr id="9" name="Elipse 56">
            <a:extLst>
              <a:ext uri="{FF2B5EF4-FFF2-40B4-BE49-F238E27FC236}">
                <a16:creationId xmlns:a16="http://schemas.microsoft.com/office/drawing/2014/main" id="{3B014452-AD19-E6B3-B9AA-B155CB907E8D}"/>
              </a:ext>
            </a:extLst>
          </p:cNvPr>
          <p:cNvSpPr/>
          <p:nvPr/>
        </p:nvSpPr>
        <p:spPr>
          <a:xfrm>
            <a:off x="465722" y="1515449"/>
            <a:ext cx="360000" cy="360000"/>
          </a:xfrm>
          <a:prstGeom prst="ellipse">
            <a:avLst/>
          </a:prstGeom>
          <a:solidFill>
            <a:schemeClr val="accent5"/>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Aparajita" panose="02020603050405020304" pitchFamily="18" charset="0"/>
              </a:rPr>
              <a:t>5</a:t>
            </a:r>
          </a:p>
        </p:txBody>
      </p:sp>
      <p:sp>
        <p:nvSpPr>
          <p:cNvPr id="10" name="Rectángulo: esquinas redondeadas 46">
            <a:extLst>
              <a:ext uri="{FF2B5EF4-FFF2-40B4-BE49-F238E27FC236}">
                <a16:creationId xmlns:a16="http://schemas.microsoft.com/office/drawing/2014/main" id="{8FFEA06E-DE6B-4FAE-D3F8-B2B96B965DB1}"/>
              </a:ext>
            </a:extLst>
          </p:cNvPr>
          <p:cNvSpPr/>
          <p:nvPr/>
        </p:nvSpPr>
        <p:spPr>
          <a:xfrm>
            <a:off x="8865532" y="1987136"/>
            <a:ext cx="2736000" cy="286590"/>
          </a:xfrm>
          <a:prstGeom prst="roundRect">
            <a:avLst>
              <a:gd name="adj" fmla="val 50000"/>
            </a:avLst>
          </a:prstGeom>
          <a:solidFill>
            <a:schemeClr val="accent5"/>
          </a:solidFill>
          <a:ln w="12700" cap="flat" cmpd="sng" algn="ctr">
            <a:solidFill>
              <a:srgbClr val="FFFFFF"/>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ea typeface="+mn-ea"/>
                <a:cs typeface="+mn-cs"/>
                <a:sym typeface="Helvetica Neue Medium"/>
              </a:rPr>
              <a:t>KEY ASSESSMENT CRITERIA</a:t>
            </a:r>
          </a:p>
        </p:txBody>
      </p:sp>
      <p:sp>
        <p:nvSpPr>
          <p:cNvPr id="14" name="Rectángulo: esquinas redondeadas 48">
            <a:extLst>
              <a:ext uri="{FF2B5EF4-FFF2-40B4-BE49-F238E27FC236}">
                <a16:creationId xmlns:a16="http://schemas.microsoft.com/office/drawing/2014/main" id="{B765C223-394B-3332-19CD-FF25EF353DB7}"/>
              </a:ext>
            </a:extLst>
          </p:cNvPr>
          <p:cNvSpPr/>
          <p:nvPr/>
        </p:nvSpPr>
        <p:spPr>
          <a:xfrm>
            <a:off x="800113" y="1960732"/>
            <a:ext cx="1548000" cy="354486"/>
          </a:xfrm>
          <a:prstGeom prst="roundRect">
            <a:avLst>
              <a:gd name="adj" fmla="val 50000"/>
            </a:avLst>
          </a:prstGeom>
          <a:solidFill>
            <a:schemeClr val="accent5"/>
          </a:solidFill>
          <a:ln w="12700" cap="flat" cmpd="sng" algn="ctr">
            <a:solidFill>
              <a:srgbClr val="FFFFFF"/>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ea typeface="+mn-ea"/>
                <a:cs typeface="+mn-cs"/>
                <a:sym typeface="Helvetica Neue Medium"/>
              </a:rPr>
              <a:t>DIMENSION</a:t>
            </a:r>
          </a:p>
        </p:txBody>
      </p:sp>
      <p:sp>
        <p:nvSpPr>
          <p:cNvPr id="19" name="Rectángulo: esquinas redondeadas 46">
            <a:extLst>
              <a:ext uri="{FF2B5EF4-FFF2-40B4-BE49-F238E27FC236}">
                <a16:creationId xmlns:a16="http://schemas.microsoft.com/office/drawing/2014/main" id="{975BD48A-423B-116C-BEA9-91D333151F03}"/>
              </a:ext>
            </a:extLst>
          </p:cNvPr>
          <p:cNvSpPr/>
          <p:nvPr/>
        </p:nvSpPr>
        <p:spPr>
          <a:xfrm>
            <a:off x="2674280" y="1960732"/>
            <a:ext cx="5947206" cy="352750"/>
          </a:xfrm>
          <a:prstGeom prst="roundRect">
            <a:avLst>
              <a:gd name="adj" fmla="val 50000"/>
            </a:avLst>
          </a:prstGeom>
          <a:solidFill>
            <a:schemeClr val="accent5"/>
          </a:solidFill>
          <a:ln w="12700" cap="flat" cmpd="sng" algn="ctr">
            <a:solidFill>
              <a:srgbClr val="FFFFFF"/>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ptos" panose="020B0004020202020204" pitchFamily="34" charset="0"/>
                <a:ea typeface="+mn-ea"/>
                <a:cs typeface="+mn-cs"/>
                <a:sym typeface="Helvetica Neue Medium"/>
              </a:rPr>
              <a:t>DESCRIPTION</a:t>
            </a:r>
          </a:p>
        </p:txBody>
      </p:sp>
      <p:sp>
        <p:nvSpPr>
          <p:cNvPr id="54" name="CuadroTexto 47">
            <a:extLst>
              <a:ext uri="{FF2B5EF4-FFF2-40B4-BE49-F238E27FC236}">
                <a16:creationId xmlns:a16="http://schemas.microsoft.com/office/drawing/2014/main" id="{5442C1B7-CA80-B5F5-DBB2-C5313455A6CE}"/>
              </a:ext>
            </a:extLst>
          </p:cNvPr>
          <p:cNvSpPr txBox="1"/>
          <p:nvPr/>
        </p:nvSpPr>
        <p:spPr>
          <a:xfrm>
            <a:off x="820624" y="2446906"/>
            <a:ext cx="1852202" cy="620350"/>
          </a:xfrm>
          <a:prstGeom prst="rect">
            <a:avLst/>
          </a:prstGeom>
          <a:noFill/>
        </p:spPr>
        <p:txBody>
          <a:bodyPr wrap="square" anchor="ctr">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accent5"/>
                </a:solidFill>
                <a:effectLst/>
                <a:uLnTx/>
                <a:uFillTx/>
                <a:latin typeface="Aptos" panose="02110004020202020204"/>
                <a:ea typeface="+mn-ea"/>
                <a:cs typeface="Arial" panose="020B0604020202020204" pitchFamily="34" charset="0"/>
                <a:sym typeface="Graphik"/>
              </a:rPr>
              <a:t>Strategic Anchoring</a:t>
            </a:r>
          </a:p>
        </p:txBody>
      </p:sp>
      <p:sp>
        <p:nvSpPr>
          <p:cNvPr id="60" name="Rectángulo 77">
            <a:extLst>
              <a:ext uri="{FF2B5EF4-FFF2-40B4-BE49-F238E27FC236}">
                <a16:creationId xmlns:a16="http://schemas.microsoft.com/office/drawing/2014/main" id="{63E3BDCC-3437-915C-8097-603BFAAF0FC0}"/>
              </a:ext>
            </a:extLst>
          </p:cNvPr>
          <p:cNvSpPr/>
          <p:nvPr/>
        </p:nvSpPr>
        <p:spPr>
          <a:xfrm>
            <a:off x="2674279" y="2446906"/>
            <a:ext cx="5947207" cy="62035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Assesses whether decisive ownership, governance and change-of-control arrangements are anchored in EU/UK jurisdictions, and whether the service contributes to long-term sovereign capability, investment and continuity.</a:t>
            </a:r>
          </a:p>
        </p:txBody>
      </p:sp>
      <p:cxnSp>
        <p:nvCxnSpPr>
          <p:cNvPr id="61" name="Conector recto 98">
            <a:extLst>
              <a:ext uri="{FF2B5EF4-FFF2-40B4-BE49-F238E27FC236}">
                <a16:creationId xmlns:a16="http://schemas.microsoft.com/office/drawing/2014/main" id="{A64C7D4C-93AB-5ADF-8C06-EFCA2ADC0070}"/>
              </a:ext>
            </a:extLst>
          </p:cNvPr>
          <p:cNvCxnSpPr>
            <a:cxnSpLocks/>
          </p:cNvCxnSpPr>
          <p:nvPr/>
        </p:nvCxnSpPr>
        <p:spPr>
          <a:xfrm>
            <a:off x="1060286" y="3273913"/>
            <a:ext cx="7189941" cy="0"/>
          </a:xfrm>
          <a:prstGeom prst="line">
            <a:avLst/>
          </a:prstGeom>
          <a:noFill/>
          <a:ln w="3175" cap="flat" cmpd="sng" algn="ctr">
            <a:solidFill>
              <a:srgbClr val="E8E8E8">
                <a:lumMod val="90000"/>
              </a:srgbClr>
            </a:solidFill>
            <a:prstDash val="dash"/>
            <a:miter lim="800000"/>
          </a:ln>
          <a:effectLst/>
        </p:spPr>
      </p:cxnSp>
      <p:sp>
        <p:nvSpPr>
          <p:cNvPr id="79" name="CuadroTexto 47">
            <a:extLst>
              <a:ext uri="{FF2B5EF4-FFF2-40B4-BE49-F238E27FC236}">
                <a16:creationId xmlns:a16="http://schemas.microsoft.com/office/drawing/2014/main" id="{54A02B8F-4B51-84ED-1731-FA0D9C20F2B0}"/>
              </a:ext>
            </a:extLst>
          </p:cNvPr>
          <p:cNvSpPr txBox="1"/>
          <p:nvPr/>
        </p:nvSpPr>
        <p:spPr>
          <a:xfrm>
            <a:off x="820624" y="3480570"/>
            <a:ext cx="1764000" cy="620350"/>
          </a:xfrm>
          <a:prstGeom prst="rect">
            <a:avLst/>
          </a:prstGeom>
          <a:noFill/>
        </p:spPr>
        <p:txBody>
          <a:bodyPr wrap="square" anchor="ctr">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accent5"/>
                </a:solidFill>
                <a:effectLst/>
                <a:uLnTx/>
                <a:uFillTx/>
                <a:latin typeface="Aptos" panose="02110004020202020204"/>
                <a:ea typeface="+mn-ea"/>
                <a:cs typeface="Arial" panose="020B0604020202020204" pitchFamily="34" charset="0"/>
                <a:sym typeface="Graphik"/>
              </a:rPr>
              <a:t>Environmental Sustainability</a:t>
            </a:r>
          </a:p>
        </p:txBody>
      </p:sp>
      <p:sp>
        <p:nvSpPr>
          <p:cNvPr id="80" name="Rectángulo 77">
            <a:extLst>
              <a:ext uri="{FF2B5EF4-FFF2-40B4-BE49-F238E27FC236}">
                <a16:creationId xmlns:a16="http://schemas.microsoft.com/office/drawing/2014/main" id="{E9101FC2-BB37-8A77-9C93-65D70EF89268}"/>
              </a:ext>
            </a:extLst>
          </p:cNvPr>
          <p:cNvSpPr/>
          <p:nvPr/>
        </p:nvSpPr>
        <p:spPr>
          <a:xfrm>
            <a:off x="2674279" y="3480570"/>
            <a:ext cx="5947207" cy="620350"/>
          </a:xfrm>
          <a:prstGeom prst="rect">
            <a:avLst/>
          </a:prstGeom>
          <a:noFill/>
          <a:ln w="1905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Evaluates the long-term sustainability and environmental resilience of infrastructure, including energy efficiency, resource consumption, carbon and water transparency, and use of renewable or low-carbon energy.</a:t>
            </a:r>
          </a:p>
        </p:txBody>
      </p:sp>
      <p:sp>
        <p:nvSpPr>
          <p:cNvPr id="11" name="Rectángulo 77">
            <a:extLst>
              <a:ext uri="{FF2B5EF4-FFF2-40B4-BE49-F238E27FC236}">
                <a16:creationId xmlns:a16="http://schemas.microsoft.com/office/drawing/2014/main" id="{C1F2C9DC-3DBA-0F07-CF21-AA25C5590A0A}"/>
              </a:ext>
            </a:extLst>
          </p:cNvPr>
          <p:cNvSpPr/>
          <p:nvPr/>
        </p:nvSpPr>
        <p:spPr>
          <a:xfrm>
            <a:off x="8711140" y="2431817"/>
            <a:ext cx="3415211" cy="3983565"/>
          </a:xfrm>
          <a:prstGeom prst="rect">
            <a:avLst/>
          </a:prstGeom>
          <a:noFill/>
          <a:ln w="19050" cap="flat" cmpd="sng" algn="ctr">
            <a:noFill/>
            <a:prstDash val="solid"/>
            <a:miter lim="800000"/>
          </a:ln>
          <a:effectLst/>
        </p:spPr>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Decisive ownership, governance rights and change-of-control protections are transparent and anchored within acceptable jurisdictions.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The service demonstrates meaningful EU/UK value creation, capability-building and alignment with digital or industrial sovereignty initiatives.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Secure operations can be sustained if provider support is withdrawn, suspended or disrupted, supported by contingency, escrow or transition arrangements.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Energy performance and infrastructure efficiency are measured through PUE or equivalent metrics, with clear improvement targets.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Carbon emissions, water consumption and energy sourcing are disclosed through verifiable sustainability reporting.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0" noProof="0">
              <a:solidFill>
                <a:prstClr val="black">
                  <a:lumMod val="85000"/>
                  <a:lumOff val="15000"/>
                </a:prstClr>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prstClr val="black">
                    <a:lumMod val="85000"/>
                    <a:lumOff val="15000"/>
                  </a:prstClr>
                </a:solidFill>
                <a:effectLst/>
                <a:uLnTx/>
                <a:uFillTx/>
                <a:latin typeface="Aptos" panose="02110004020202020204"/>
                <a:ea typeface="+mn-ea"/>
                <a:cs typeface="+mn-cs"/>
              </a:rPr>
              <a:t>Environmental, energy and resource dependencies are considered in long-term resilience, continuity and technology strategy.</a:t>
            </a:r>
          </a:p>
        </p:txBody>
      </p:sp>
      <p:grpSp>
        <p:nvGrpSpPr>
          <p:cNvPr id="5" name="Group 4">
            <a:extLst>
              <a:ext uri="{FF2B5EF4-FFF2-40B4-BE49-F238E27FC236}">
                <a16:creationId xmlns:a16="http://schemas.microsoft.com/office/drawing/2014/main" id="{ADC3C78D-07FE-E260-D856-BEAD36E073C5}"/>
              </a:ext>
            </a:extLst>
          </p:cNvPr>
          <p:cNvGrpSpPr/>
          <p:nvPr/>
        </p:nvGrpSpPr>
        <p:grpSpPr>
          <a:xfrm>
            <a:off x="10821387" y="217661"/>
            <a:ext cx="1040411" cy="394234"/>
            <a:chOff x="10821387" y="217661"/>
            <a:chExt cx="1040411" cy="394234"/>
          </a:xfrm>
        </p:grpSpPr>
        <p:pic>
          <p:nvPicPr>
            <p:cNvPr id="6" name="Picture 5">
              <a:extLst>
                <a:ext uri="{FF2B5EF4-FFF2-40B4-BE49-F238E27FC236}">
                  <a16:creationId xmlns:a16="http://schemas.microsoft.com/office/drawing/2014/main" id="{3616D827-4D7E-DC10-4073-548B70D0DF5F}"/>
                </a:ext>
              </a:extLst>
            </p:cNvPr>
            <p:cNvPicPr>
              <a:picLocks noChangeAspect="1"/>
            </p:cNvPicPr>
            <p:nvPr/>
          </p:nvPicPr>
          <p:blipFill>
            <a:blip r:embed="rId5">
              <a:alphaModFix amt="30000"/>
            </a:blip>
            <a:stretch>
              <a:fillRect/>
            </a:stretch>
          </p:blipFill>
          <p:spPr>
            <a:xfrm>
              <a:off x="10821387" y="217661"/>
              <a:ext cx="443513" cy="394234"/>
            </a:xfrm>
            <a:prstGeom prst="rect">
              <a:avLst/>
            </a:prstGeom>
          </p:spPr>
        </p:pic>
        <p:pic>
          <p:nvPicPr>
            <p:cNvPr id="12" name="Picture 11">
              <a:extLst>
                <a:ext uri="{FF2B5EF4-FFF2-40B4-BE49-F238E27FC236}">
                  <a16:creationId xmlns:a16="http://schemas.microsoft.com/office/drawing/2014/main" id="{F84BF4A7-686F-C6A2-4A87-0CE05D1FEEAA}"/>
                </a:ext>
              </a:extLst>
            </p:cNvPr>
            <p:cNvPicPr>
              <a:picLocks noChangeAspect="1"/>
            </p:cNvPicPr>
            <p:nvPr/>
          </p:nvPicPr>
          <p:blipFill>
            <a:blip r:embed="rId6"/>
            <a:stretch>
              <a:fillRect/>
            </a:stretch>
          </p:blipFill>
          <p:spPr>
            <a:xfrm>
              <a:off x="11414178" y="217661"/>
              <a:ext cx="447620" cy="394234"/>
            </a:xfrm>
            <a:prstGeom prst="rect">
              <a:avLst/>
            </a:prstGeom>
          </p:spPr>
        </p:pic>
      </p:grpSp>
    </p:spTree>
    <p:extLst>
      <p:ext uri="{BB962C8B-B14F-4D97-AF65-F5344CB8AC3E}">
        <p14:creationId xmlns:p14="http://schemas.microsoft.com/office/powerpoint/2010/main" val="41029603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BABD8-F850-A604-EC92-7CD46821FD50}"/>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3FBF741-D197-18BE-C5E3-F0FED780A51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A3FBF741-D197-18BE-C5E3-F0FED780A51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8DE66426-F2B1-5877-8DC1-6CB332BBD844}"/>
              </a:ext>
            </a:extLst>
          </p:cNvPr>
          <p:cNvSpPr>
            <a:spLocks noGrp="1"/>
          </p:cNvSpPr>
          <p:nvPr>
            <p:ph type="body" sz="quarter" idx="10"/>
          </p:nvPr>
        </p:nvSpPr>
        <p:spPr>
          <a:xfrm>
            <a:off x="465722" y="1937256"/>
            <a:ext cx="1270481" cy="1154688"/>
          </a:xfrm>
          <a:prstGeom prst="rect">
            <a:avLst/>
          </a:prstGeom>
        </p:spPr>
        <p:txBody>
          <a:bodyPr vert="horz" lIns="0" tIns="0" rIns="0" bIns="0" rtlCol="0" anchor="ctr"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sz="6400" noProof="0">
                <a:solidFill>
                  <a:srgbClr val="19A3FC"/>
                </a:solidFill>
              </a:rPr>
              <a:t>03</a:t>
            </a:r>
          </a:p>
        </p:txBody>
      </p:sp>
      <p:sp>
        <p:nvSpPr>
          <p:cNvPr id="3" name="Title 12">
            <a:extLst>
              <a:ext uri="{FF2B5EF4-FFF2-40B4-BE49-F238E27FC236}">
                <a16:creationId xmlns:a16="http://schemas.microsoft.com/office/drawing/2014/main" id="{A44F65CA-1B03-93C3-6825-37BF7C946470}"/>
              </a:ext>
            </a:extLst>
          </p:cNvPr>
          <p:cNvSpPr>
            <a:spLocks noGrp="1"/>
          </p:cNvSpPr>
          <p:nvPr>
            <p:ph type="title"/>
          </p:nvPr>
        </p:nvSpPr>
        <p:spPr>
          <a:xfrm>
            <a:off x="465722" y="3006923"/>
            <a:ext cx="11446876" cy="615553"/>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sz="3400" noProof="0">
                <a:solidFill>
                  <a:schemeClr val="bg1"/>
                </a:solidFill>
              </a:rPr>
              <a:t>Project Execution Methodology</a:t>
            </a:r>
          </a:p>
        </p:txBody>
      </p:sp>
      <p:sp>
        <p:nvSpPr>
          <p:cNvPr id="29" name="Title 12">
            <a:extLst>
              <a:ext uri="{FF2B5EF4-FFF2-40B4-BE49-F238E27FC236}">
                <a16:creationId xmlns:a16="http://schemas.microsoft.com/office/drawing/2014/main" id="{C0A93AB1-A7DC-4AC1-963C-4BC50503F34B}"/>
              </a:ext>
            </a:extLst>
          </p:cNvPr>
          <p:cNvSpPr txBox="1">
            <a:spLocks/>
          </p:cNvSpPr>
          <p:nvPr/>
        </p:nvSpPr>
        <p:spPr>
          <a:xfrm>
            <a:off x="465722" y="3692723"/>
            <a:ext cx="11446876" cy="400110"/>
          </a:xfrm>
          <a:prstGeom prst="rect">
            <a:avLst/>
          </a:prstGeom>
          <a:noFill/>
        </p:spPr>
        <p:txBody>
          <a:bodyPr wrap="square" lIns="0">
            <a:spAutoFit/>
          </a:bodyPr>
          <a:lstStyle>
            <a:lvl1pPr algn="ctr" defTabSz="914400" rtl="0" eaLnBrk="1" latinLnBrk="0" hangingPunct="1">
              <a:spcBef>
                <a:spcPct val="0"/>
              </a:spcBef>
              <a:buNone/>
              <a:defRPr kumimoji="0" lang="es-ES" sz="1600" b="0" i="0" u="none" strike="noStrike" kern="1200" cap="none" spc="0" normalizeH="0" baseline="0">
                <a:ln>
                  <a:noFill/>
                </a:ln>
                <a:solidFill>
                  <a:prstClr val="black"/>
                </a:solidFill>
                <a:effectLst/>
                <a:uLnTx/>
                <a:uFillTx/>
                <a:latin typeface="Aptos" panose="02110004020202020204"/>
                <a:ea typeface="+mn-ea"/>
                <a:cs typeface="+mn-cs"/>
              </a:defRPr>
            </a:lvl1pPr>
          </a:lstStyle>
          <a:p>
            <a:pPr algn="l">
              <a:spcBef>
                <a:spcPts val="0"/>
              </a:spcBef>
            </a:pPr>
            <a:r>
              <a:rPr lang="en-US" sz="2000" noProof="0">
                <a:solidFill>
                  <a:schemeClr val="bg1"/>
                </a:solidFill>
              </a:rPr>
              <a:t>A phased strategy to assess the current IT Sovereignty posture in IAG.</a:t>
            </a:r>
          </a:p>
        </p:txBody>
      </p:sp>
    </p:spTree>
    <p:extLst>
      <p:ext uri="{BB962C8B-B14F-4D97-AF65-F5344CB8AC3E}">
        <p14:creationId xmlns:p14="http://schemas.microsoft.com/office/powerpoint/2010/main" val="953560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B342D-6809-8099-DCC5-18B4BB8FDF6C}"/>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75F2110-4981-A85F-28FB-0EADB6BE222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B75F2110-4981-A85F-28FB-0EADB6BE22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B44BFA7E-EEFF-6A21-9822-0BFD0D771F81}"/>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noProof="0">
                <a:latin typeface="Aptos" panose="020B0004020202020204" pitchFamily="34" charset="0"/>
              </a:rPr>
              <a:t>Keys to a Methodological Execution Strategy</a:t>
            </a:r>
          </a:p>
        </p:txBody>
      </p:sp>
      <p:sp>
        <p:nvSpPr>
          <p:cNvPr id="3" name="Title 12">
            <a:extLst>
              <a:ext uri="{FF2B5EF4-FFF2-40B4-BE49-F238E27FC236}">
                <a16:creationId xmlns:a16="http://schemas.microsoft.com/office/drawing/2014/main" id="{C8AE216D-FEED-E4A8-8411-5CAE3A0F05D8}"/>
              </a:ext>
            </a:extLst>
          </p:cNvPr>
          <p:cNvSpPr>
            <a:spLocks noGrp="1"/>
          </p:cNvSpPr>
          <p:nvPr>
            <p:ph type="title"/>
          </p:nvPr>
        </p:nvSpPr>
        <p:spPr>
          <a:xfrm>
            <a:off x="465722" y="794031"/>
            <a:ext cx="11446876" cy="584775"/>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algn="l"/>
            <a:r>
              <a:rPr lang="en-US" noProof="0"/>
              <a:t>NTT DATA proposes a pragmatic, </a:t>
            </a:r>
            <a:r>
              <a:rPr lang="en-US" b="1" noProof="0"/>
              <a:t>evidence-led and AI-assisted approach </a:t>
            </a:r>
            <a:r>
              <a:rPr lang="en-US" noProof="0"/>
              <a:t>to help IAG understand where sovereignty exposure is material, what is already under control, and which actions should be prioritized to reduce risk without unnecessary disruption.</a:t>
            </a:r>
          </a:p>
        </p:txBody>
      </p:sp>
      <p:grpSp>
        <p:nvGrpSpPr>
          <p:cNvPr id="29" name="Group 3">
            <a:extLst>
              <a:ext uri="{FF2B5EF4-FFF2-40B4-BE49-F238E27FC236}">
                <a16:creationId xmlns:a16="http://schemas.microsoft.com/office/drawing/2014/main" id="{FD2B0958-8B62-8053-317B-1C31E1E9CE6D}"/>
              </a:ext>
            </a:extLst>
          </p:cNvPr>
          <p:cNvGrpSpPr/>
          <p:nvPr/>
        </p:nvGrpSpPr>
        <p:grpSpPr>
          <a:xfrm>
            <a:off x="4475630" y="1605478"/>
            <a:ext cx="3721162" cy="1326005"/>
            <a:chOff x="4475630" y="2011108"/>
            <a:chExt cx="2854085" cy="1702615"/>
          </a:xfrm>
        </p:grpSpPr>
        <p:pic>
          <p:nvPicPr>
            <p:cNvPr id="30" name="Picture 2" descr="Vinilo abstracto para pared Mancha de pintura rosa - TenVinilo">
              <a:extLst>
                <a:ext uri="{FF2B5EF4-FFF2-40B4-BE49-F238E27FC236}">
                  <a16:creationId xmlns:a16="http://schemas.microsoft.com/office/drawing/2014/main" id="{F56785F6-0308-E3CB-B150-B786859D874A}"/>
                </a:ext>
              </a:extLst>
            </p:cNvPr>
            <p:cNvPicPr>
              <a:picLocks noChangeAspect="1" noChangeArrowheads="1"/>
            </p:cNvPicPr>
            <p:nvPr/>
          </p:nvPicPr>
          <p:blipFill>
            <a:blip r:embed="rId5" cstate="print">
              <a:alphaModFix amt="20000"/>
              <a:grayscl/>
              <a:extLst>
                <a:ext uri="{BEBA8EAE-BF5A-486C-A8C5-ECC9F3942E4B}">
                  <a14:imgProps xmlns:a14="http://schemas.microsoft.com/office/drawing/2010/main">
                    <a14:imgLayer r:embed="rId6">
                      <a14:imgEffect>
                        <a14:colorTemperature colorTemp="11200"/>
                      </a14:imgEffect>
                    </a14:imgLayer>
                  </a14:imgProps>
                </a:ext>
                <a:ext uri="{28A0092B-C50C-407E-A947-70E740481C1C}">
                  <a14:useLocalDpi xmlns:a14="http://schemas.microsoft.com/office/drawing/2010/main"/>
                </a:ext>
              </a:extLst>
            </a:blip>
            <a:srcRect/>
            <a:stretch>
              <a:fillRect/>
            </a:stretch>
          </p:blipFill>
          <p:spPr bwMode="auto">
            <a:xfrm flipH="1">
              <a:off x="4475630" y="2011108"/>
              <a:ext cx="2854085" cy="1702615"/>
            </a:xfrm>
            <a:prstGeom prst="rect">
              <a:avLst/>
            </a:prstGeom>
            <a:noFill/>
            <a:extLst>
              <a:ext uri="{909E8E84-426E-40DD-AFC4-6F175D3DCCD1}">
                <a14:hiddenFill xmlns:a14="http://schemas.microsoft.com/office/drawing/2010/main">
                  <a:solidFill>
                    <a:srgbClr val="FFFFFF"/>
                  </a:solidFill>
                </a14:hiddenFill>
              </a:ext>
            </a:extLst>
          </p:spPr>
        </p:pic>
        <p:sp>
          <p:nvSpPr>
            <p:cNvPr id="31" name="CuadroTexto 18">
              <a:extLst>
                <a:ext uri="{FF2B5EF4-FFF2-40B4-BE49-F238E27FC236}">
                  <a16:creationId xmlns:a16="http://schemas.microsoft.com/office/drawing/2014/main" id="{F1D052C3-5F72-CEAD-C120-CC8398DA0446}"/>
                </a:ext>
              </a:extLst>
            </p:cNvPr>
            <p:cNvSpPr txBox="1"/>
            <p:nvPr/>
          </p:nvSpPr>
          <p:spPr>
            <a:xfrm>
              <a:off x="4897747" y="2217627"/>
              <a:ext cx="1968137" cy="13041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a:ln>
                    <a:noFill/>
                  </a:ln>
                  <a:solidFill>
                    <a:srgbClr val="005B96"/>
                  </a:solidFill>
                  <a:effectLst/>
                  <a:uLnTx/>
                  <a:uFillTx/>
                  <a:latin typeface="Aptos" panose="020B0004020202020204" pitchFamily="34" charset="0"/>
                  <a:cs typeface="Arial" panose="020B0604020202020204" pitchFamily="34" charset="0"/>
                </a:rPr>
                <a:t>STRUCTURED SOVEREIGNTY FRAMEWORK</a:t>
              </a:r>
            </a:p>
          </p:txBody>
        </p:sp>
      </p:grpSp>
      <p:grpSp>
        <p:nvGrpSpPr>
          <p:cNvPr id="32" name="Group 7">
            <a:extLst>
              <a:ext uri="{FF2B5EF4-FFF2-40B4-BE49-F238E27FC236}">
                <a16:creationId xmlns:a16="http://schemas.microsoft.com/office/drawing/2014/main" id="{850F46EA-EA24-FDAF-48C4-1B53160B6A5E}"/>
              </a:ext>
            </a:extLst>
          </p:cNvPr>
          <p:cNvGrpSpPr/>
          <p:nvPr/>
        </p:nvGrpSpPr>
        <p:grpSpPr>
          <a:xfrm>
            <a:off x="8176051" y="1592048"/>
            <a:ext cx="3721162" cy="1326005"/>
            <a:chOff x="8706403" y="1997678"/>
            <a:chExt cx="2854085" cy="1702615"/>
          </a:xfrm>
        </p:grpSpPr>
        <p:pic>
          <p:nvPicPr>
            <p:cNvPr id="33" name="Picture 2" descr="Vinilo abstracto para pared Mancha de pintura rosa - TenVinilo">
              <a:extLst>
                <a:ext uri="{FF2B5EF4-FFF2-40B4-BE49-F238E27FC236}">
                  <a16:creationId xmlns:a16="http://schemas.microsoft.com/office/drawing/2014/main" id="{CEA77345-E53A-EE03-DEF3-032A16065C98}"/>
                </a:ext>
              </a:extLst>
            </p:cNvPr>
            <p:cNvPicPr>
              <a:picLocks noChangeAspect="1" noChangeArrowheads="1"/>
            </p:cNvPicPr>
            <p:nvPr/>
          </p:nvPicPr>
          <p:blipFill>
            <a:blip r:embed="rId5" cstate="print">
              <a:alphaModFix amt="20000"/>
              <a:grayscl/>
              <a:extLst>
                <a:ext uri="{BEBA8EAE-BF5A-486C-A8C5-ECC9F3942E4B}">
                  <a14:imgProps xmlns:a14="http://schemas.microsoft.com/office/drawing/2010/main">
                    <a14:imgLayer r:embed="rId6">
                      <a14:imgEffect>
                        <a14:colorTemperature colorTemp="11200"/>
                      </a14:imgEffect>
                    </a14:imgLayer>
                  </a14:imgProps>
                </a:ext>
                <a:ext uri="{28A0092B-C50C-407E-A947-70E740481C1C}">
                  <a14:useLocalDpi xmlns:a14="http://schemas.microsoft.com/office/drawing/2010/main"/>
                </a:ext>
              </a:extLst>
            </a:blip>
            <a:srcRect/>
            <a:stretch>
              <a:fillRect/>
            </a:stretch>
          </p:blipFill>
          <p:spPr bwMode="auto">
            <a:xfrm flipH="1">
              <a:off x="8706403" y="1997678"/>
              <a:ext cx="2854085" cy="1702615"/>
            </a:xfrm>
            <a:prstGeom prst="rect">
              <a:avLst/>
            </a:prstGeom>
            <a:noFill/>
            <a:extLst>
              <a:ext uri="{909E8E84-426E-40DD-AFC4-6F175D3DCCD1}">
                <a14:hiddenFill xmlns:a14="http://schemas.microsoft.com/office/drawing/2010/main">
                  <a:solidFill>
                    <a:srgbClr val="FFFFFF"/>
                  </a:solidFill>
                </a14:hiddenFill>
              </a:ext>
            </a:extLst>
          </p:spPr>
        </p:pic>
        <p:sp>
          <p:nvSpPr>
            <p:cNvPr id="34" name="CuadroTexto 22">
              <a:extLst>
                <a:ext uri="{FF2B5EF4-FFF2-40B4-BE49-F238E27FC236}">
                  <a16:creationId xmlns:a16="http://schemas.microsoft.com/office/drawing/2014/main" id="{A8A7AFA6-AB09-3011-F731-01BEB9345857}"/>
                </a:ext>
              </a:extLst>
            </p:cNvPr>
            <p:cNvSpPr txBox="1"/>
            <p:nvPr/>
          </p:nvSpPr>
          <p:spPr>
            <a:xfrm>
              <a:off x="9193474" y="2373804"/>
              <a:ext cx="1968137" cy="9089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a:ln>
                    <a:noFill/>
                  </a:ln>
                  <a:solidFill>
                    <a:srgbClr val="005B96"/>
                  </a:solidFill>
                  <a:effectLst/>
                  <a:uLnTx/>
                  <a:uFillTx/>
                  <a:latin typeface="Aptos" panose="020B0004020202020204" pitchFamily="34" charset="0"/>
                  <a:cs typeface="Arial" panose="020B0604020202020204" pitchFamily="34" charset="0"/>
                </a:rPr>
                <a:t>ACTIONABLE DECISIONS</a:t>
              </a:r>
            </a:p>
          </p:txBody>
        </p:sp>
      </p:grpSp>
      <p:sp>
        <p:nvSpPr>
          <p:cNvPr id="35" name="CuadroTexto 32">
            <a:extLst>
              <a:ext uri="{FF2B5EF4-FFF2-40B4-BE49-F238E27FC236}">
                <a16:creationId xmlns:a16="http://schemas.microsoft.com/office/drawing/2014/main" id="{7252CDE0-E38C-09C1-0DC1-AF78F1B383F8}"/>
              </a:ext>
            </a:extLst>
          </p:cNvPr>
          <p:cNvSpPr txBox="1"/>
          <p:nvPr/>
        </p:nvSpPr>
        <p:spPr>
          <a:xfrm>
            <a:off x="465722" y="2905316"/>
            <a:ext cx="3289400" cy="879889"/>
          </a:xfrm>
          <a:prstGeom prst="rect">
            <a:avLst/>
          </a:prstGeom>
          <a:noFill/>
        </p:spPr>
        <p:txBody>
          <a:bodyPr wrap="square" rtlCol="0">
            <a:noAutofit/>
          </a:bodyPr>
          <a:lstStyle/>
          <a:p>
            <a:pPr algn="ctr"/>
            <a:r>
              <a:rPr lang="en-US" sz="1200" i="1" kern="0" noProof="0">
                <a:solidFill>
                  <a:srgbClr val="031F30"/>
                </a:solidFill>
                <a:latin typeface="Aptos" panose="020B0004020202020204" pitchFamily="34" charset="0"/>
                <a:cs typeface="Arial" panose="020B0604020202020204" pitchFamily="34" charset="0"/>
              </a:rPr>
              <a:t>We assess sovereignty based on </a:t>
            </a:r>
            <a:r>
              <a:rPr lang="en-US" sz="1200" b="1" i="1" kern="0" noProof="0">
                <a:solidFill>
                  <a:srgbClr val="031F30"/>
                </a:solidFill>
                <a:latin typeface="Aptos" panose="020B0004020202020204" pitchFamily="34" charset="0"/>
                <a:cs typeface="Arial" panose="020B0604020202020204" pitchFamily="34" charset="0"/>
              </a:rPr>
              <a:t>traceable</a:t>
            </a:r>
            <a:r>
              <a:rPr lang="en-US" sz="1200" i="1" kern="0" noProof="0">
                <a:solidFill>
                  <a:srgbClr val="031F30"/>
                </a:solidFill>
                <a:latin typeface="Aptos" panose="020B0004020202020204" pitchFamily="34" charset="0"/>
                <a:cs typeface="Arial" panose="020B0604020202020204" pitchFamily="34" charset="0"/>
              </a:rPr>
              <a:t> </a:t>
            </a:r>
            <a:r>
              <a:rPr lang="en-US" sz="1200" b="1" i="1" kern="0" noProof="0">
                <a:solidFill>
                  <a:srgbClr val="031F30"/>
                </a:solidFill>
                <a:latin typeface="Aptos" panose="020B0004020202020204" pitchFamily="34" charset="0"/>
                <a:cs typeface="Arial" panose="020B0604020202020204" pitchFamily="34" charset="0"/>
              </a:rPr>
              <a:t>evidence</a:t>
            </a:r>
            <a:r>
              <a:rPr lang="en-US" sz="1200" i="1" kern="0" noProof="0">
                <a:solidFill>
                  <a:srgbClr val="031F30"/>
                </a:solidFill>
                <a:latin typeface="Aptos" panose="020B0004020202020204" pitchFamily="34" charset="0"/>
                <a:cs typeface="Arial" panose="020B0604020202020204" pitchFamily="34" charset="0"/>
              </a:rPr>
              <a:t>: contracts, supplier information, cloud regions, data flows, security controls, operational processes, architecture documentation and structured interviews.</a:t>
            </a:r>
          </a:p>
        </p:txBody>
      </p:sp>
      <p:sp>
        <p:nvSpPr>
          <p:cNvPr id="36" name="CuadroTexto 33">
            <a:extLst>
              <a:ext uri="{FF2B5EF4-FFF2-40B4-BE49-F238E27FC236}">
                <a16:creationId xmlns:a16="http://schemas.microsoft.com/office/drawing/2014/main" id="{33D5FB9B-2C05-8C61-AFD3-948B8518A062}"/>
              </a:ext>
            </a:extLst>
          </p:cNvPr>
          <p:cNvSpPr txBox="1"/>
          <p:nvPr/>
        </p:nvSpPr>
        <p:spPr>
          <a:xfrm>
            <a:off x="4414805" y="2905316"/>
            <a:ext cx="3699504" cy="674064"/>
          </a:xfrm>
          <a:prstGeom prst="rect">
            <a:avLst/>
          </a:prstGeom>
          <a:noFill/>
        </p:spPr>
        <p:txBody>
          <a:bodyPr wrap="square" rtlCol="0">
            <a:noAutofit/>
          </a:bodyPr>
          <a:lstStyle>
            <a:defPPr>
              <a:defRPr lang="en-US"/>
            </a:defPPr>
            <a:lvl1pPr algn="ctr">
              <a:defRPr sz="1050" i="1">
                <a:solidFill>
                  <a:schemeClr val="tx2"/>
                </a:solidFill>
                <a:latin typeface="Montserrat" panose="0000050000000000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0" noProof="0">
                <a:solidFill>
                  <a:srgbClr val="031F30"/>
                </a:solidFill>
                <a:latin typeface="Aptos" panose="020B0004020202020204" pitchFamily="34" charset="0"/>
                <a:cs typeface="Arial" panose="020B0604020202020204" pitchFamily="34" charset="0"/>
              </a:rPr>
              <a:t>We apply a </a:t>
            </a:r>
            <a:r>
              <a:rPr lang="en-US" sz="1200" b="1" kern="0" noProof="0">
                <a:solidFill>
                  <a:srgbClr val="031F30"/>
                </a:solidFill>
                <a:latin typeface="Aptos" panose="020B0004020202020204" pitchFamily="34" charset="0"/>
                <a:cs typeface="Arial" panose="020B0604020202020204" pitchFamily="34" charset="0"/>
              </a:rPr>
              <a:t>SEAL-aligned assessment model </a:t>
            </a:r>
            <a:r>
              <a:rPr lang="en-US" sz="1200" kern="0" noProof="0">
                <a:solidFill>
                  <a:srgbClr val="031F30"/>
                </a:solidFill>
                <a:latin typeface="Aptos" panose="020B0004020202020204" pitchFamily="34" charset="0"/>
                <a:cs typeface="Arial" panose="020B0604020202020204" pitchFamily="34" charset="0"/>
              </a:rPr>
              <a:t>across key sovereignty domains, using </a:t>
            </a:r>
            <a:r>
              <a:rPr lang="en-US" sz="1200" b="1" kern="0" noProof="0">
                <a:solidFill>
                  <a:srgbClr val="031F30"/>
                </a:solidFill>
                <a:latin typeface="Aptos" panose="020B0004020202020204" pitchFamily="34" charset="0"/>
                <a:cs typeface="Arial" panose="020B0604020202020204" pitchFamily="34" charset="0"/>
              </a:rPr>
              <a:t>AI-assisted analysis</a:t>
            </a:r>
            <a:r>
              <a:rPr lang="en-US" sz="1200" kern="0" noProof="0">
                <a:solidFill>
                  <a:srgbClr val="031F30"/>
                </a:solidFill>
                <a:latin typeface="Aptos" panose="020B0004020202020204" pitchFamily="34" charset="0"/>
                <a:cs typeface="Arial" panose="020B0604020202020204" pitchFamily="34" charset="0"/>
              </a:rPr>
              <a:t> to accelerate evidence review, identify patterns and compare exposure consistently across OpCos, applications, suppliers and contracts.</a:t>
            </a:r>
            <a:endParaRPr kumimoji="0" lang="en-US" sz="1200" b="0" i="1" u="none" strike="noStrike" kern="0" cap="none" spc="0" normalizeH="0" baseline="0" noProof="0">
              <a:ln>
                <a:noFill/>
              </a:ln>
              <a:solidFill>
                <a:srgbClr val="031F30"/>
              </a:solidFill>
              <a:effectLst/>
              <a:uLnTx/>
              <a:uFillTx/>
              <a:latin typeface="Aptos" panose="020B0004020202020204" pitchFamily="34" charset="0"/>
              <a:cs typeface="Arial" panose="020B0604020202020204" pitchFamily="34" charset="0"/>
            </a:endParaRPr>
          </a:p>
        </p:txBody>
      </p:sp>
      <p:sp>
        <p:nvSpPr>
          <p:cNvPr id="37" name="CuadroTexto 34">
            <a:extLst>
              <a:ext uri="{FF2B5EF4-FFF2-40B4-BE49-F238E27FC236}">
                <a16:creationId xmlns:a16="http://schemas.microsoft.com/office/drawing/2014/main" id="{FA82814F-89B6-9FED-9789-391DC34B16EF}"/>
              </a:ext>
            </a:extLst>
          </p:cNvPr>
          <p:cNvSpPr txBox="1"/>
          <p:nvPr/>
        </p:nvSpPr>
        <p:spPr>
          <a:xfrm>
            <a:off x="8621630" y="2905316"/>
            <a:ext cx="2952286" cy="790650"/>
          </a:xfrm>
          <a:prstGeom prst="rect">
            <a:avLst/>
          </a:prstGeom>
        </p:spPr>
        <p:txBody>
          <a:bodyPr wrap="square" rtlCol="0">
            <a:noAutofit/>
          </a:bodyPr>
          <a:lstStyle/>
          <a:p>
            <a:pPr algn="ctr"/>
            <a:r>
              <a:rPr lang="en-US" sz="1200" i="1" kern="0" noProof="0">
                <a:solidFill>
                  <a:srgbClr val="031F30"/>
                </a:solidFill>
                <a:latin typeface="Aptos" panose="020B0004020202020204" pitchFamily="34" charset="0"/>
                <a:cs typeface="Arial" panose="020B0604020202020204" pitchFamily="34" charset="0"/>
              </a:rPr>
              <a:t>The diagnostic translates technical, legal and operational findings </a:t>
            </a:r>
            <a:r>
              <a:rPr lang="en-US" sz="1200" b="1" i="1" kern="0" noProof="0">
                <a:solidFill>
                  <a:srgbClr val="031F30"/>
                </a:solidFill>
                <a:latin typeface="Aptos" panose="020B0004020202020204" pitchFamily="34" charset="0"/>
                <a:cs typeface="Arial" panose="020B0604020202020204" pitchFamily="34" charset="0"/>
              </a:rPr>
              <a:t>into prioritized gaps, must-change / can-stay decisions</a:t>
            </a:r>
            <a:r>
              <a:rPr lang="en-US" sz="1200" i="1" kern="0" noProof="0">
                <a:solidFill>
                  <a:srgbClr val="031F30"/>
                </a:solidFill>
                <a:latin typeface="Aptos" panose="020B0004020202020204" pitchFamily="34" charset="0"/>
                <a:cs typeface="Arial" panose="020B0604020202020204" pitchFamily="34" charset="0"/>
              </a:rPr>
              <a:t>, quick wins and a roadmap direction for the next phase.</a:t>
            </a:r>
          </a:p>
        </p:txBody>
      </p:sp>
      <p:grpSp>
        <p:nvGrpSpPr>
          <p:cNvPr id="38" name="Group 13">
            <a:extLst>
              <a:ext uri="{FF2B5EF4-FFF2-40B4-BE49-F238E27FC236}">
                <a16:creationId xmlns:a16="http://schemas.microsoft.com/office/drawing/2014/main" id="{7939621A-DD3A-D44D-3542-B3EA93785043}"/>
              </a:ext>
            </a:extLst>
          </p:cNvPr>
          <p:cNvGrpSpPr/>
          <p:nvPr/>
        </p:nvGrpSpPr>
        <p:grpSpPr>
          <a:xfrm>
            <a:off x="329630" y="1557537"/>
            <a:ext cx="3721162" cy="1326005"/>
            <a:chOff x="329630" y="1963167"/>
            <a:chExt cx="2854085" cy="1702615"/>
          </a:xfrm>
        </p:grpSpPr>
        <p:pic>
          <p:nvPicPr>
            <p:cNvPr id="39" name="Picture 2" descr="Vinilo abstracto para pared Mancha de pintura rosa - TenVinilo">
              <a:extLst>
                <a:ext uri="{FF2B5EF4-FFF2-40B4-BE49-F238E27FC236}">
                  <a16:creationId xmlns:a16="http://schemas.microsoft.com/office/drawing/2014/main" id="{E5AB38E7-C73F-A330-DAA1-24ECEB4FD622}"/>
                </a:ext>
              </a:extLst>
            </p:cNvPr>
            <p:cNvPicPr>
              <a:picLocks noChangeAspect="1" noChangeArrowheads="1"/>
            </p:cNvPicPr>
            <p:nvPr/>
          </p:nvPicPr>
          <p:blipFill>
            <a:blip r:embed="rId5" cstate="print">
              <a:alphaModFix amt="20000"/>
              <a:grayscl/>
              <a:extLst>
                <a:ext uri="{BEBA8EAE-BF5A-486C-A8C5-ECC9F3942E4B}">
                  <a14:imgProps xmlns:a14="http://schemas.microsoft.com/office/drawing/2010/main">
                    <a14:imgLayer r:embed="rId6">
                      <a14:imgEffect>
                        <a14:colorTemperature colorTemp="11200"/>
                      </a14:imgEffect>
                    </a14:imgLayer>
                  </a14:imgProps>
                </a:ext>
                <a:ext uri="{28A0092B-C50C-407E-A947-70E740481C1C}">
                  <a14:useLocalDpi xmlns:a14="http://schemas.microsoft.com/office/drawing/2010/main"/>
                </a:ext>
              </a:extLst>
            </a:blip>
            <a:srcRect/>
            <a:stretch>
              <a:fillRect/>
            </a:stretch>
          </p:blipFill>
          <p:spPr bwMode="auto">
            <a:xfrm flipH="1">
              <a:off x="329630" y="1963167"/>
              <a:ext cx="2854085" cy="1702615"/>
            </a:xfrm>
            <a:prstGeom prst="rect">
              <a:avLst/>
            </a:prstGeom>
            <a:noFill/>
            <a:extLst>
              <a:ext uri="{909E8E84-426E-40DD-AFC4-6F175D3DCCD1}">
                <a14:hiddenFill xmlns:a14="http://schemas.microsoft.com/office/drawing/2010/main">
                  <a:solidFill>
                    <a:srgbClr val="FFFFFF"/>
                  </a:solidFill>
                </a14:hiddenFill>
              </a:ext>
            </a:extLst>
          </p:spPr>
        </p:pic>
        <p:sp>
          <p:nvSpPr>
            <p:cNvPr id="40" name="CuadroTexto 17">
              <a:extLst>
                <a:ext uri="{FF2B5EF4-FFF2-40B4-BE49-F238E27FC236}">
                  <a16:creationId xmlns:a16="http://schemas.microsoft.com/office/drawing/2014/main" id="{AEB304C8-D213-75F4-75AC-04C20EEB9DAF}"/>
                </a:ext>
              </a:extLst>
            </p:cNvPr>
            <p:cNvSpPr txBox="1"/>
            <p:nvPr/>
          </p:nvSpPr>
          <p:spPr>
            <a:xfrm>
              <a:off x="772604" y="2308035"/>
              <a:ext cx="1968137" cy="9089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a:ln>
                    <a:noFill/>
                  </a:ln>
                  <a:solidFill>
                    <a:srgbClr val="005B96"/>
                  </a:solidFill>
                  <a:effectLst/>
                  <a:uLnTx/>
                  <a:uFillTx/>
                  <a:latin typeface="Aptos" panose="020B0004020202020204" pitchFamily="34" charset="0"/>
                  <a:cs typeface="Arial" panose="020B0604020202020204" pitchFamily="34" charset="0"/>
                </a:rPr>
                <a:t>EVIDENCE LED ASSESSMENT</a:t>
              </a:r>
            </a:p>
          </p:txBody>
        </p:sp>
      </p:grpSp>
      <p:sp>
        <p:nvSpPr>
          <p:cNvPr id="42" name="Rectangle 18">
            <a:extLst>
              <a:ext uri="{FF2B5EF4-FFF2-40B4-BE49-F238E27FC236}">
                <a16:creationId xmlns:a16="http://schemas.microsoft.com/office/drawing/2014/main" id="{0992A06D-BDDD-FA39-B0BE-5C81B77781FE}"/>
              </a:ext>
            </a:extLst>
          </p:cNvPr>
          <p:cNvSpPr/>
          <p:nvPr/>
        </p:nvSpPr>
        <p:spPr bwMode="gray">
          <a:xfrm>
            <a:off x="9850463" y="5354431"/>
            <a:ext cx="1768424" cy="181356"/>
          </a:xfrm>
          <a:prstGeom prst="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rgbClr val="005B96"/>
                </a:solidFill>
                <a:effectLst/>
                <a:uLnTx/>
                <a:uFillTx/>
                <a:latin typeface="Aptos" panose="020B0004020202020204" pitchFamily="34" charset="0"/>
                <a:ea typeface="Calibri" panose="020F0502020204030204" pitchFamily="34" charset="0"/>
                <a:cs typeface="Arial" panose="020B0604020202020204" pitchFamily="34" charset="0"/>
              </a:rPr>
              <a:t>Measurable evolution</a:t>
            </a:r>
          </a:p>
        </p:txBody>
      </p:sp>
      <p:sp>
        <p:nvSpPr>
          <p:cNvPr id="43" name="Rectangle 19">
            <a:extLst>
              <a:ext uri="{FF2B5EF4-FFF2-40B4-BE49-F238E27FC236}">
                <a16:creationId xmlns:a16="http://schemas.microsoft.com/office/drawing/2014/main" id="{484B46FF-3151-18A9-9FB7-5CC7A5FB0948}"/>
              </a:ext>
            </a:extLst>
          </p:cNvPr>
          <p:cNvSpPr/>
          <p:nvPr/>
        </p:nvSpPr>
        <p:spPr bwMode="gray">
          <a:xfrm>
            <a:off x="9553575" y="5478295"/>
            <a:ext cx="2362200" cy="445582"/>
          </a:xfrm>
          <a:prstGeom prst="rect">
            <a:avLst/>
          </a:prstGeom>
          <a:noFill/>
          <a:ln w="19050" algn="ctr">
            <a:noFill/>
            <a:miter lim="800000"/>
            <a:headEnd/>
            <a:tailEnd/>
          </a:ln>
        </p:spPr>
        <p:txBody>
          <a:bodyPr wrap="square" lIns="88900" tIns="889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rgbClr val="031F30"/>
                </a:solidFill>
                <a:effectLst/>
                <a:uLnTx/>
                <a:uFillTx/>
                <a:latin typeface="Aptos" panose="020B0004020202020204" pitchFamily="34" charset="0"/>
                <a:cs typeface="Arial" panose="020B0604020202020204" pitchFamily="34" charset="0"/>
              </a:rPr>
              <a:t>A </a:t>
            </a:r>
            <a:r>
              <a:rPr kumimoji="0" lang="en-US" sz="1200" b="1" i="0" u="none" strike="noStrike" kern="1200" cap="none" spc="0" normalizeH="0" baseline="0" noProof="0">
                <a:ln>
                  <a:noFill/>
                </a:ln>
                <a:solidFill>
                  <a:srgbClr val="031F30"/>
                </a:solidFill>
                <a:effectLst/>
                <a:uLnTx/>
                <a:uFillTx/>
                <a:latin typeface="Aptos" panose="020B0004020202020204" pitchFamily="34" charset="0"/>
                <a:cs typeface="Arial" panose="020B0604020202020204" pitchFamily="34" charset="0"/>
              </a:rPr>
              <a:t>repeatable scorecard and heatmap </a:t>
            </a:r>
            <a:r>
              <a:rPr kumimoji="0" lang="en-US" sz="1200" b="0" i="0" u="none" strike="noStrike" kern="1200" cap="none" spc="0" normalizeH="0" baseline="0" noProof="0">
                <a:ln>
                  <a:noFill/>
                </a:ln>
                <a:solidFill>
                  <a:srgbClr val="031F30"/>
                </a:solidFill>
                <a:effectLst/>
                <a:uLnTx/>
                <a:uFillTx/>
                <a:latin typeface="Aptos" panose="020B0004020202020204" pitchFamily="34" charset="0"/>
                <a:cs typeface="Arial" panose="020B0604020202020204" pitchFamily="34" charset="0"/>
              </a:rPr>
              <a:t>to track sovereignty maturity, dependency reduction and remediation progress.</a:t>
            </a:r>
          </a:p>
        </p:txBody>
      </p:sp>
      <p:pic>
        <p:nvPicPr>
          <p:cNvPr id="44" name="Picture 21" descr="A black background with a black square&#10;&#10;AI-generated content may be incorrect.">
            <a:extLst>
              <a:ext uri="{FF2B5EF4-FFF2-40B4-BE49-F238E27FC236}">
                <a16:creationId xmlns:a16="http://schemas.microsoft.com/office/drawing/2014/main" id="{B2440D90-8735-BBCB-9357-D23491FDCCF9}"/>
              </a:ext>
            </a:extLst>
          </p:cNvPr>
          <p:cNvPicPr>
            <a:picLocks noChangeAspect="1"/>
          </p:cNvPicPr>
          <p:nvPr/>
        </p:nvPicPr>
        <p:blipFill>
          <a:blip r:embed="rId7">
            <a:duotone>
              <a:srgbClr val="75787B">
                <a:shade val="45000"/>
                <a:satMod val="135000"/>
              </a:srgbClr>
              <a:prstClr val="white"/>
            </a:duotone>
          </a:blip>
          <a:stretch>
            <a:fillRect/>
          </a:stretch>
        </p:blipFill>
        <p:spPr>
          <a:xfrm>
            <a:off x="1409631" y="4657535"/>
            <a:ext cx="613140" cy="601750"/>
          </a:xfrm>
          <a:prstGeom prst="rect">
            <a:avLst/>
          </a:prstGeom>
        </p:spPr>
      </p:pic>
      <p:sp>
        <p:nvSpPr>
          <p:cNvPr id="45" name="Rectangle 23">
            <a:extLst>
              <a:ext uri="{FF2B5EF4-FFF2-40B4-BE49-F238E27FC236}">
                <a16:creationId xmlns:a16="http://schemas.microsoft.com/office/drawing/2014/main" id="{EBA18E68-E8F2-6333-9457-3F1F77904805}"/>
              </a:ext>
            </a:extLst>
          </p:cNvPr>
          <p:cNvSpPr/>
          <p:nvPr/>
        </p:nvSpPr>
        <p:spPr bwMode="gray">
          <a:xfrm>
            <a:off x="619385" y="5354431"/>
            <a:ext cx="2193632" cy="181356"/>
          </a:xfrm>
          <a:prstGeom prst="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rgbClr val="005B96"/>
                </a:solidFill>
                <a:effectLst/>
                <a:uLnTx/>
                <a:uFillTx/>
                <a:latin typeface="Aptos" panose="020B0004020202020204" pitchFamily="34" charset="0"/>
                <a:ea typeface="Calibri" panose="020F0502020204030204" pitchFamily="34" charset="0"/>
                <a:cs typeface="Arial" panose="020B0604020202020204" pitchFamily="34" charset="0"/>
              </a:rPr>
              <a:t>Strategic focus</a:t>
            </a:r>
          </a:p>
        </p:txBody>
      </p:sp>
      <p:sp>
        <p:nvSpPr>
          <p:cNvPr id="46" name="Rectangle 24">
            <a:extLst>
              <a:ext uri="{FF2B5EF4-FFF2-40B4-BE49-F238E27FC236}">
                <a16:creationId xmlns:a16="http://schemas.microsoft.com/office/drawing/2014/main" id="{E6CA5C33-198D-5EEB-7058-7EB2C641531D}"/>
              </a:ext>
            </a:extLst>
          </p:cNvPr>
          <p:cNvSpPr/>
          <p:nvPr/>
        </p:nvSpPr>
        <p:spPr bwMode="gray">
          <a:xfrm>
            <a:off x="296728" y="5533162"/>
            <a:ext cx="2838946" cy="445582"/>
          </a:xfrm>
          <a:prstGeom prst="rect">
            <a:avLst/>
          </a:prstGeom>
          <a:noFill/>
          <a:ln w="19050" algn="ctr">
            <a:noFill/>
            <a:miter lim="800000"/>
            <a:headEnd/>
            <a:tailEnd/>
          </a:ln>
        </p:spPr>
        <p:txBody>
          <a:bodyPr wrap="square" lIns="88900" tIns="889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rgbClr val="031F30"/>
                </a:solidFill>
                <a:effectLst/>
                <a:uLnTx/>
                <a:uFillTx/>
                <a:latin typeface="Aptos" panose="020B0004020202020204" pitchFamily="34" charset="0"/>
                <a:ea typeface="Calibri" panose="020F0502020204030204" pitchFamily="34" charset="0"/>
                <a:cs typeface="Arial" panose="020B0604020202020204" pitchFamily="34" charset="0"/>
              </a:rPr>
              <a:t>Prioritization of the </a:t>
            </a:r>
            <a:r>
              <a:rPr kumimoji="0" lang="en-US" sz="1200" b="1" i="0" u="none" strike="noStrike" kern="1200" cap="none" spc="0" normalizeH="0" baseline="0" noProof="0">
                <a:ln>
                  <a:noFill/>
                </a:ln>
                <a:solidFill>
                  <a:srgbClr val="031F30"/>
                </a:solidFill>
                <a:effectLst/>
                <a:uLnTx/>
                <a:uFillTx/>
                <a:latin typeface="Aptos" panose="020B0004020202020204" pitchFamily="34" charset="0"/>
                <a:ea typeface="Calibri" panose="020F0502020204030204" pitchFamily="34" charset="0"/>
                <a:cs typeface="Arial" panose="020B0604020202020204" pitchFamily="34" charset="0"/>
              </a:rPr>
              <a:t>OpCos, applications, suppliers and contracts </a:t>
            </a:r>
            <a:r>
              <a:rPr lang="en-US" sz="1200" noProof="0">
                <a:solidFill>
                  <a:srgbClr val="031F30"/>
                </a:solidFill>
                <a:latin typeface="Aptos" panose="020B0004020202020204" pitchFamily="34" charset="0"/>
                <a:ea typeface="Calibri" panose="020F0502020204030204" pitchFamily="34" charset="0"/>
                <a:cs typeface="Arial" panose="020B0604020202020204" pitchFamily="34" charset="0"/>
              </a:rPr>
              <a:t>with the highest sovereignty exposure and criticality.</a:t>
            </a:r>
            <a:endParaRPr kumimoji="0" lang="en-US" sz="1200" b="0" i="0" u="none" strike="noStrike" kern="1200" cap="none" spc="0" normalizeH="0" baseline="0" noProof="0">
              <a:ln>
                <a:noFill/>
              </a:ln>
              <a:solidFill>
                <a:srgbClr val="031F30"/>
              </a:solidFill>
              <a:effectLst/>
              <a:uLnTx/>
              <a:uFillTx/>
              <a:latin typeface="Aptos" panose="020B0004020202020204" pitchFamily="34" charset="0"/>
              <a:ea typeface="Calibri" panose="020F0502020204030204" pitchFamily="34" charset="0"/>
              <a:cs typeface="Arial" panose="020B0604020202020204" pitchFamily="34" charset="0"/>
            </a:endParaRPr>
          </a:p>
        </p:txBody>
      </p:sp>
      <p:sp>
        <p:nvSpPr>
          <p:cNvPr id="48" name="Rectangle 27">
            <a:extLst>
              <a:ext uri="{FF2B5EF4-FFF2-40B4-BE49-F238E27FC236}">
                <a16:creationId xmlns:a16="http://schemas.microsoft.com/office/drawing/2014/main" id="{C757FA35-6413-334D-40F9-7994CEAB0366}"/>
              </a:ext>
            </a:extLst>
          </p:cNvPr>
          <p:cNvSpPr/>
          <p:nvPr/>
        </p:nvSpPr>
        <p:spPr bwMode="gray">
          <a:xfrm>
            <a:off x="6518317" y="5354431"/>
            <a:ext cx="2889178" cy="181356"/>
          </a:xfrm>
          <a:prstGeom prst="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rgbClr val="005B96"/>
                </a:solidFill>
                <a:effectLst/>
                <a:uLnTx/>
                <a:uFillTx/>
                <a:latin typeface="Aptos" panose="020B0004020202020204" pitchFamily="34" charset="0"/>
                <a:ea typeface="Calibri" panose="020F0502020204030204" pitchFamily="34" charset="0"/>
                <a:cs typeface="Arial" panose="020B0604020202020204" pitchFamily="34" charset="0"/>
              </a:rPr>
              <a:t>Common framework</a:t>
            </a:r>
          </a:p>
        </p:txBody>
      </p:sp>
      <p:sp>
        <p:nvSpPr>
          <p:cNvPr id="49" name="Rectangle 28">
            <a:extLst>
              <a:ext uri="{FF2B5EF4-FFF2-40B4-BE49-F238E27FC236}">
                <a16:creationId xmlns:a16="http://schemas.microsoft.com/office/drawing/2014/main" id="{CE6214F6-B4BB-B14F-7D32-343090B3347B}"/>
              </a:ext>
            </a:extLst>
          </p:cNvPr>
          <p:cNvSpPr/>
          <p:nvPr/>
        </p:nvSpPr>
        <p:spPr bwMode="gray">
          <a:xfrm>
            <a:off x="6912116" y="5470879"/>
            <a:ext cx="2101580" cy="445582"/>
          </a:xfrm>
          <a:prstGeom prst="rect">
            <a:avLst/>
          </a:prstGeom>
          <a:noFill/>
          <a:ln w="19050" algn="ctr">
            <a:noFill/>
            <a:miter lim="800000"/>
            <a:headEnd/>
            <a:tailEnd/>
          </a:ln>
        </p:spPr>
        <p:txBody>
          <a:bodyPr wrap="square" lIns="88900" tIns="889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rgbClr val="031F30"/>
                </a:solidFill>
                <a:effectLst/>
                <a:uLnTx/>
                <a:uFillTx/>
                <a:latin typeface="Aptos" panose="020B0004020202020204" pitchFamily="34" charset="0"/>
                <a:ea typeface="Calibri" panose="020F0502020204030204" pitchFamily="34" charset="0"/>
                <a:cs typeface="Arial" panose="020B0604020202020204" pitchFamily="34" charset="0"/>
              </a:rPr>
              <a:t>A </a:t>
            </a:r>
            <a:r>
              <a:rPr kumimoji="0" lang="en-US" sz="1200" b="1" i="0" u="none" strike="noStrike" kern="1200" cap="none" spc="0" normalizeH="0" baseline="0" noProof="0">
                <a:ln>
                  <a:noFill/>
                </a:ln>
                <a:solidFill>
                  <a:srgbClr val="031F30"/>
                </a:solidFill>
                <a:effectLst/>
                <a:uLnTx/>
                <a:uFillTx/>
                <a:latin typeface="Aptos" panose="020B0004020202020204" pitchFamily="34" charset="0"/>
                <a:ea typeface="Calibri" panose="020F0502020204030204" pitchFamily="34" charset="0"/>
                <a:cs typeface="Arial" panose="020B0604020202020204" pitchFamily="34" charset="0"/>
              </a:rPr>
              <a:t>shared language </a:t>
            </a:r>
            <a:r>
              <a:rPr kumimoji="0" lang="en-US" sz="1200" b="0" i="0" u="none" strike="noStrike" kern="1200" cap="none" spc="0" normalizeH="0" baseline="0" noProof="0">
                <a:ln>
                  <a:noFill/>
                </a:ln>
                <a:solidFill>
                  <a:srgbClr val="031F30"/>
                </a:solidFill>
                <a:effectLst/>
                <a:uLnTx/>
                <a:uFillTx/>
                <a:latin typeface="Aptos" panose="020B0004020202020204" pitchFamily="34" charset="0"/>
                <a:ea typeface="Calibri" panose="020F0502020204030204" pitchFamily="34" charset="0"/>
                <a:cs typeface="Arial" panose="020B0604020202020204" pitchFamily="34" charset="0"/>
              </a:rPr>
              <a:t>across business, technology, legal, and procurement to evaluate digital sovereignty.</a:t>
            </a:r>
          </a:p>
        </p:txBody>
      </p:sp>
      <p:pic>
        <p:nvPicPr>
          <p:cNvPr id="50" name="Picture 30" descr="A black background with a black square&#10;&#10;AI-generated content may be incorrect.">
            <a:extLst>
              <a:ext uri="{FF2B5EF4-FFF2-40B4-BE49-F238E27FC236}">
                <a16:creationId xmlns:a16="http://schemas.microsoft.com/office/drawing/2014/main" id="{AED8CB58-6D77-1073-F906-395E45916BF5}"/>
              </a:ext>
            </a:extLst>
          </p:cNvPr>
          <p:cNvPicPr>
            <a:picLocks noChangeAspect="1"/>
          </p:cNvPicPr>
          <p:nvPr/>
        </p:nvPicPr>
        <p:blipFill>
          <a:blip r:embed="rId8">
            <a:duotone>
              <a:srgbClr val="75787B">
                <a:shade val="45000"/>
                <a:satMod val="135000"/>
              </a:srgbClr>
              <a:prstClr val="white"/>
            </a:duotone>
          </a:blip>
          <a:stretch>
            <a:fillRect/>
          </a:stretch>
        </p:blipFill>
        <p:spPr>
          <a:xfrm>
            <a:off x="4663258" y="4657990"/>
            <a:ext cx="613140" cy="566354"/>
          </a:xfrm>
          <a:prstGeom prst="rect">
            <a:avLst/>
          </a:prstGeom>
        </p:spPr>
      </p:pic>
      <p:sp>
        <p:nvSpPr>
          <p:cNvPr id="51" name="Rectangle 31">
            <a:extLst>
              <a:ext uri="{FF2B5EF4-FFF2-40B4-BE49-F238E27FC236}">
                <a16:creationId xmlns:a16="http://schemas.microsoft.com/office/drawing/2014/main" id="{7BA944D9-25A8-7B94-B610-906BFC5A0DD9}"/>
              </a:ext>
            </a:extLst>
          </p:cNvPr>
          <p:cNvSpPr/>
          <p:nvPr/>
        </p:nvSpPr>
        <p:spPr bwMode="gray">
          <a:xfrm>
            <a:off x="3610383" y="5354431"/>
            <a:ext cx="2718890" cy="181356"/>
          </a:xfrm>
          <a:prstGeom prst="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rgbClr val="005B96"/>
                </a:solidFill>
                <a:effectLst/>
                <a:uLnTx/>
                <a:uFillTx/>
                <a:latin typeface="Aptos" panose="020B0004020202020204" pitchFamily="34" charset="0"/>
                <a:ea typeface="Calibri" panose="020F0502020204030204" pitchFamily="34" charset="0"/>
                <a:cs typeface="Arial" panose="020B0604020202020204" pitchFamily="34" charset="0"/>
              </a:rPr>
              <a:t>Informed decision-making</a:t>
            </a:r>
          </a:p>
        </p:txBody>
      </p:sp>
      <p:sp>
        <p:nvSpPr>
          <p:cNvPr id="52" name="Rectangle 32">
            <a:extLst>
              <a:ext uri="{FF2B5EF4-FFF2-40B4-BE49-F238E27FC236}">
                <a16:creationId xmlns:a16="http://schemas.microsoft.com/office/drawing/2014/main" id="{A1EC3174-51BE-E078-509F-F63EC5869624}"/>
              </a:ext>
            </a:extLst>
          </p:cNvPr>
          <p:cNvSpPr/>
          <p:nvPr/>
        </p:nvSpPr>
        <p:spPr bwMode="gray">
          <a:xfrm>
            <a:off x="3844548" y="5516123"/>
            <a:ext cx="2267071" cy="694416"/>
          </a:xfrm>
          <a:prstGeom prst="rect">
            <a:avLst/>
          </a:prstGeom>
          <a:noFill/>
          <a:ln w="19050" algn="ctr">
            <a:noFill/>
            <a:miter lim="800000"/>
            <a:headEnd/>
            <a:tailEnd/>
          </a:ln>
        </p:spPr>
        <p:txBody>
          <a:bodyPr wrap="square" lIns="88900" tIns="889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rgbClr val="031F30"/>
                </a:solidFill>
                <a:effectLst/>
                <a:uLnTx/>
                <a:uFillTx/>
                <a:latin typeface="Aptos" panose="020B0004020202020204" pitchFamily="34" charset="0"/>
                <a:ea typeface="Calibri" panose="020F0502020204030204" pitchFamily="34" charset="0"/>
                <a:cs typeface="Arial" panose="020B0604020202020204" pitchFamily="34" charset="0"/>
              </a:rPr>
              <a:t>An objective, </a:t>
            </a:r>
            <a:r>
              <a:rPr kumimoji="0" lang="en-US" sz="1200" b="1" i="0" u="none" strike="noStrike" kern="1200" cap="none" spc="0" normalizeH="0" baseline="0" noProof="0">
                <a:ln>
                  <a:noFill/>
                </a:ln>
                <a:solidFill>
                  <a:srgbClr val="031F30"/>
                </a:solidFill>
                <a:effectLst/>
                <a:uLnTx/>
                <a:uFillTx/>
                <a:latin typeface="Aptos" panose="020B0004020202020204" pitchFamily="34" charset="0"/>
                <a:ea typeface="Calibri" panose="020F0502020204030204" pitchFamily="34" charset="0"/>
                <a:cs typeface="Arial" panose="020B0604020202020204" pitchFamily="34" charset="0"/>
              </a:rPr>
              <a:t>AI-accelerated evidence base </a:t>
            </a:r>
            <a:r>
              <a:rPr kumimoji="0" lang="en-US" sz="1200" b="0" i="0" u="none" strike="noStrike" kern="1200" cap="none" spc="0" normalizeH="0" baseline="0" noProof="0">
                <a:ln>
                  <a:noFill/>
                </a:ln>
                <a:solidFill>
                  <a:srgbClr val="031F30"/>
                </a:solidFill>
                <a:effectLst/>
                <a:uLnTx/>
                <a:uFillTx/>
                <a:latin typeface="Aptos" panose="020B0004020202020204" pitchFamily="34" charset="0"/>
                <a:ea typeface="Calibri" panose="020F0502020204030204" pitchFamily="34" charset="0"/>
                <a:cs typeface="Arial" panose="020B0604020202020204" pitchFamily="34" charset="0"/>
              </a:rPr>
              <a:t>to support Board, CIO/CISO, procurement, legal and OpCo decisions.</a:t>
            </a:r>
          </a:p>
        </p:txBody>
      </p:sp>
      <p:grpSp>
        <p:nvGrpSpPr>
          <p:cNvPr id="53" name="Grupo 105">
            <a:extLst>
              <a:ext uri="{FF2B5EF4-FFF2-40B4-BE49-F238E27FC236}">
                <a16:creationId xmlns:a16="http://schemas.microsoft.com/office/drawing/2014/main" id="{14326BF4-DB8D-CEC8-222D-C609C0430CF1}"/>
              </a:ext>
            </a:extLst>
          </p:cNvPr>
          <p:cNvGrpSpPr/>
          <p:nvPr/>
        </p:nvGrpSpPr>
        <p:grpSpPr>
          <a:xfrm>
            <a:off x="276225" y="4035546"/>
            <a:ext cx="11639550" cy="426207"/>
            <a:chOff x="211622" y="3351324"/>
            <a:chExt cx="11639550" cy="426207"/>
          </a:xfrm>
        </p:grpSpPr>
        <p:sp>
          <p:nvSpPr>
            <p:cNvPr id="54" name="Rectángulo 11">
              <a:extLst>
                <a:ext uri="{FF2B5EF4-FFF2-40B4-BE49-F238E27FC236}">
                  <a16:creationId xmlns:a16="http://schemas.microsoft.com/office/drawing/2014/main" id="{F21E52EB-D9B1-32A7-5122-90CC4C23B747}"/>
                </a:ext>
              </a:extLst>
            </p:cNvPr>
            <p:cNvSpPr/>
            <p:nvPr/>
          </p:nvSpPr>
          <p:spPr>
            <a:xfrm>
              <a:off x="211622" y="3428728"/>
              <a:ext cx="11639550" cy="343705"/>
            </a:xfrm>
            <a:prstGeom prst="rect">
              <a:avLst/>
            </a:prstGeom>
            <a:solidFill>
              <a:srgbClr val="FFFFFF">
                <a:lumMod val="95000"/>
              </a:srgbClr>
            </a:solidFill>
            <a:ln w="9525" cap="flat" cmpd="sng" algn="ctr">
              <a:noFill/>
              <a:prstDash val="solid"/>
              <a:miter lim="800000"/>
            </a:ln>
            <a:effectLst>
              <a:outerShdw blurRad="63500" sx="102000" sy="102000" algn="ct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70F26"/>
                </a:solidFill>
                <a:effectLst/>
                <a:uLnTx/>
                <a:uFillTx/>
                <a:latin typeface="Aptos" panose="020B0004020202020204" pitchFamily="34" charset="0"/>
                <a:cs typeface="Arial" panose="020B0604020202020204" pitchFamily="34" charset="0"/>
              </a:endParaRPr>
            </a:p>
          </p:txBody>
        </p:sp>
        <p:sp>
          <p:nvSpPr>
            <p:cNvPr id="55" name="CuadroTexto 10">
              <a:extLst>
                <a:ext uri="{FF2B5EF4-FFF2-40B4-BE49-F238E27FC236}">
                  <a16:creationId xmlns:a16="http://schemas.microsoft.com/office/drawing/2014/main" id="{58A75D5F-B9E3-EFB7-B72E-E4A015603D67}"/>
                </a:ext>
              </a:extLst>
            </p:cNvPr>
            <p:cNvSpPr txBox="1"/>
            <p:nvPr/>
          </p:nvSpPr>
          <p:spPr>
            <a:xfrm>
              <a:off x="4242929" y="3351324"/>
              <a:ext cx="3576936" cy="426207"/>
            </a:xfrm>
            <a:prstGeom prst="rect">
              <a:avLst/>
            </a:prstGeom>
            <a:noFill/>
          </p:spPr>
          <p:txBody>
            <a:bodyPr wrap="square" anchor="ctr">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b="1" kern="0" noProof="0">
                  <a:solidFill>
                    <a:srgbClr val="005B96"/>
                  </a:solidFill>
                  <a:latin typeface="Aptos" panose="020B0004020202020204" pitchFamily="34" charset="0"/>
                  <a:cs typeface="Arial" panose="020B0604020202020204" pitchFamily="34" charset="0"/>
                </a:rPr>
                <a:t>What does this approach enable?</a:t>
              </a:r>
              <a:endParaRPr kumimoji="0" lang="en-US" sz="1600" b="1" i="0" u="none" strike="noStrike" kern="0" cap="none" spc="0" normalizeH="0" baseline="0" noProof="0">
                <a:ln>
                  <a:noFill/>
                </a:ln>
                <a:solidFill>
                  <a:srgbClr val="005B96"/>
                </a:solidFill>
                <a:effectLst/>
                <a:uLnTx/>
                <a:uFillTx/>
                <a:latin typeface="Aptos" panose="020B0004020202020204" pitchFamily="34" charset="0"/>
                <a:cs typeface="Arial" panose="020B0604020202020204" pitchFamily="34" charset="0"/>
              </a:endParaRPr>
            </a:p>
          </p:txBody>
        </p:sp>
      </p:grpSp>
      <p:pic>
        <p:nvPicPr>
          <p:cNvPr id="57" name="Gráfico 56" descr="Flecha circular con relleno sólido">
            <a:extLst>
              <a:ext uri="{FF2B5EF4-FFF2-40B4-BE49-F238E27FC236}">
                <a16:creationId xmlns:a16="http://schemas.microsoft.com/office/drawing/2014/main" id="{EF1ED458-E8B8-1749-427F-012BABFB704C}"/>
              </a:ext>
            </a:extLst>
          </p:cNvPr>
          <p:cNvPicPr>
            <a:picLocks noChangeAspect="1"/>
          </p:cNvPicPr>
          <p:nvPr/>
        </p:nvPicPr>
        <p:blipFill>
          <a:blip>
            <a:duotone>
              <a:srgbClr val="75787B">
                <a:shade val="45000"/>
                <a:satMod val="135000"/>
              </a:srgbClr>
              <a:prstClr val="white"/>
            </a:duotone>
            <a:extLst>
              <a:ext uri="{96DAC541-7B7A-43D3-8B79-37D633B846F1}">
                <asvg:svgBlip xmlns:asvg="http://schemas.microsoft.com/office/drawing/2016/SVG/main" r:embed="rId9"/>
              </a:ext>
            </a:extLst>
          </a:blip>
          <a:stretch>
            <a:fillRect/>
          </a:stretch>
        </p:blipFill>
        <p:spPr>
          <a:xfrm>
            <a:off x="10393138" y="4655966"/>
            <a:ext cx="683074" cy="683074"/>
          </a:xfrm>
          <a:prstGeom prst="rect">
            <a:avLst/>
          </a:prstGeom>
        </p:spPr>
      </p:pic>
      <p:pic>
        <p:nvPicPr>
          <p:cNvPr id="60" name="Gráfico 59" descr="Piezas de rompecabezas con relleno sólido">
            <a:extLst>
              <a:ext uri="{FF2B5EF4-FFF2-40B4-BE49-F238E27FC236}">
                <a16:creationId xmlns:a16="http://schemas.microsoft.com/office/drawing/2014/main" id="{FB51CCB5-D216-6219-B8A0-B5DC571CE580}"/>
              </a:ext>
            </a:extLst>
          </p:cNvPr>
          <p:cNvPicPr>
            <a:picLocks noChangeAspect="1"/>
          </p:cNvPicPr>
          <p:nvPr/>
        </p:nvPicPr>
        <p:blipFill>
          <a:blip>
            <a:duotone>
              <a:srgbClr val="75787B">
                <a:shade val="45000"/>
                <a:satMod val="135000"/>
              </a:srgbClr>
              <a:prstClr val="white"/>
            </a:duotone>
            <a:extLst>
              <a:ext uri="{96DAC541-7B7A-43D3-8B79-37D633B846F1}">
                <asvg:svgBlip xmlns:asvg="http://schemas.microsoft.com/office/drawing/2016/SVG/main" r:embed="rId10"/>
              </a:ext>
            </a:extLst>
          </a:blip>
          <a:stretch>
            <a:fillRect/>
          </a:stretch>
        </p:blipFill>
        <p:spPr>
          <a:xfrm>
            <a:off x="7542931" y="4611648"/>
            <a:ext cx="683074" cy="683074"/>
          </a:xfrm>
          <a:prstGeom prst="rect">
            <a:avLst/>
          </a:prstGeom>
        </p:spPr>
      </p:pic>
    </p:spTree>
    <p:extLst>
      <p:ext uri="{BB962C8B-B14F-4D97-AF65-F5344CB8AC3E}">
        <p14:creationId xmlns:p14="http://schemas.microsoft.com/office/powerpoint/2010/main" val="1420115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A2600-EAB2-DABB-1802-DC0573332150}"/>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42D2224-FBE6-9F0F-5666-B25275039C9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5" progId="TCLayout.ActiveDocument.1">
                  <p:embed/>
                </p:oleObj>
              </mc:Choice>
              <mc:Fallback>
                <p:oleObj name="think-cell Slide" r:id="rId4" imgW="592" imgH="595" progId="TCLayout.ActiveDocument.1">
                  <p:embed/>
                  <p:pic>
                    <p:nvPicPr>
                      <p:cNvPr id="7" name="think-cell data - do not delete" hidden="1">
                        <a:extLst>
                          <a:ext uri="{FF2B5EF4-FFF2-40B4-BE49-F238E27FC236}">
                            <a16:creationId xmlns:a16="http://schemas.microsoft.com/office/drawing/2014/main" id="{D42D2224-FBE6-9F0F-5666-B25275039C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BD8D9D75-E233-1A8E-6AB4-066F8793FFDD}"/>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latin typeface="Aptos" panose="020B0004020202020204" pitchFamily="34" charset="0"/>
              </a:rPr>
              <a:t>A Phased Execution Methodology</a:t>
            </a:r>
          </a:p>
        </p:txBody>
      </p:sp>
      <p:sp>
        <p:nvSpPr>
          <p:cNvPr id="3" name="Title 12">
            <a:extLst>
              <a:ext uri="{FF2B5EF4-FFF2-40B4-BE49-F238E27FC236}">
                <a16:creationId xmlns:a16="http://schemas.microsoft.com/office/drawing/2014/main" id="{FF8C49ED-2ECF-8EB6-F173-FEC7F0E9B11F}"/>
              </a:ext>
            </a:extLst>
          </p:cNvPr>
          <p:cNvSpPr>
            <a:spLocks noGrp="1"/>
          </p:cNvSpPr>
          <p:nvPr>
            <p:ph type="title"/>
          </p:nvPr>
        </p:nvSpPr>
        <p:spPr>
          <a:xfrm>
            <a:off x="465722" y="794031"/>
            <a:ext cx="11446876" cy="584775"/>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latin typeface="Aptos" panose="020B0004020202020204" pitchFamily="34" charset="0"/>
              </a:rPr>
              <a:t>The methodology is designed to provide an evidence-based view of IAG’s current sovereignty posture, progressing from </a:t>
            </a:r>
            <a:r>
              <a:rPr lang="en-US" b="1" noProof="0">
                <a:latin typeface="Aptos" panose="020B0004020202020204" pitchFamily="34" charset="0"/>
              </a:rPr>
              <a:t>scope definition</a:t>
            </a:r>
            <a:r>
              <a:rPr lang="en-US" noProof="0">
                <a:latin typeface="Aptos" panose="020B0004020202020204" pitchFamily="34" charset="0"/>
              </a:rPr>
              <a:t> to </a:t>
            </a:r>
            <a:r>
              <a:rPr lang="en-US" b="1" noProof="0">
                <a:latin typeface="Aptos" panose="020B0004020202020204" pitchFamily="34" charset="0"/>
              </a:rPr>
              <a:t>baseline assessment</a:t>
            </a:r>
            <a:r>
              <a:rPr lang="en-US" noProof="0">
                <a:latin typeface="Aptos" panose="020B0004020202020204" pitchFamily="34" charset="0"/>
              </a:rPr>
              <a:t> and </a:t>
            </a:r>
            <a:r>
              <a:rPr lang="en-US" b="1" noProof="0">
                <a:latin typeface="Aptos" panose="020B0004020202020204" pitchFamily="34" charset="0"/>
              </a:rPr>
              <a:t>roadmap decisions</a:t>
            </a:r>
            <a:r>
              <a:rPr lang="en-US" noProof="0">
                <a:latin typeface="Aptos" panose="020B0004020202020204" pitchFamily="34" charset="0"/>
              </a:rPr>
              <a:t> in a structured 3-month plan.</a:t>
            </a:r>
          </a:p>
        </p:txBody>
      </p:sp>
      <p:grpSp>
        <p:nvGrpSpPr>
          <p:cNvPr id="32" name="Group 31">
            <a:extLst>
              <a:ext uri="{FF2B5EF4-FFF2-40B4-BE49-F238E27FC236}">
                <a16:creationId xmlns:a16="http://schemas.microsoft.com/office/drawing/2014/main" id="{B339857D-54F1-62BD-5C3E-1E64ECE14181}"/>
              </a:ext>
            </a:extLst>
          </p:cNvPr>
          <p:cNvGrpSpPr/>
          <p:nvPr/>
        </p:nvGrpSpPr>
        <p:grpSpPr>
          <a:xfrm>
            <a:off x="404626" y="1657556"/>
            <a:ext cx="11294238" cy="1494668"/>
            <a:chOff x="404626" y="1548402"/>
            <a:chExt cx="11294238" cy="1494668"/>
          </a:xfrm>
        </p:grpSpPr>
        <p:grpSp>
          <p:nvGrpSpPr>
            <p:cNvPr id="422" name="Grupo 421">
              <a:extLst>
                <a:ext uri="{FF2B5EF4-FFF2-40B4-BE49-F238E27FC236}">
                  <a16:creationId xmlns:a16="http://schemas.microsoft.com/office/drawing/2014/main" id="{99978888-3C3D-76EA-1F68-F29B80DE859E}"/>
                </a:ext>
              </a:extLst>
            </p:cNvPr>
            <p:cNvGrpSpPr/>
            <p:nvPr/>
          </p:nvGrpSpPr>
          <p:grpSpPr>
            <a:xfrm>
              <a:off x="615173" y="1548402"/>
              <a:ext cx="10961654" cy="548222"/>
              <a:chOff x="440905" y="1721937"/>
              <a:chExt cx="10961654" cy="548222"/>
            </a:xfrm>
          </p:grpSpPr>
          <p:grpSp>
            <p:nvGrpSpPr>
              <p:cNvPr id="364" name="Group 28">
                <a:extLst>
                  <a:ext uri="{FF2B5EF4-FFF2-40B4-BE49-F238E27FC236}">
                    <a16:creationId xmlns:a16="http://schemas.microsoft.com/office/drawing/2014/main" id="{4E7B91F2-DBA8-57BF-B9D1-D466E1883B69}"/>
                  </a:ext>
                </a:extLst>
              </p:cNvPr>
              <p:cNvGrpSpPr/>
              <p:nvPr/>
            </p:nvGrpSpPr>
            <p:grpSpPr>
              <a:xfrm>
                <a:off x="3640300" y="1721937"/>
                <a:ext cx="3801600" cy="223748"/>
                <a:chOff x="4954024" y="1086753"/>
                <a:chExt cx="6838000" cy="223748"/>
              </a:xfrm>
            </p:grpSpPr>
            <p:cxnSp>
              <p:nvCxnSpPr>
                <p:cNvPr id="365" name="Conector recto 54">
                  <a:extLst>
                    <a:ext uri="{FF2B5EF4-FFF2-40B4-BE49-F238E27FC236}">
                      <a16:creationId xmlns:a16="http://schemas.microsoft.com/office/drawing/2014/main" id="{DC12F77F-B170-7FAF-58B6-76F328A988FB}"/>
                    </a:ext>
                  </a:extLst>
                </p:cNvPr>
                <p:cNvCxnSpPr>
                  <a:cxnSpLocks/>
                </p:cNvCxnSpPr>
                <p:nvPr/>
              </p:nvCxnSpPr>
              <p:spPr>
                <a:xfrm>
                  <a:off x="4954024" y="1221818"/>
                  <a:ext cx="6838000" cy="0"/>
                </a:xfrm>
                <a:prstGeom prst="line">
                  <a:avLst/>
                </a:prstGeom>
                <a:noFill/>
                <a:ln w="12700" cap="flat" cmpd="sng" algn="ctr">
                  <a:solidFill>
                    <a:sysClr val="window" lastClr="FFFFFF">
                      <a:lumMod val="50000"/>
                    </a:sysClr>
                  </a:solidFill>
                  <a:prstDash val="solid"/>
                  <a:miter lim="800000"/>
                  <a:headEnd type="triangle" w="med" len="med"/>
                  <a:tailEnd type="triangle" w="med" len="med"/>
                </a:ln>
                <a:effectLst/>
              </p:spPr>
            </p:cxnSp>
            <p:sp>
              <p:nvSpPr>
                <p:cNvPr id="366" name="TextBox 15">
                  <a:extLst>
                    <a:ext uri="{FF2B5EF4-FFF2-40B4-BE49-F238E27FC236}">
                      <a16:creationId xmlns:a16="http://schemas.microsoft.com/office/drawing/2014/main" id="{12C62DC5-931F-FA58-63D4-42B933839DB5}"/>
                    </a:ext>
                  </a:extLst>
                </p:cNvPr>
                <p:cNvSpPr txBox="1"/>
                <p:nvPr/>
              </p:nvSpPr>
              <p:spPr>
                <a:xfrm>
                  <a:off x="7253237" y="1086753"/>
                  <a:ext cx="2239575" cy="223748"/>
                </a:xfrm>
                <a:prstGeom prst="rect">
                  <a:avLst/>
                </a:prstGeom>
                <a:solidFill>
                  <a:sysClr val="window" lastClr="FFFFFF"/>
                </a:solidFill>
              </p:spPr>
              <p:txBody>
                <a:bodyPr vert="horz" wrap="square" lIns="0" tIns="0" rIns="0" bIns="0" rtlCol="0" anchor="ctr">
                  <a:no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noProof="0">
                      <a:solidFill>
                        <a:prstClr val="white">
                          <a:lumMod val="50000"/>
                        </a:prstClr>
                      </a:solidFill>
                      <a:latin typeface="Aptos" panose="020B0004020202020204" pitchFamily="34" charset="0"/>
                    </a:rPr>
                    <a:t>7</a:t>
                  </a:r>
                  <a:r>
                    <a:rPr kumimoji="0" lang="en-US" sz="1050" b="0" i="0" u="none" strike="noStrike" kern="1200" cap="none" spc="0" normalizeH="0" baseline="0" noProof="0">
                      <a:ln>
                        <a:noFill/>
                      </a:ln>
                      <a:solidFill>
                        <a:prstClr val="white">
                          <a:lumMod val="50000"/>
                        </a:prstClr>
                      </a:solidFill>
                      <a:effectLst/>
                      <a:uLnTx/>
                      <a:uFillTx/>
                      <a:latin typeface="Aptos" panose="020B0004020202020204" pitchFamily="34" charset="0"/>
                    </a:rPr>
                    <a:t> weeks</a:t>
                  </a:r>
                </a:p>
              </p:txBody>
            </p:sp>
          </p:grpSp>
          <p:grpSp>
            <p:nvGrpSpPr>
              <p:cNvPr id="421" name="Grupo 420">
                <a:extLst>
                  <a:ext uri="{FF2B5EF4-FFF2-40B4-BE49-F238E27FC236}">
                    <a16:creationId xmlns:a16="http://schemas.microsoft.com/office/drawing/2014/main" id="{3E77D205-33C2-D1F2-44AA-1FF2B64F54F3}"/>
                  </a:ext>
                </a:extLst>
              </p:cNvPr>
              <p:cNvGrpSpPr/>
              <p:nvPr/>
            </p:nvGrpSpPr>
            <p:grpSpPr>
              <a:xfrm>
                <a:off x="440905" y="1736652"/>
                <a:ext cx="10961654" cy="533507"/>
                <a:chOff x="440905" y="1736652"/>
                <a:chExt cx="10961654" cy="533507"/>
              </a:xfrm>
            </p:grpSpPr>
            <p:sp>
              <p:nvSpPr>
                <p:cNvPr id="354" name="Rectángulo: esquinas redondeadas 46">
                  <a:extLst>
                    <a:ext uri="{FF2B5EF4-FFF2-40B4-BE49-F238E27FC236}">
                      <a16:creationId xmlns:a16="http://schemas.microsoft.com/office/drawing/2014/main" id="{C3CB4CF2-14FF-3FDB-C47C-E79E025E6C0E}"/>
                    </a:ext>
                  </a:extLst>
                </p:cNvPr>
                <p:cNvSpPr/>
                <p:nvPr/>
              </p:nvSpPr>
              <p:spPr>
                <a:xfrm>
                  <a:off x="440905" y="1983569"/>
                  <a:ext cx="3097287" cy="286590"/>
                </a:xfrm>
                <a:prstGeom prst="roundRect">
                  <a:avLst>
                    <a:gd name="adj" fmla="val 50000"/>
                  </a:avLst>
                </a:prstGeom>
                <a:solidFill>
                  <a:srgbClr val="005B96"/>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bg1"/>
                      </a:solidFill>
                      <a:effectLst/>
                      <a:uLnTx/>
                      <a:uFillTx/>
                      <a:latin typeface="Aptos" panose="020B0004020202020204" pitchFamily="34" charset="0"/>
                      <a:sym typeface="Helvetica Neue Medium"/>
                    </a:rPr>
                    <a:t>P1 SYSTEMS SCOPE &amp; RISK CLUSTERING</a:t>
                  </a:r>
                </a:p>
              </p:txBody>
            </p:sp>
            <p:sp>
              <p:nvSpPr>
                <p:cNvPr id="355" name="Rectángulo: esquinas redondeadas 46">
                  <a:extLst>
                    <a:ext uri="{FF2B5EF4-FFF2-40B4-BE49-F238E27FC236}">
                      <a16:creationId xmlns:a16="http://schemas.microsoft.com/office/drawing/2014/main" id="{FD780631-9921-FF48-40CA-B729174F9E1A}"/>
                    </a:ext>
                  </a:extLst>
                </p:cNvPr>
                <p:cNvSpPr/>
                <p:nvPr/>
              </p:nvSpPr>
              <p:spPr>
                <a:xfrm>
                  <a:off x="7599676" y="1983569"/>
                  <a:ext cx="3802883" cy="286590"/>
                </a:xfrm>
                <a:prstGeom prst="roundRect">
                  <a:avLst>
                    <a:gd name="adj" fmla="val 50000"/>
                  </a:avLst>
                </a:prstGeom>
                <a:solidFill>
                  <a:srgbClr val="0072BC"/>
                </a:solidFill>
                <a:ln w="12700" cap="flat" cmpd="sng" algn="ctr">
                  <a:solidFill>
                    <a:srgbClr val="FFFFFF"/>
                  </a:solidFill>
                  <a:prstDash val="solid"/>
                  <a:miter lim="800000"/>
                </a:ln>
                <a:effectLst/>
              </p:spPr>
              <p:txBody>
                <a:bodyPr rtlCol="0" anchor="ctr"/>
                <a:lstStyle/>
                <a:p>
                  <a:pPr lvl="0" algn="ctr">
                    <a:defRPr/>
                  </a:pPr>
                  <a:r>
                    <a:rPr lang="en-US" sz="1200" b="1" kern="0" noProof="0">
                      <a:solidFill>
                        <a:schemeClr val="bg1"/>
                      </a:solidFill>
                      <a:latin typeface="Aptos" panose="020B0004020202020204" pitchFamily="34" charset="0"/>
                      <a:sym typeface="Helvetica Neue Medium"/>
                    </a:rPr>
                    <a:t>P3 SOVEREIGNTY MATURITY REPORT GENERATION</a:t>
                  </a:r>
                </a:p>
              </p:txBody>
            </p:sp>
            <p:sp>
              <p:nvSpPr>
                <p:cNvPr id="356" name="Rectángulo: esquinas redondeadas 46">
                  <a:extLst>
                    <a:ext uri="{FF2B5EF4-FFF2-40B4-BE49-F238E27FC236}">
                      <a16:creationId xmlns:a16="http://schemas.microsoft.com/office/drawing/2014/main" id="{D590948E-DAEC-13C2-E6E1-712CE0C66C51}"/>
                    </a:ext>
                  </a:extLst>
                </p:cNvPr>
                <p:cNvSpPr/>
                <p:nvPr/>
              </p:nvSpPr>
              <p:spPr>
                <a:xfrm>
                  <a:off x="3640300" y="1983569"/>
                  <a:ext cx="3802883" cy="286590"/>
                </a:xfrm>
                <a:prstGeom prst="roundRect">
                  <a:avLst>
                    <a:gd name="adj" fmla="val 50000"/>
                  </a:avLst>
                </a:prstGeom>
                <a:solidFill>
                  <a:srgbClr val="C2CEE6"/>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effectLst/>
                      <a:uLnTx/>
                      <a:uFillTx/>
                      <a:latin typeface="Aptos" panose="020B0004020202020204" pitchFamily="34" charset="0"/>
                      <a:sym typeface="Helvetica Neue Medium"/>
                    </a:rPr>
                    <a:t>P2 INFORMATION &amp; DOCUMENTATION DISCOVERY</a:t>
                  </a:r>
                </a:p>
              </p:txBody>
            </p:sp>
            <p:grpSp>
              <p:nvGrpSpPr>
                <p:cNvPr id="361" name="Group 25">
                  <a:extLst>
                    <a:ext uri="{FF2B5EF4-FFF2-40B4-BE49-F238E27FC236}">
                      <a16:creationId xmlns:a16="http://schemas.microsoft.com/office/drawing/2014/main" id="{819398F4-A797-9966-F4B3-1DDA8F77EDA4}"/>
                    </a:ext>
                  </a:extLst>
                </p:cNvPr>
                <p:cNvGrpSpPr/>
                <p:nvPr/>
              </p:nvGrpSpPr>
              <p:grpSpPr>
                <a:xfrm>
                  <a:off x="440905" y="1770266"/>
                  <a:ext cx="3097287" cy="141806"/>
                  <a:chOff x="-376462" y="1114821"/>
                  <a:chExt cx="5590811" cy="141806"/>
                </a:xfrm>
              </p:grpSpPr>
              <p:cxnSp>
                <p:nvCxnSpPr>
                  <p:cNvPr id="362" name="Conector recto 54">
                    <a:extLst>
                      <a:ext uri="{FF2B5EF4-FFF2-40B4-BE49-F238E27FC236}">
                        <a16:creationId xmlns:a16="http://schemas.microsoft.com/office/drawing/2014/main" id="{23DF205C-DFF3-9398-65CB-FFE486C9E614}"/>
                      </a:ext>
                    </a:extLst>
                  </p:cNvPr>
                  <p:cNvCxnSpPr>
                    <a:cxnSpLocks/>
                  </p:cNvCxnSpPr>
                  <p:nvPr/>
                </p:nvCxnSpPr>
                <p:spPr>
                  <a:xfrm>
                    <a:off x="-376462" y="1201557"/>
                    <a:ext cx="5590811" cy="0"/>
                  </a:xfrm>
                  <a:prstGeom prst="line">
                    <a:avLst/>
                  </a:prstGeom>
                  <a:noFill/>
                  <a:ln w="12700" cap="flat" cmpd="sng" algn="ctr">
                    <a:solidFill>
                      <a:sysClr val="window" lastClr="FFFFFF">
                        <a:lumMod val="50000"/>
                      </a:sysClr>
                    </a:solidFill>
                    <a:prstDash val="solid"/>
                    <a:miter lim="800000"/>
                    <a:headEnd type="triangle" w="med" len="med"/>
                    <a:tailEnd type="triangle" w="med" len="med"/>
                  </a:ln>
                  <a:effectLst/>
                </p:spPr>
              </p:cxnSp>
              <p:sp>
                <p:nvSpPr>
                  <p:cNvPr id="363" name="TextBox 9">
                    <a:extLst>
                      <a:ext uri="{FF2B5EF4-FFF2-40B4-BE49-F238E27FC236}">
                        <a16:creationId xmlns:a16="http://schemas.microsoft.com/office/drawing/2014/main" id="{6D5DC780-8393-353E-B9BF-2B3BF5C0E479}"/>
                      </a:ext>
                    </a:extLst>
                  </p:cNvPr>
                  <p:cNvSpPr txBox="1"/>
                  <p:nvPr/>
                </p:nvSpPr>
                <p:spPr>
                  <a:xfrm>
                    <a:off x="1558244" y="1114821"/>
                    <a:ext cx="2227899" cy="141806"/>
                  </a:xfrm>
                  <a:prstGeom prst="rect">
                    <a:avLst/>
                  </a:prstGeom>
                  <a:solidFill>
                    <a:sysClr val="window" lastClr="FFFFFF"/>
                  </a:solidFill>
                </p:spPr>
                <p:txBody>
                  <a:bodyPr vert="horz" wrap="square" lIns="0" tIns="0" rIns="0" bIns="0" rtlCol="0" anchor="ctr">
                    <a:no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lumMod val="50000"/>
                          </a:prstClr>
                        </a:solidFill>
                        <a:effectLst/>
                        <a:uLnTx/>
                        <a:uFillTx/>
                        <a:latin typeface="Aptos" panose="020B0004020202020204" pitchFamily="34" charset="0"/>
                      </a:rPr>
                      <a:t>5 weeks</a:t>
                    </a:r>
                  </a:p>
                </p:txBody>
              </p:sp>
            </p:grpSp>
            <p:grpSp>
              <p:nvGrpSpPr>
                <p:cNvPr id="367" name="Group 31">
                  <a:extLst>
                    <a:ext uri="{FF2B5EF4-FFF2-40B4-BE49-F238E27FC236}">
                      <a16:creationId xmlns:a16="http://schemas.microsoft.com/office/drawing/2014/main" id="{CB7C2078-E66C-953C-7F51-75779E7FE400}"/>
                    </a:ext>
                  </a:extLst>
                </p:cNvPr>
                <p:cNvGrpSpPr/>
                <p:nvPr/>
              </p:nvGrpSpPr>
              <p:grpSpPr>
                <a:xfrm>
                  <a:off x="7600959" y="1736652"/>
                  <a:ext cx="3801600" cy="209033"/>
                  <a:chOff x="6028810" y="1095304"/>
                  <a:chExt cx="6838000" cy="209033"/>
                </a:xfrm>
              </p:grpSpPr>
              <p:cxnSp>
                <p:nvCxnSpPr>
                  <p:cNvPr id="368" name="Conector recto 54">
                    <a:extLst>
                      <a:ext uri="{FF2B5EF4-FFF2-40B4-BE49-F238E27FC236}">
                        <a16:creationId xmlns:a16="http://schemas.microsoft.com/office/drawing/2014/main" id="{E09BA502-5705-3CDE-B8F0-E8DD22FB0F80}"/>
                      </a:ext>
                    </a:extLst>
                  </p:cNvPr>
                  <p:cNvCxnSpPr>
                    <a:cxnSpLocks/>
                  </p:cNvCxnSpPr>
                  <p:nvPr/>
                </p:nvCxnSpPr>
                <p:spPr>
                  <a:xfrm>
                    <a:off x="6028810" y="1215654"/>
                    <a:ext cx="6838000" cy="0"/>
                  </a:xfrm>
                  <a:prstGeom prst="line">
                    <a:avLst/>
                  </a:prstGeom>
                  <a:noFill/>
                  <a:ln w="12700" cap="flat" cmpd="sng" algn="ctr">
                    <a:solidFill>
                      <a:sysClr val="window" lastClr="FFFFFF">
                        <a:lumMod val="50000"/>
                      </a:sysClr>
                    </a:solidFill>
                    <a:prstDash val="solid"/>
                    <a:miter lim="800000"/>
                    <a:headEnd type="triangle" w="med" len="med"/>
                    <a:tailEnd type="triangle" w="med" len="med"/>
                  </a:ln>
                  <a:effectLst/>
                </p:spPr>
              </p:cxnSp>
              <p:sp>
                <p:nvSpPr>
                  <p:cNvPr id="369" name="TextBox 15">
                    <a:extLst>
                      <a:ext uri="{FF2B5EF4-FFF2-40B4-BE49-F238E27FC236}">
                        <a16:creationId xmlns:a16="http://schemas.microsoft.com/office/drawing/2014/main" id="{20BC45C4-68F8-B2CE-D9DC-564F9464B0CA}"/>
                      </a:ext>
                    </a:extLst>
                  </p:cNvPr>
                  <p:cNvSpPr txBox="1"/>
                  <p:nvPr/>
                </p:nvSpPr>
                <p:spPr>
                  <a:xfrm>
                    <a:off x="8225584" y="1095304"/>
                    <a:ext cx="2036717" cy="209033"/>
                  </a:xfrm>
                  <a:prstGeom prst="rect">
                    <a:avLst/>
                  </a:prstGeom>
                  <a:solidFill>
                    <a:sysClr val="window" lastClr="FFFFFF"/>
                  </a:solidFill>
                </p:spPr>
                <p:txBody>
                  <a:bodyPr vert="horz" wrap="square" lIns="0" tIns="0" rIns="0" bIns="0" rtlCol="0" anchor="ctr">
                    <a:no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noProof="0">
                        <a:solidFill>
                          <a:prstClr val="white">
                            <a:lumMod val="50000"/>
                          </a:prstClr>
                        </a:solidFill>
                        <a:latin typeface="Aptos" panose="020B0004020202020204" pitchFamily="34" charset="0"/>
                      </a:rPr>
                      <a:t>6</a:t>
                    </a:r>
                    <a:r>
                      <a:rPr kumimoji="0" lang="en-US" sz="1050" b="0" i="0" u="none" strike="noStrike" kern="1200" cap="none" spc="0" normalizeH="0" baseline="0" noProof="0">
                        <a:ln>
                          <a:noFill/>
                        </a:ln>
                        <a:solidFill>
                          <a:prstClr val="white">
                            <a:lumMod val="50000"/>
                          </a:prstClr>
                        </a:solidFill>
                        <a:effectLst/>
                        <a:uLnTx/>
                        <a:uFillTx/>
                        <a:latin typeface="Aptos" panose="020B0004020202020204" pitchFamily="34" charset="0"/>
                      </a:rPr>
                      <a:t> weeks</a:t>
                    </a:r>
                  </a:p>
                </p:txBody>
              </p:sp>
            </p:grpSp>
          </p:grpSp>
        </p:grpSp>
        <p:grpSp>
          <p:nvGrpSpPr>
            <p:cNvPr id="31" name="Group 30">
              <a:extLst>
                <a:ext uri="{FF2B5EF4-FFF2-40B4-BE49-F238E27FC236}">
                  <a16:creationId xmlns:a16="http://schemas.microsoft.com/office/drawing/2014/main" id="{C1A3179B-8B6B-BE0C-3E0F-CE6B99574A99}"/>
                </a:ext>
              </a:extLst>
            </p:cNvPr>
            <p:cNvGrpSpPr/>
            <p:nvPr/>
          </p:nvGrpSpPr>
          <p:grpSpPr>
            <a:xfrm>
              <a:off x="404626" y="2149070"/>
              <a:ext cx="11294238" cy="894000"/>
              <a:chOff x="519633" y="2149070"/>
              <a:chExt cx="11294238" cy="894000"/>
            </a:xfrm>
          </p:grpSpPr>
          <p:sp>
            <p:nvSpPr>
              <p:cNvPr id="28" name="CuadroTexto 32">
                <a:extLst>
                  <a:ext uri="{FF2B5EF4-FFF2-40B4-BE49-F238E27FC236}">
                    <a16:creationId xmlns:a16="http://schemas.microsoft.com/office/drawing/2014/main" id="{EF6360A5-E992-28A1-2A45-C2660B8B5EAD}"/>
                  </a:ext>
                </a:extLst>
              </p:cNvPr>
              <p:cNvSpPr txBox="1"/>
              <p:nvPr/>
            </p:nvSpPr>
            <p:spPr>
              <a:xfrm>
                <a:off x="519633" y="2149070"/>
                <a:ext cx="3506203" cy="879889"/>
              </a:xfrm>
              <a:prstGeom prst="rect">
                <a:avLst/>
              </a:prstGeom>
              <a:noFill/>
            </p:spPr>
            <p:txBody>
              <a:bodyPr wrap="square" lIns="91440" tIns="45720" rIns="91440" bIns="45720" rtlCol="0" anchor="t">
                <a:noAutofit/>
              </a:bodyPr>
              <a:lstStyle/>
              <a:p>
                <a:pPr algn="ctr"/>
                <a:r>
                  <a:rPr lang="en-US" sz="1200" i="1" kern="0" noProof="0">
                    <a:solidFill>
                      <a:srgbClr val="031F30"/>
                    </a:solidFill>
                    <a:latin typeface="Aptos"/>
                    <a:cs typeface="Arial" panose="020B0604020202020204" pitchFamily="34" charset="0"/>
                  </a:rPr>
                  <a:t>Define the risk-based perimeter, prioritization logic and IAG-tailored sovereignty assessment model.</a:t>
                </a:r>
                <a:endParaRPr lang="en-US" noProof="0"/>
              </a:p>
              <a:p>
                <a:pPr algn="ctr"/>
                <a:endParaRPr lang="en-US" sz="1200" i="1" kern="0" noProof="0">
                  <a:solidFill>
                    <a:srgbClr val="031F30"/>
                  </a:solidFill>
                  <a:latin typeface="Aptos" panose="020B0004020202020204" pitchFamily="34" charset="0"/>
                  <a:cs typeface="Arial" panose="020B0604020202020204" pitchFamily="34" charset="0"/>
                </a:endParaRPr>
              </a:p>
            </p:txBody>
          </p:sp>
          <p:sp>
            <p:nvSpPr>
              <p:cNvPr id="29" name="CuadroTexto 32">
                <a:extLst>
                  <a:ext uri="{FF2B5EF4-FFF2-40B4-BE49-F238E27FC236}">
                    <a16:creationId xmlns:a16="http://schemas.microsoft.com/office/drawing/2014/main" id="{AACB0DC9-57C1-A4EF-D9C4-E5D2C8E347D7}"/>
                  </a:ext>
                </a:extLst>
              </p:cNvPr>
              <p:cNvSpPr txBox="1"/>
              <p:nvPr/>
            </p:nvSpPr>
            <p:spPr>
              <a:xfrm>
                <a:off x="4174334" y="2149070"/>
                <a:ext cx="3303579" cy="894000"/>
              </a:xfrm>
              <a:prstGeom prst="rect">
                <a:avLst/>
              </a:prstGeom>
              <a:noFill/>
            </p:spPr>
            <p:txBody>
              <a:bodyPr wrap="square" lIns="91440" tIns="45720" rIns="91440" bIns="45720" rtlCol="0" anchor="t">
                <a:noAutofit/>
              </a:bodyPr>
              <a:lstStyle/>
              <a:p>
                <a:pPr algn="ctr"/>
                <a:r>
                  <a:rPr lang="en-US" sz="1200" i="1" kern="0" noProof="0">
                    <a:solidFill>
                      <a:srgbClr val="031F30"/>
                    </a:solidFill>
                    <a:latin typeface="Aptos"/>
                    <a:cs typeface="Arial" panose="020B0604020202020204" pitchFamily="34" charset="0"/>
                  </a:rPr>
                  <a:t>Collect and analyze evidence across systems, suppliers, contracts, platforms and data flows.</a:t>
                </a:r>
                <a:endParaRPr lang="en-US" noProof="0"/>
              </a:p>
              <a:p>
                <a:pPr algn="ctr"/>
                <a:endParaRPr lang="en-US" sz="1200" i="1" kern="0" noProof="0">
                  <a:solidFill>
                    <a:srgbClr val="031F30"/>
                  </a:solidFill>
                  <a:latin typeface="Aptos" panose="020B0004020202020204" pitchFamily="34" charset="0"/>
                  <a:cs typeface="Arial" panose="020B0604020202020204" pitchFamily="34" charset="0"/>
                </a:endParaRPr>
              </a:p>
            </p:txBody>
          </p:sp>
          <p:sp>
            <p:nvSpPr>
              <p:cNvPr id="30" name="CuadroTexto 32">
                <a:extLst>
                  <a:ext uri="{FF2B5EF4-FFF2-40B4-BE49-F238E27FC236}">
                    <a16:creationId xmlns:a16="http://schemas.microsoft.com/office/drawing/2014/main" id="{A80B0A14-0A1A-429A-7681-261A44D89E13}"/>
                  </a:ext>
                </a:extLst>
              </p:cNvPr>
              <p:cNvSpPr txBox="1"/>
              <p:nvPr/>
            </p:nvSpPr>
            <p:spPr>
              <a:xfrm>
                <a:off x="7649282" y="2149070"/>
                <a:ext cx="4164589" cy="879889"/>
              </a:xfrm>
              <a:prstGeom prst="rect">
                <a:avLst/>
              </a:prstGeom>
              <a:noFill/>
            </p:spPr>
            <p:txBody>
              <a:bodyPr wrap="square" lIns="91440" tIns="45720" rIns="91440" bIns="45720" rtlCol="0" anchor="t">
                <a:noAutofit/>
              </a:bodyPr>
              <a:lstStyle/>
              <a:p>
                <a:pPr algn="ctr"/>
                <a:r>
                  <a:rPr lang="en-US" sz="1200" i="1" kern="0" noProof="0">
                    <a:solidFill>
                      <a:srgbClr val="031F30"/>
                    </a:solidFill>
                    <a:latin typeface="Aptos"/>
                    <a:cs typeface="Arial" panose="020B0604020202020204" pitchFamily="34" charset="0"/>
                  </a:rPr>
                  <a:t>Consolidate validated outcomes into a sovereignty maturity report, executive findings and decision-ready conclusions.</a:t>
                </a:r>
                <a:endParaRPr lang="en-US" noProof="0"/>
              </a:p>
            </p:txBody>
          </p:sp>
        </p:grpSp>
      </p:grpSp>
      <p:grpSp>
        <p:nvGrpSpPr>
          <p:cNvPr id="389" name="Group 388">
            <a:extLst>
              <a:ext uri="{FF2B5EF4-FFF2-40B4-BE49-F238E27FC236}">
                <a16:creationId xmlns:a16="http://schemas.microsoft.com/office/drawing/2014/main" id="{6248B1A6-EB0F-689D-C944-E43C72DC1DE1}"/>
              </a:ext>
            </a:extLst>
          </p:cNvPr>
          <p:cNvGrpSpPr/>
          <p:nvPr/>
        </p:nvGrpSpPr>
        <p:grpSpPr>
          <a:xfrm>
            <a:off x="465722" y="3151048"/>
            <a:ext cx="11157629" cy="2867055"/>
            <a:chOff x="262382" y="2705813"/>
            <a:chExt cx="11157629" cy="2867055"/>
          </a:xfrm>
        </p:grpSpPr>
        <p:pic>
          <p:nvPicPr>
            <p:cNvPr id="377" name="Picture 376">
              <a:extLst>
                <a:ext uri="{FF2B5EF4-FFF2-40B4-BE49-F238E27FC236}">
                  <a16:creationId xmlns:a16="http://schemas.microsoft.com/office/drawing/2014/main" id="{ADA7360E-D84B-F6AB-AB75-F7057B86D639}"/>
                </a:ext>
              </a:extLst>
            </p:cNvPr>
            <p:cNvPicPr>
              <a:picLocks noChangeAspect="1"/>
            </p:cNvPicPr>
            <p:nvPr/>
          </p:nvPicPr>
          <p:blipFill>
            <a:blip r:embed="rId6"/>
            <a:srcRect r="52693" b="33850"/>
            <a:stretch>
              <a:fillRect/>
            </a:stretch>
          </p:blipFill>
          <p:spPr>
            <a:xfrm>
              <a:off x="262382" y="2705813"/>
              <a:ext cx="4554336" cy="2636889"/>
            </a:xfrm>
            <a:prstGeom prst="rect">
              <a:avLst/>
            </a:prstGeom>
          </p:spPr>
        </p:pic>
        <p:pic>
          <p:nvPicPr>
            <p:cNvPr id="378" name="Picture 377">
              <a:extLst>
                <a:ext uri="{FF2B5EF4-FFF2-40B4-BE49-F238E27FC236}">
                  <a16:creationId xmlns:a16="http://schemas.microsoft.com/office/drawing/2014/main" id="{5BE71F70-DB31-DE01-DE4B-A7F60395CD14}"/>
                </a:ext>
              </a:extLst>
            </p:cNvPr>
            <p:cNvPicPr>
              <a:picLocks noChangeAspect="1"/>
            </p:cNvPicPr>
            <p:nvPr/>
          </p:nvPicPr>
          <p:blipFill>
            <a:blip r:embed="rId6"/>
            <a:srcRect l="67071" b="58147"/>
            <a:stretch>
              <a:fillRect/>
            </a:stretch>
          </p:blipFill>
          <p:spPr>
            <a:xfrm>
              <a:off x="8249817" y="2705813"/>
              <a:ext cx="3170194" cy="1668373"/>
            </a:xfrm>
            <a:prstGeom prst="rect">
              <a:avLst/>
            </a:prstGeom>
          </p:spPr>
        </p:pic>
        <p:grpSp>
          <p:nvGrpSpPr>
            <p:cNvPr id="383" name="Group 382">
              <a:extLst>
                <a:ext uri="{FF2B5EF4-FFF2-40B4-BE49-F238E27FC236}">
                  <a16:creationId xmlns:a16="http://schemas.microsoft.com/office/drawing/2014/main" id="{94CF042A-F0BA-E471-4F2E-6CC569378960}"/>
                </a:ext>
              </a:extLst>
            </p:cNvPr>
            <p:cNvGrpSpPr/>
            <p:nvPr/>
          </p:nvGrpSpPr>
          <p:grpSpPr>
            <a:xfrm>
              <a:off x="4691248" y="2708165"/>
              <a:ext cx="3269899" cy="2864703"/>
              <a:chOff x="4679602" y="2708166"/>
              <a:chExt cx="2846128" cy="2493444"/>
            </a:xfrm>
          </p:grpSpPr>
          <p:pic>
            <p:nvPicPr>
              <p:cNvPr id="376" name="Picture 375">
                <a:extLst>
                  <a:ext uri="{FF2B5EF4-FFF2-40B4-BE49-F238E27FC236}">
                    <a16:creationId xmlns:a16="http://schemas.microsoft.com/office/drawing/2014/main" id="{467408EE-C002-6ADD-DA67-966BA874CAAD}"/>
                  </a:ext>
                </a:extLst>
              </p:cNvPr>
              <p:cNvPicPr>
                <a:picLocks noChangeAspect="1"/>
              </p:cNvPicPr>
              <p:nvPr/>
            </p:nvPicPr>
            <p:blipFill>
              <a:blip r:embed="rId6"/>
              <a:srcRect l="54456" t="38869" r="19708"/>
              <a:stretch>
                <a:fillRect/>
              </a:stretch>
            </p:blipFill>
            <p:spPr>
              <a:xfrm>
                <a:off x="5226363" y="2948879"/>
                <a:ext cx="2299367" cy="2252731"/>
              </a:xfrm>
              <a:prstGeom prst="rect">
                <a:avLst/>
              </a:prstGeom>
            </p:spPr>
          </p:pic>
          <p:grpSp>
            <p:nvGrpSpPr>
              <p:cNvPr id="382" name="Group 381">
                <a:extLst>
                  <a:ext uri="{FF2B5EF4-FFF2-40B4-BE49-F238E27FC236}">
                    <a16:creationId xmlns:a16="http://schemas.microsoft.com/office/drawing/2014/main" id="{BE625310-5510-5D20-4763-8FF382D8BC6A}"/>
                  </a:ext>
                </a:extLst>
              </p:cNvPr>
              <p:cNvGrpSpPr/>
              <p:nvPr/>
            </p:nvGrpSpPr>
            <p:grpSpPr>
              <a:xfrm>
                <a:off x="4679602" y="2708166"/>
                <a:ext cx="2715733" cy="1133194"/>
                <a:chOff x="4853571" y="2679591"/>
                <a:chExt cx="2715733" cy="1133194"/>
              </a:xfrm>
            </p:grpSpPr>
            <p:pic>
              <p:nvPicPr>
                <p:cNvPr id="379" name="Picture 378">
                  <a:extLst>
                    <a:ext uri="{FF2B5EF4-FFF2-40B4-BE49-F238E27FC236}">
                      <a16:creationId xmlns:a16="http://schemas.microsoft.com/office/drawing/2014/main" id="{760843B0-3D55-4BF2-FAD1-039603BBE487}"/>
                    </a:ext>
                  </a:extLst>
                </p:cNvPr>
                <p:cNvPicPr>
                  <a:picLocks noChangeAspect="1"/>
                </p:cNvPicPr>
                <p:nvPr/>
              </p:nvPicPr>
              <p:blipFill>
                <a:blip r:embed="rId6"/>
                <a:srcRect l="48323" r="32615" b="91338"/>
                <a:stretch>
                  <a:fillRect/>
                </a:stretch>
              </p:blipFill>
              <p:spPr>
                <a:xfrm>
                  <a:off x="4853571" y="2679591"/>
                  <a:ext cx="1696444" cy="319210"/>
                </a:xfrm>
                <a:prstGeom prst="rect">
                  <a:avLst/>
                </a:prstGeom>
              </p:spPr>
            </p:pic>
            <p:pic>
              <p:nvPicPr>
                <p:cNvPr id="381" name="Picture 380">
                  <a:extLst>
                    <a:ext uri="{FF2B5EF4-FFF2-40B4-BE49-F238E27FC236}">
                      <a16:creationId xmlns:a16="http://schemas.microsoft.com/office/drawing/2014/main" id="{C22DEED0-8F29-9F4D-5FFB-FEC22F98C941}"/>
                    </a:ext>
                  </a:extLst>
                </p:cNvPr>
                <p:cNvPicPr>
                  <a:picLocks noChangeAspect="1"/>
                </p:cNvPicPr>
                <p:nvPr/>
              </p:nvPicPr>
              <p:blipFill>
                <a:blip r:embed="rId6"/>
                <a:srcRect l="48323" t="20124" r="34092" b="60111"/>
                <a:stretch>
                  <a:fillRect/>
                </a:stretch>
              </p:blipFill>
              <p:spPr>
                <a:xfrm>
                  <a:off x="6004347" y="3084439"/>
                  <a:ext cx="1564957" cy="728346"/>
                </a:xfrm>
                <a:prstGeom prst="rect">
                  <a:avLst/>
                </a:prstGeom>
              </p:spPr>
            </p:pic>
          </p:grpSp>
        </p:grpSp>
        <p:cxnSp>
          <p:nvCxnSpPr>
            <p:cNvPr id="384" name="Straight Arrow Connector 383">
              <a:extLst>
                <a:ext uri="{FF2B5EF4-FFF2-40B4-BE49-F238E27FC236}">
                  <a16:creationId xmlns:a16="http://schemas.microsoft.com/office/drawing/2014/main" id="{64DF0B85-8C2E-7249-6530-573D6517A6A4}"/>
                </a:ext>
              </a:extLst>
            </p:cNvPr>
            <p:cNvCxnSpPr>
              <a:cxnSpLocks/>
            </p:cNvCxnSpPr>
            <p:nvPr/>
          </p:nvCxnSpPr>
          <p:spPr>
            <a:xfrm>
              <a:off x="4816718" y="3476625"/>
              <a:ext cx="443509" cy="0"/>
            </a:xfrm>
            <a:prstGeom prst="straightConnector1">
              <a:avLst/>
            </a:prstGeom>
            <a:ln w="22225" cap="rnd">
              <a:solidFill>
                <a:schemeClr val="accent1"/>
              </a:solidFill>
              <a:prstDash val="dash"/>
              <a:round/>
              <a:tailEnd type="triangle"/>
            </a:ln>
          </p:spPr>
          <p:style>
            <a:lnRef idx="1">
              <a:schemeClr val="accent1"/>
            </a:lnRef>
            <a:fillRef idx="0">
              <a:schemeClr val="accent1"/>
            </a:fillRef>
            <a:effectRef idx="0">
              <a:schemeClr val="accent1"/>
            </a:effectRef>
            <a:fontRef idx="minor">
              <a:schemeClr val="tx1"/>
            </a:fontRef>
          </p:style>
        </p:cxnSp>
        <p:cxnSp>
          <p:nvCxnSpPr>
            <p:cNvPr id="386" name="Straight Arrow Connector 385">
              <a:extLst>
                <a:ext uri="{FF2B5EF4-FFF2-40B4-BE49-F238E27FC236}">
                  <a16:creationId xmlns:a16="http://schemas.microsoft.com/office/drawing/2014/main" id="{98F9F68B-8A36-00F4-572A-66503469E965}"/>
                </a:ext>
              </a:extLst>
            </p:cNvPr>
            <p:cNvCxnSpPr>
              <a:cxnSpLocks/>
            </p:cNvCxnSpPr>
            <p:nvPr/>
          </p:nvCxnSpPr>
          <p:spPr>
            <a:xfrm>
              <a:off x="7970964" y="3476625"/>
              <a:ext cx="430086" cy="0"/>
            </a:xfrm>
            <a:prstGeom prst="straightConnector1">
              <a:avLst/>
            </a:prstGeom>
            <a:ln w="22225" cap="rnd">
              <a:solidFill>
                <a:schemeClr val="accent1"/>
              </a:solidFill>
              <a:prstDash val="dash"/>
              <a:roun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1106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D52D2-A169-75F1-70EC-DD838AF19D13}"/>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A4BF1A6-8875-C939-F1BC-61FEE85463D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DA4BF1A6-8875-C939-F1BC-61FEE85463D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B1976FF2-84D5-78DC-FF56-2E43D738555E}"/>
              </a:ext>
            </a:extLst>
          </p:cNvPr>
          <p:cNvSpPr>
            <a:spLocks noGrp="1"/>
          </p:cNvSpPr>
          <p:nvPr>
            <p:ph type="body" sz="quarter" idx="10"/>
          </p:nvPr>
        </p:nvSpPr>
        <p:spPr>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latin typeface="Aptos" panose="020B0004020202020204" pitchFamily="34" charset="0"/>
              </a:rPr>
              <a:t>A Phased Execution Methodology</a:t>
            </a:r>
          </a:p>
        </p:txBody>
      </p:sp>
      <p:sp>
        <p:nvSpPr>
          <p:cNvPr id="3" name="Title 12">
            <a:extLst>
              <a:ext uri="{FF2B5EF4-FFF2-40B4-BE49-F238E27FC236}">
                <a16:creationId xmlns:a16="http://schemas.microsoft.com/office/drawing/2014/main" id="{CD846AC2-127E-326D-076D-6727BD85FB0C}"/>
              </a:ext>
            </a:extLst>
          </p:cNvPr>
          <p:cNvSpPr>
            <a:spLocks noGrp="1"/>
          </p:cNvSpPr>
          <p:nvPr>
            <p:ph type="title"/>
          </p:nvPr>
        </p:nvSpPr>
        <p:spPr>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latin typeface="Aptos" panose="020B0004020202020204" pitchFamily="34" charset="0"/>
              </a:rPr>
              <a:t>Phase 1 - Systems Scope &amp; Risk Clustering</a:t>
            </a:r>
          </a:p>
        </p:txBody>
      </p:sp>
      <p:grpSp>
        <p:nvGrpSpPr>
          <p:cNvPr id="85" name="Group 84">
            <a:extLst>
              <a:ext uri="{FF2B5EF4-FFF2-40B4-BE49-F238E27FC236}">
                <a16:creationId xmlns:a16="http://schemas.microsoft.com/office/drawing/2014/main" id="{E1655748-C708-DA93-3EB8-FA38C00F966E}"/>
              </a:ext>
            </a:extLst>
          </p:cNvPr>
          <p:cNvGrpSpPr/>
          <p:nvPr/>
        </p:nvGrpSpPr>
        <p:grpSpPr>
          <a:xfrm>
            <a:off x="8664871" y="358023"/>
            <a:ext cx="3216394" cy="335309"/>
            <a:chOff x="8664871" y="358023"/>
            <a:chExt cx="3216394" cy="335309"/>
          </a:xfrm>
        </p:grpSpPr>
        <p:pic>
          <p:nvPicPr>
            <p:cNvPr id="56" name="Picture 55">
              <a:extLst>
                <a:ext uri="{FF2B5EF4-FFF2-40B4-BE49-F238E27FC236}">
                  <a16:creationId xmlns:a16="http://schemas.microsoft.com/office/drawing/2014/main" id="{94D39EF9-3F0B-3118-099B-C1FC6B14DD62}"/>
                </a:ext>
              </a:extLst>
            </p:cNvPr>
            <p:cNvPicPr>
              <a:picLocks noChangeAspect="1"/>
            </p:cNvPicPr>
            <p:nvPr/>
          </p:nvPicPr>
          <p:blipFill>
            <a:blip r:embed="rId5"/>
            <a:stretch>
              <a:fillRect/>
            </a:stretch>
          </p:blipFill>
          <p:spPr>
            <a:xfrm>
              <a:off x="8664871" y="358023"/>
              <a:ext cx="993734" cy="335309"/>
            </a:xfrm>
            <a:prstGeom prst="rect">
              <a:avLst/>
            </a:prstGeom>
          </p:spPr>
        </p:pic>
        <p:pic>
          <p:nvPicPr>
            <p:cNvPr id="59" name="Picture 58">
              <a:extLst>
                <a:ext uri="{FF2B5EF4-FFF2-40B4-BE49-F238E27FC236}">
                  <a16:creationId xmlns:a16="http://schemas.microsoft.com/office/drawing/2014/main" id="{D04AAB20-4AED-5542-6899-0C5FB1E79F5B}"/>
                </a:ext>
              </a:extLst>
            </p:cNvPr>
            <p:cNvPicPr>
              <a:picLocks noChangeAspect="1"/>
            </p:cNvPicPr>
            <p:nvPr/>
          </p:nvPicPr>
          <p:blipFill>
            <a:blip r:embed="rId6">
              <a:alphaModFix amt="30000"/>
            </a:blip>
            <a:stretch>
              <a:fillRect/>
            </a:stretch>
          </p:blipFill>
          <p:spPr>
            <a:xfrm>
              <a:off x="10887531" y="358023"/>
              <a:ext cx="993734" cy="335309"/>
            </a:xfrm>
            <a:prstGeom prst="rect">
              <a:avLst/>
            </a:prstGeom>
          </p:spPr>
        </p:pic>
        <p:pic>
          <p:nvPicPr>
            <p:cNvPr id="58" name="Picture 57">
              <a:extLst>
                <a:ext uri="{FF2B5EF4-FFF2-40B4-BE49-F238E27FC236}">
                  <a16:creationId xmlns:a16="http://schemas.microsoft.com/office/drawing/2014/main" id="{D91544A0-836D-95EE-3DE6-25F46908BE75}"/>
                </a:ext>
              </a:extLst>
            </p:cNvPr>
            <p:cNvPicPr>
              <a:picLocks noChangeAspect="1"/>
            </p:cNvPicPr>
            <p:nvPr/>
          </p:nvPicPr>
          <p:blipFill>
            <a:blip r:embed="rId7">
              <a:alphaModFix amt="30000"/>
            </a:blip>
            <a:stretch>
              <a:fillRect/>
            </a:stretch>
          </p:blipFill>
          <p:spPr>
            <a:xfrm>
              <a:off x="9776201" y="358023"/>
              <a:ext cx="987638" cy="335309"/>
            </a:xfrm>
            <a:prstGeom prst="rect">
              <a:avLst/>
            </a:prstGeom>
          </p:spPr>
        </p:pic>
      </p:grpSp>
      <p:sp>
        <p:nvSpPr>
          <p:cNvPr id="63" name="CuadroTexto 92">
            <a:extLst>
              <a:ext uri="{FF2B5EF4-FFF2-40B4-BE49-F238E27FC236}">
                <a16:creationId xmlns:a16="http://schemas.microsoft.com/office/drawing/2014/main" id="{5EF1392C-1C7C-9AD3-45EE-85557AD043C7}"/>
              </a:ext>
            </a:extLst>
          </p:cNvPr>
          <p:cNvSpPr txBox="1"/>
          <p:nvPr/>
        </p:nvSpPr>
        <p:spPr>
          <a:xfrm>
            <a:off x="465722" y="1278491"/>
            <a:ext cx="11565335" cy="461665"/>
          </a:xfrm>
          <a:prstGeom prst="rect">
            <a:avLst/>
          </a:prstGeom>
          <a:noFill/>
        </p:spPr>
        <p:txBody>
          <a:bodyPr wrap="square" lIns="0" tIns="45720" rIns="91440" bIns="45720" rtlCol="0" anchor="ctr">
            <a:spAutoFit/>
          </a:bodyPr>
          <a:lstStyle/>
          <a:p>
            <a:pPr lvl="0">
              <a:spcAft>
                <a:spcPts val="600"/>
              </a:spcAft>
              <a:buClr>
                <a:srgbClr val="2E404D"/>
              </a:buClr>
              <a:buSzPct val="107000"/>
              <a:defRPr/>
            </a:pPr>
            <a:r>
              <a:rPr lang="en-US" sz="1200" noProof="0">
                <a:solidFill>
                  <a:prstClr val="white"/>
                </a:solidFill>
                <a:latin typeface="Aptos" panose="020B0004020202020204" pitchFamily="34" charset="0"/>
              </a:rPr>
              <a:t>Establish a shared, risk-informed foundation for the assessment, ensuring that effort is focused where sovereignty exposure could materially affect IAG’s ability to control, operate and evolve its critical technology landscape, focusing the analysis on the most relevant systems, suppliers and data domains.</a:t>
            </a:r>
          </a:p>
        </p:txBody>
      </p:sp>
      <p:sp>
        <p:nvSpPr>
          <p:cNvPr id="64" name="CuadroTexto 92">
            <a:extLst>
              <a:ext uri="{FF2B5EF4-FFF2-40B4-BE49-F238E27FC236}">
                <a16:creationId xmlns:a16="http://schemas.microsoft.com/office/drawing/2014/main" id="{B2E1475C-EB98-9711-861B-C6B6C14D9A38}"/>
              </a:ext>
            </a:extLst>
          </p:cNvPr>
          <p:cNvSpPr txBox="1"/>
          <p:nvPr/>
        </p:nvSpPr>
        <p:spPr>
          <a:xfrm rot="16200000">
            <a:off x="-125912" y="1305757"/>
            <a:ext cx="753478" cy="338554"/>
          </a:xfrm>
          <a:prstGeom prst="rect">
            <a:avLst/>
          </a:prstGeom>
          <a:noFill/>
        </p:spPr>
        <p:txBody>
          <a:bodyPr wrap="square" l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Aptos" panose="020B0004020202020204" pitchFamily="34" charset="0"/>
              </a:rPr>
              <a:t>Goal</a:t>
            </a:r>
            <a:endParaRPr kumimoji="0" lang="en-US" sz="1200" b="0" i="0" u="none" strike="noStrike" kern="1200" cap="none" spc="0" normalizeH="0" baseline="0" noProof="0">
              <a:ln>
                <a:noFill/>
              </a:ln>
              <a:solidFill>
                <a:prstClr val="white"/>
              </a:solidFill>
              <a:effectLst/>
              <a:uLnTx/>
              <a:uFillTx/>
              <a:latin typeface="Aptos" panose="020B0004020202020204" pitchFamily="34" charset="0"/>
            </a:endParaRPr>
          </a:p>
        </p:txBody>
      </p:sp>
      <p:sp>
        <p:nvSpPr>
          <p:cNvPr id="65" name="CuadroTexto 92">
            <a:extLst>
              <a:ext uri="{FF2B5EF4-FFF2-40B4-BE49-F238E27FC236}">
                <a16:creationId xmlns:a16="http://schemas.microsoft.com/office/drawing/2014/main" id="{DE327F4A-4C3A-BBBE-C1B4-FB3BB2AAB066}"/>
              </a:ext>
            </a:extLst>
          </p:cNvPr>
          <p:cNvSpPr txBox="1"/>
          <p:nvPr/>
        </p:nvSpPr>
        <p:spPr>
          <a:xfrm>
            <a:off x="250827" y="2017611"/>
            <a:ext cx="1140377" cy="338554"/>
          </a:xfrm>
          <a:prstGeom prst="rect">
            <a:avLst/>
          </a:prstGeom>
          <a:noFill/>
        </p:spPr>
        <p:txBody>
          <a:bodyPr wrap="square" lIns="0"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5B96"/>
                </a:solidFill>
                <a:effectLst/>
                <a:uLnTx/>
                <a:uFillTx/>
                <a:latin typeface="Aptos" panose="020B0004020202020204" pitchFamily="34" charset="0"/>
              </a:rPr>
              <a:t>Activities</a:t>
            </a:r>
            <a:endParaRPr kumimoji="0" lang="en-US" sz="1200" b="0" i="0" u="none" strike="noStrike" kern="1200" cap="none" spc="0" normalizeH="0" baseline="0" noProof="0">
              <a:ln>
                <a:noFill/>
              </a:ln>
              <a:solidFill>
                <a:srgbClr val="005B96"/>
              </a:solidFill>
              <a:effectLst/>
              <a:uLnTx/>
              <a:uFillTx/>
              <a:latin typeface="Aptos" panose="020B0004020202020204" pitchFamily="34" charset="0"/>
            </a:endParaRPr>
          </a:p>
        </p:txBody>
      </p:sp>
      <p:sp>
        <p:nvSpPr>
          <p:cNvPr id="66" name="Marcador de texto 38">
            <a:extLst>
              <a:ext uri="{FF2B5EF4-FFF2-40B4-BE49-F238E27FC236}">
                <a16:creationId xmlns:a16="http://schemas.microsoft.com/office/drawing/2014/main" id="{110C2C84-0473-5C1D-AD85-B80B6A657809}"/>
              </a:ext>
            </a:extLst>
          </p:cNvPr>
          <p:cNvSpPr txBox="1">
            <a:spLocks/>
          </p:cNvSpPr>
          <p:nvPr/>
        </p:nvSpPr>
        <p:spPr>
          <a:xfrm>
            <a:off x="250827" y="2410386"/>
            <a:ext cx="6388326" cy="4062651"/>
          </a:xfrm>
          <a:prstGeom prst="rect">
            <a:avLst/>
          </a:prstGeom>
        </p:spPr>
        <p:txBody>
          <a:bodyPr wrap="square" lIns="0" tIns="0" rIns="0" bIns="0">
            <a:spAutoFit/>
          </a:bodyPr>
          <a:lstStyle>
            <a:defPPr>
              <a:defRPr lang="es-ES"/>
            </a:defPPr>
            <a:lvl1pPr marL="342898" indent="-342898" defTabSz="914396">
              <a:spcBef>
                <a:spcPts val="300"/>
              </a:spcBef>
              <a:buFont typeface="Arial" panose="020B0604020202020204" pitchFamily="34" charset="0"/>
              <a:buChar char="•"/>
              <a:defRPr sz="1400">
                <a:cs typeface="Arial" panose="020B0604020202020204" pitchFamily="34" charset="0"/>
              </a:defRPr>
            </a:lvl1pPr>
            <a:lvl2pPr marL="742947" indent="-285749"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2pPr>
            <a:lvl3pPr marL="1142994" indent="-228600"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3pPr>
            <a:lvl4pPr marL="1600192" indent="-228600"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4pPr>
            <a:lvl5pPr marL="2057390" indent="-228600"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5pPr>
            <a:lvl6pPr marL="2514588" indent="-228600" defTabSz="914396">
              <a:spcBef>
                <a:spcPct val="20000"/>
              </a:spcBef>
              <a:buFont typeface="Arial" panose="020B0604020202020204" pitchFamily="34" charset="0"/>
              <a:buChar char="•"/>
              <a:defRPr sz="2000"/>
            </a:lvl6pPr>
            <a:lvl7pPr marL="2971784" indent="-228600" defTabSz="914396">
              <a:spcBef>
                <a:spcPct val="20000"/>
              </a:spcBef>
              <a:buFont typeface="Arial" panose="020B0604020202020204" pitchFamily="34" charset="0"/>
              <a:buChar char="•"/>
              <a:defRPr sz="2000"/>
            </a:lvl7pPr>
            <a:lvl8pPr marL="3428984" indent="-228600" defTabSz="914396">
              <a:spcBef>
                <a:spcPct val="20000"/>
              </a:spcBef>
              <a:buFont typeface="Arial" panose="020B0604020202020204" pitchFamily="34" charset="0"/>
              <a:buChar char="•"/>
              <a:defRPr sz="2000"/>
            </a:lvl8pPr>
            <a:lvl9pPr marL="3886182" indent="-228600" defTabSz="914396">
              <a:spcBef>
                <a:spcPct val="20000"/>
              </a:spcBef>
              <a:buFont typeface="Arial" panose="020B0604020202020204" pitchFamily="34" charset="0"/>
              <a:buChar char="•"/>
              <a:defRPr sz="2000"/>
            </a:lvl9pPr>
          </a:lstStyle>
          <a:p>
            <a:pPr marL="182563" marR="0" lvl="0" indent="-182563" algn="l" defTabSz="914396"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031F30"/>
                </a:solidFill>
                <a:effectLst/>
                <a:uLnTx/>
                <a:uFillTx/>
                <a:latin typeface="Aptos" panose="020B0004020202020204" pitchFamily="34" charset="0"/>
              </a:rPr>
              <a:t>Scope definition and prioritization</a:t>
            </a:r>
          </a:p>
          <a:p>
            <a:pPr marL="358775" marR="0" lvl="1" indent="-168275" algn="l" defTabSz="914396"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31F30"/>
                </a:solidFill>
                <a:effectLst/>
                <a:uLnTx/>
                <a:uFillTx/>
                <a:latin typeface="Aptos" panose="020B0004020202020204" pitchFamily="34" charset="0"/>
              </a:rPr>
              <a:t>Identify business-critical systems on high-exposure areas for each Opco to be included in the assessment inventory.</a:t>
            </a:r>
          </a:p>
          <a:p>
            <a:pPr marL="358775" marR="0" lvl="1" indent="-168275" algn="l" defTabSz="914396"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31F30"/>
                </a:solidFill>
                <a:effectLst/>
                <a:uLnTx/>
                <a:uFillTx/>
                <a:latin typeface="Aptos" panose="020B0004020202020204" pitchFamily="34" charset="0"/>
              </a:rPr>
              <a:t>Ma</a:t>
            </a:r>
            <a:r>
              <a:rPr lang="en-US" sz="1100" noProof="0">
                <a:solidFill>
                  <a:srgbClr val="031F30"/>
                </a:solidFill>
                <a:latin typeface="Aptos" panose="020B0004020202020204" pitchFamily="34" charset="0"/>
              </a:rPr>
              <a:t>tch systems in the inventory with their owners, suppliers, contracts, data domains, tech platforms, etc.</a:t>
            </a:r>
          </a:p>
          <a:p>
            <a:pPr marL="358775" marR="0" lvl="1" indent="-168275" algn="l" defTabSz="914396"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00" noProof="0">
                <a:solidFill>
                  <a:srgbClr val="031F30"/>
                </a:solidFill>
                <a:latin typeface="Aptos" panose="020B0004020202020204" pitchFamily="34" charset="0"/>
              </a:rPr>
              <a:t>Rank and prioritize the inventory to select the scope for each project milestone with agreed criteria (business criticality, sovereignty exposure, regulatory sensitivity, operational dependency, supplier concentration, data sensitivity and assessment feasibility, etc.).</a:t>
            </a:r>
          </a:p>
          <a:p>
            <a:pPr marL="358775" marR="0" lvl="1" indent="-168275" algn="l" defTabSz="914396"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00" noProof="0">
                <a:solidFill>
                  <a:srgbClr val="031F30"/>
                </a:solidFill>
                <a:latin typeface="Aptos" panose="020B0004020202020204" pitchFamily="34" charset="0"/>
              </a:rPr>
              <a:t>Prioritize the assessment scope into waves or milestones, ensuring alignment with IAG’s delivery capacity and stakeholder availability.</a:t>
            </a:r>
          </a:p>
          <a:p>
            <a:pPr marL="457198" marR="0" lvl="1" indent="0" algn="l" defTabSz="914396" rtl="0" eaLnBrk="1" fontAlgn="auto" latinLnBrk="0" hangingPunct="1">
              <a:lnSpc>
                <a:spcPct val="100000"/>
              </a:lnSpc>
              <a:spcBef>
                <a:spcPts val="0"/>
              </a:spcBef>
              <a:spcAft>
                <a:spcPts val="0"/>
              </a:spcAft>
              <a:buClrTx/>
              <a:buSzTx/>
              <a:buNone/>
              <a:tabLst/>
              <a:defRPr/>
            </a:pPr>
            <a:endParaRPr lang="en-US" sz="1100" noProof="0">
              <a:solidFill>
                <a:srgbClr val="031F30"/>
              </a:solidFill>
              <a:latin typeface="Aptos" panose="020B0004020202020204" pitchFamily="34" charset="0"/>
            </a:endParaRPr>
          </a:p>
          <a:p>
            <a:pPr marL="182563" lvl="0" indent="-182563">
              <a:spcBef>
                <a:spcPts val="0"/>
              </a:spcBef>
              <a:buFont typeface="+mj-lt"/>
              <a:buAutoNum type="arabicPeriod"/>
              <a:defRPr/>
            </a:pPr>
            <a:r>
              <a:rPr lang="en-US" sz="1100" b="1" noProof="0">
                <a:solidFill>
                  <a:srgbClr val="031F30"/>
                </a:solidFill>
                <a:latin typeface="Aptos" panose="020B0004020202020204" pitchFamily="34" charset="0"/>
              </a:rPr>
              <a:t>Stakeholder alignment</a:t>
            </a:r>
          </a:p>
          <a:p>
            <a:pPr marL="358775" lvl="1" indent="-176213">
              <a:spcBef>
                <a:spcPts val="0"/>
              </a:spcBef>
              <a:buFont typeface="Wingdings" panose="05000000000000000000" pitchFamily="2" charset="2"/>
              <a:buChar char="§"/>
              <a:defRPr/>
            </a:pPr>
            <a:r>
              <a:rPr lang="en-US" sz="1100" noProof="0">
                <a:solidFill>
                  <a:srgbClr val="031F30"/>
                </a:solidFill>
                <a:latin typeface="Aptos" panose="020B0004020202020204" pitchFamily="34" charset="0"/>
              </a:rPr>
              <a:t>Identify all relevant key business, technology, security, procurement, legal, privacy, architecture and operational stakeholders required for the assessment.</a:t>
            </a:r>
          </a:p>
          <a:p>
            <a:pPr marL="358775" lvl="1" indent="-176213">
              <a:spcBef>
                <a:spcPts val="0"/>
              </a:spcBef>
              <a:buFont typeface="Wingdings" panose="05000000000000000000" pitchFamily="2" charset="2"/>
              <a:buChar char="§"/>
              <a:defRPr/>
            </a:pPr>
            <a:r>
              <a:rPr lang="en-US" sz="1100" noProof="0">
                <a:solidFill>
                  <a:srgbClr val="031F30"/>
                </a:solidFill>
                <a:latin typeface="Aptos" panose="020B0004020202020204" pitchFamily="34" charset="0"/>
              </a:rPr>
              <a:t>Agree roles and responsibilities across IAG Group, OpCos and NTT DATA.</a:t>
            </a:r>
          </a:p>
          <a:p>
            <a:pPr marL="358775" lvl="1" indent="-176213">
              <a:spcBef>
                <a:spcPts val="0"/>
              </a:spcBef>
              <a:buFont typeface="Wingdings" panose="05000000000000000000" pitchFamily="2" charset="2"/>
              <a:buChar char="§"/>
              <a:defRPr/>
            </a:pPr>
            <a:r>
              <a:rPr lang="en-US" sz="1100" noProof="0">
                <a:solidFill>
                  <a:srgbClr val="031F30"/>
                </a:solidFill>
                <a:latin typeface="Aptos" panose="020B0004020202020204" pitchFamily="34" charset="0"/>
              </a:rPr>
              <a:t>Establish the project governance model, cadence, escalation routes and decision-making forums.</a:t>
            </a:r>
          </a:p>
          <a:p>
            <a:pPr marL="358775" lvl="1" indent="-176213">
              <a:spcBef>
                <a:spcPts val="0"/>
              </a:spcBef>
              <a:buFont typeface="Wingdings" panose="05000000000000000000" pitchFamily="2" charset="2"/>
              <a:buChar char="§"/>
              <a:defRPr/>
            </a:pPr>
            <a:r>
              <a:rPr lang="en-US" sz="1100" noProof="0">
                <a:solidFill>
                  <a:srgbClr val="031F30"/>
                </a:solidFill>
                <a:latin typeface="Aptos" panose="020B0004020202020204" pitchFamily="34" charset="0"/>
              </a:rPr>
              <a:t>Align objectives, expectations and assessment boundaries, dependencies and identified risks &amp; mitigations.</a:t>
            </a:r>
          </a:p>
          <a:p>
            <a:pPr marL="182562" lvl="1" indent="0">
              <a:spcBef>
                <a:spcPts val="0"/>
              </a:spcBef>
              <a:buNone/>
              <a:defRPr/>
            </a:pPr>
            <a:endParaRPr kumimoji="0" lang="en-US" sz="1100" b="0" i="0" u="none" strike="noStrike" kern="1200" cap="none" spc="0" normalizeH="0" baseline="0" noProof="0">
              <a:ln>
                <a:noFill/>
              </a:ln>
              <a:solidFill>
                <a:srgbClr val="031F30"/>
              </a:solidFill>
              <a:effectLst/>
              <a:uLnTx/>
              <a:uFillTx/>
              <a:latin typeface="Aptos" panose="020B0004020202020204" pitchFamily="34" charset="0"/>
            </a:endParaRPr>
          </a:p>
          <a:p>
            <a:pPr marL="182563" marR="0" lvl="0" indent="-182563" algn="l" defTabSz="914396" rtl="0" eaLnBrk="1" fontAlgn="auto" latinLnBrk="0" hangingPunct="1">
              <a:lnSpc>
                <a:spcPct val="100000"/>
              </a:lnSpc>
              <a:spcBef>
                <a:spcPts val="0"/>
              </a:spcBef>
              <a:spcAft>
                <a:spcPts val="0"/>
              </a:spcAft>
              <a:buClrTx/>
              <a:buSzTx/>
              <a:buFont typeface="+mj-lt"/>
              <a:buAutoNum type="arabicPeriod"/>
              <a:tabLst/>
              <a:defRPr/>
            </a:pPr>
            <a:r>
              <a:rPr lang="en-US" sz="1100" b="1" noProof="0">
                <a:solidFill>
                  <a:srgbClr val="031F30"/>
                </a:solidFill>
                <a:latin typeface="Aptos" panose="020B0004020202020204" pitchFamily="34" charset="0"/>
              </a:rPr>
              <a:t>Assessment model tailoring and preparation</a:t>
            </a:r>
            <a:endParaRPr kumimoji="0" lang="en-US" sz="1100" b="1" i="0" u="none" strike="noStrike" kern="1200" cap="none" spc="0" normalizeH="0" baseline="0" noProof="0">
              <a:ln>
                <a:noFill/>
              </a:ln>
              <a:solidFill>
                <a:srgbClr val="031F30"/>
              </a:solidFill>
              <a:effectLst/>
              <a:uLnTx/>
              <a:uFillTx/>
              <a:latin typeface="Aptos" panose="020B0004020202020204" pitchFamily="34" charset="0"/>
            </a:endParaRPr>
          </a:p>
          <a:p>
            <a:pPr marL="358775" marR="0" lvl="1" indent="-176213" algn="l" defTabSz="914396"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31F30"/>
                </a:solidFill>
                <a:effectLst/>
                <a:uLnTx/>
                <a:uFillTx/>
                <a:latin typeface="Aptos" panose="020B0004020202020204" pitchFamily="34" charset="0"/>
              </a:rPr>
              <a:t>Adapt the IT Sovereignty Assessment</a:t>
            </a:r>
            <a:r>
              <a:rPr lang="en-US" sz="1100" noProof="0">
                <a:solidFill>
                  <a:srgbClr val="031F30"/>
                </a:solidFill>
                <a:latin typeface="Aptos" panose="020B0004020202020204" pitchFamily="34" charset="0"/>
              </a:rPr>
              <a:t> Model to IAG’s context, operating model and regulatory landscape. </a:t>
            </a:r>
          </a:p>
          <a:p>
            <a:pPr marL="358775" marR="0" lvl="1" indent="-176213" algn="l" defTabSz="914396"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31F30"/>
                </a:solidFill>
                <a:effectLst/>
                <a:uLnTx/>
                <a:uFillTx/>
                <a:latin typeface="Aptos" panose="020B0004020202020204" pitchFamily="34" charset="0"/>
              </a:rPr>
              <a:t>Define the information requests, interview guides and calendar, and concrete assessment questionnaires required for the analysis.</a:t>
            </a:r>
            <a:endParaRPr kumimoji="0" lang="en-US" sz="1200" b="1" i="0" u="none" strike="noStrike" kern="1200" cap="none" spc="0" normalizeH="0" baseline="0" noProof="0">
              <a:ln>
                <a:noFill/>
              </a:ln>
              <a:solidFill>
                <a:srgbClr val="031F30"/>
              </a:solidFill>
              <a:effectLst/>
              <a:uLnTx/>
              <a:uFillTx/>
              <a:latin typeface="Aptos" panose="020B0004020202020204" pitchFamily="34" charset="0"/>
            </a:endParaRPr>
          </a:p>
        </p:txBody>
      </p:sp>
      <p:grpSp>
        <p:nvGrpSpPr>
          <p:cNvPr id="67" name="Grupo 15">
            <a:extLst>
              <a:ext uri="{FF2B5EF4-FFF2-40B4-BE49-F238E27FC236}">
                <a16:creationId xmlns:a16="http://schemas.microsoft.com/office/drawing/2014/main" id="{627A91E6-FBC6-0497-4605-05BE1A61AB54}"/>
              </a:ext>
            </a:extLst>
          </p:cNvPr>
          <p:cNvGrpSpPr/>
          <p:nvPr/>
        </p:nvGrpSpPr>
        <p:grpSpPr>
          <a:xfrm>
            <a:off x="9555195" y="2094391"/>
            <a:ext cx="2449828" cy="257369"/>
            <a:chOff x="9809405" y="6465658"/>
            <a:chExt cx="2449828" cy="366723"/>
          </a:xfrm>
        </p:grpSpPr>
        <p:sp>
          <p:nvSpPr>
            <p:cNvPr id="68" name="CuadroTexto 20">
              <a:extLst>
                <a:ext uri="{FF2B5EF4-FFF2-40B4-BE49-F238E27FC236}">
                  <a16:creationId xmlns:a16="http://schemas.microsoft.com/office/drawing/2014/main" id="{727E9AE4-DE45-1011-C430-49FE9B884E8D}"/>
                </a:ext>
              </a:extLst>
            </p:cNvPr>
            <p:cNvSpPr txBox="1"/>
            <p:nvPr/>
          </p:nvSpPr>
          <p:spPr>
            <a:xfrm>
              <a:off x="9809405" y="6465658"/>
              <a:ext cx="1744443" cy="366723"/>
            </a:xfrm>
            <a:prstGeom prst="rect">
              <a:avLst/>
            </a:prstGeom>
            <a:solidFill>
              <a:schemeClr val="tx2">
                <a:lumMod val="75000"/>
              </a:schemeClr>
            </a:solidFill>
          </p:spPr>
          <p:txBody>
            <a:bodyPr wrap="square" lIns="90000" tIns="36000" rIns="36000" bIns="36000" rtlCol="0" anchor="ctr">
              <a:spAutoFit/>
            </a:bodyPr>
            <a:lstStyle/>
            <a:p>
              <a:pPr marL="0" marR="0" lvl="0" indent="0" algn="l" defTabSz="91429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Aptos" panose="020B0004020202020204" pitchFamily="34" charset="0"/>
                </a:rPr>
                <a:t>IAG Implication</a:t>
              </a:r>
              <a:endParaRPr kumimoji="0" lang="en-US" sz="1200" b="1" i="0" u="none" strike="noStrike" kern="0" cap="none" spc="0" normalizeH="0" baseline="0" noProof="0">
                <a:ln>
                  <a:noFill/>
                </a:ln>
                <a:solidFill>
                  <a:srgbClr val="BD6F5A"/>
                </a:solidFill>
                <a:effectLst/>
                <a:uLnTx/>
                <a:uFillTx/>
                <a:latin typeface="Aptos" panose="020B0004020202020204" pitchFamily="34" charset="0"/>
              </a:endParaRPr>
            </a:p>
          </p:txBody>
        </p:sp>
        <p:sp>
          <p:nvSpPr>
            <p:cNvPr id="69" name="Rectángulo 21">
              <a:extLst>
                <a:ext uri="{FF2B5EF4-FFF2-40B4-BE49-F238E27FC236}">
                  <a16:creationId xmlns:a16="http://schemas.microsoft.com/office/drawing/2014/main" id="{20693F31-DF31-78D5-E8D6-71227DE82BFE}"/>
                </a:ext>
              </a:extLst>
            </p:cNvPr>
            <p:cNvSpPr/>
            <p:nvPr/>
          </p:nvSpPr>
          <p:spPr>
            <a:xfrm>
              <a:off x="11247331" y="6465658"/>
              <a:ext cx="1011902" cy="366723"/>
            </a:xfrm>
            <a:prstGeom prst="rect">
              <a:avLst/>
            </a:prstGeom>
            <a:solidFill>
              <a:srgbClr val="C2CEE6"/>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31F30"/>
                  </a:solidFill>
                  <a:effectLst/>
                  <a:uLnTx/>
                  <a:uFillTx/>
                  <a:latin typeface="Aptos" panose="020B0004020202020204" pitchFamily="34" charset="0"/>
                </a:rPr>
                <a:t>Medium</a:t>
              </a:r>
            </a:p>
          </p:txBody>
        </p:sp>
      </p:grpSp>
      <p:grpSp>
        <p:nvGrpSpPr>
          <p:cNvPr id="70" name="Group 69">
            <a:extLst>
              <a:ext uri="{FF2B5EF4-FFF2-40B4-BE49-F238E27FC236}">
                <a16:creationId xmlns:a16="http://schemas.microsoft.com/office/drawing/2014/main" id="{340C43F8-55C7-6F39-B883-8D6E81ECB73F}"/>
              </a:ext>
            </a:extLst>
          </p:cNvPr>
          <p:cNvGrpSpPr/>
          <p:nvPr/>
        </p:nvGrpSpPr>
        <p:grpSpPr>
          <a:xfrm>
            <a:off x="7353297" y="2094390"/>
            <a:ext cx="2053589" cy="257369"/>
            <a:chOff x="7105369" y="2974983"/>
            <a:chExt cx="2310537" cy="257369"/>
          </a:xfrm>
        </p:grpSpPr>
        <p:sp>
          <p:nvSpPr>
            <p:cNvPr id="71" name="CuadroTexto 20">
              <a:extLst>
                <a:ext uri="{FF2B5EF4-FFF2-40B4-BE49-F238E27FC236}">
                  <a16:creationId xmlns:a16="http://schemas.microsoft.com/office/drawing/2014/main" id="{7CE09A3A-4CBE-F0BF-1B4F-449D430B8972}"/>
                </a:ext>
              </a:extLst>
            </p:cNvPr>
            <p:cNvSpPr txBox="1"/>
            <p:nvPr/>
          </p:nvSpPr>
          <p:spPr>
            <a:xfrm>
              <a:off x="7105369" y="2974983"/>
              <a:ext cx="1384582" cy="257369"/>
            </a:xfrm>
            <a:prstGeom prst="rect">
              <a:avLst/>
            </a:prstGeom>
            <a:solidFill>
              <a:schemeClr val="tx2">
                <a:lumMod val="75000"/>
              </a:schemeClr>
            </a:solidFill>
          </p:spPr>
          <p:txBody>
            <a:bodyPr wrap="square" lIns="90000" tIns="36000" rIns="36000" bIns="36000" rtlCol="0" anchor="ctr">
              <a:spAutoFit/>
            </a:bodyPr>
            <a:lstStyle/>
            <a:p>
              <a:pPr marL="0" marR="0" lvl="0" indent="0" algn="l" defTabSz="91429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Aptos" panose="020B0004020202020204" pitchFamily="34" charset="0"/>
                </a:rPr>
                <a:t>Duration</a:t>
              </a:r>
              <a:endParaRPr kumimoji="0" lang="en-US" sz="1200" b="1" i="0" u="none" strike="noStrike" kern="0" cap="none" spc="0" normalizeH="0" baseline="0" noProof="0">
                <a:ln>
                  <a:noFill/>
                </a:ln>
                <a:solidFill>
                  <a:srgbClr val="BD6F5A"/>
                </a:solidFill>
                <a:effectLst/>
                <a:uLnTx/>
                <a:uFillTx/>
                <a:latin typeface="Aptos" panose="020B0004020202020204" pitchFamily="34" charset="0"/>
              </a:endParaRPr>
            </a:p>
          </p:txBody>
        </p:sp>
        <p:sp>
          <p:nvSpPr>
            <p:cNvPr id="72" name="Rectángulo 21">
              <a:extLst>
                <a:ext uri="{FF2B5EF4-FFF2-40B4-BE49-F238E27FC236}">
                  <a16:creationId xmlns:a16="http://schemas.microsoft.com/office/drawing/2014/main" id="{D98B6BC9-C7AA-6D1E-1470-309D9F83F027}"/>
                </a:ext>
              </a:extLst>
            </p:cNvPr>
            <p:cNvSpPr/>
            <p:nvPr/>
          </p:nvSpPr>
          <p:spPr>
            <a:xfrm>
              <a:off x="8231121" y="2974983"/>
              <a:ext cx="1184785" cy="257369"/>
            </a:xfrm>
            <a:prstGeom prst="rect">
              <a:avLst/>
            </a:prstGeom>
            <a:solidFill>
              <a:srgbClr val="C2CEE6"/>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noProof="0">
                  <a:solidFill>
                    <a:srgbClr val="031F30"/>
                  </a:solidFill>
                  <a:latin typeface="Aptos" panose="020B0004020202020204" pitchFamily="34" charset="0"/>
                </a:rPr>
                <a:t>5</a:t>
              </a:r>
              <a:r>
                <a:rPr kumimoji="0" lang="en-US" sz="1200" b="1" i="0" u="none" strike="noStrike" kern="1200" cap="none" spc="0" normalizeH="0" baseline="0" noProof="0">
                  <a:ln>
                    <a:noFill/>
                  </a:ln>
                  <a:solidFill>
                    <a:srgbClr val="031F30"/>
                  </a:solidFill>
                  <a:effectLst/>
                  <a:uLnTx/>
                  <a:uFillTx/>
                  <a:latin typeface="Aptos" panose="020B0004020202020204" pitchFamily="34" charset="0"/>
                </a:rPr>
                <a:t> </a:t>
              </a:r>
              <a:r>
                <a:rPr lang="en-US" sz="1200" b="1" noProof="0">
                  <a:solidFill>
                    <a:srgbClr val="031F30"/>
                  </a:solidFill>
                  <a:latin typeface="Aptos" panose="020B0004020202020204" pitchFamily="34" charset="0"/>
                </a:rPr>
                <a:t>w</a:t>
              </a:r>
              <a:r>
                <a:rPr kumimoji="0" lang="en-US" sz="1200" b="1" i="0" u="none" strike="noStrike" kern="1200" cap="none" spc="0" normalizeH="0" baseline="0" noProof="0">
                  <a:ln>
                    <a:noFill/>
                  </a:ln>
                  <a:solidFill>
                    <a:srgbClr val="031F30"/>
                  </a:solidFill>
                  <a:effectLst/>
                  <a:uLnTx/>
                  <a:uFillTx/>
                  <a:latin typeface="Aptos" panose="020B0004020202020204" pitchFamily="34" charset="0"/>
                </a:rPr>
                <a:t>eeks</a:t>
              </a:r>
            </a:p>
          </p:txBody>
        </p:sp>
      </p:grpSp>
      <p:grpSp>
        <p:nvGrpSpPr>
          <p:cNvPr id="31" name="Group 30">
            <a:extLst>
              <a:ext uri="{FF2B5EF4-FFF2-40B4-BE49-F238E27FC236}">
                <a16:creationId xmlns:a16="http://schemas.microsoft.com/office/drawing/2014/main" id="{DCF9A00A-4A14-53BC-400A-1DEB50910851}"/>
              </a:ext>
            </a:extLst>
          </p:cNvPr>
          <p:cNvGrpSpPr/>
          <p:nvPr/>
        </p:nvGrpSpPr>
        <p:grpSpPr>
          <a:xfrm>
            <a:off x="7278541" y="3944059"/>
            <a:ext cx="4753099" cy="1156891"/>
            <a:chOff x="7019880" y="3944059"/>
            <a:chExt cx="4753099" cy="1156891"/>
          </a:xfrm>
        </p:grpSpPr>
        <p:sp>
          <p:nvSpPr>
            <p:cNvPr id="73" name="CuadroTexto 3">
              <a:extLst>
                <a:ext uri="{FF2B5EF4-FFF2-40B4-BE49-F238E27FC236}">
                  <a16:creationId xmlns:a16="http://schemas.microsoft.com/office/drawing/2014/main" id="{808BE832-5693-717C-65BD-B53529CC6775}"/>
                </a:ext>
              </a:extLst>
            </p:cNvPr>
            <p:cNvSpPr txBox="1"/>
            <p:nvPr/>
          </p:nvSpPr>
          <p:spPr>
            <a:xfrm>
              <a:off x="7019880" y="3944059"/>
              <a:ext cx="2462978" cy="338554"/>
            </a:xfrm>
            <a:prstGeom prst="rect">
              <a:avLst/>
            </a:prstGeom>
            <a:noFill/>
          </p:spPr>
          <p:txBody>
            <a:bodyPr wrap="square" lIns="91440" tIns="45720" rIns="91440" bIns="45720" rtlCol="0" anchor="t">
              <a:spAutoFit/>
            </a:bodyPr>
            <a:lstStyle/>
            <a:p>
              <a:pPr marL="0" marR="0" lvl="0" indent="0" algn="l" defTabSz="91429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Aptos" panose="020B0004020202020204" pitchFamily="34" charset="0"/>
                </a:rPr>
                <a:t>Deliverables</a:t>
              </a:r>
            </a:p>
          </p:txBody>
        </p:sp>
        <p:sp>
          <p:nvSpPr>
            <p:cNvPr id="74" name="Marcador de texto 38">
              <a:extLst>
                <a:ext uri="{FF2B5EF4-FFF2-40B4-BE49-F238E27FC236}">
                  <a16:creationId xmlns:a16="http://schemas.microsoft.com/office/drawing/2014/main" id="{96F98986-CFB8-16DF-8A97-6DB9FE689344}"/>
                </a:ext>
              </a:extLst>
            </p:cNvPr>
            <p:cNvSpPr txBox="1">
              <a:spLocks/>
            </p:cNvSpPr>
            <p:nvPr/>
          </p:nvSpPr>
          <p:spPr>
            <a:xfrm>
              <a:off x="7096353" y="4238645"/>
              <a:ext cx="4676626" cy="862305"/>
            </a:xfrm>
            <a:prstGeom prst="rect">
              <a:avLst/>
            </a:prstGeom>
          </p:spPr>
          <p:txBody>
            <a:bodyPr lIns="36000" tIns="45720" rIns="36000" bIns="45720" anchor="t"/>
            <a:lstStyle>
              <a:lvl1pPr marL="342898" indent="-342898"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742947" indent="-285749"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2994"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192"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390"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588"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82"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defRPr/>
              </a:pPr>
              <a:r>
                <a:rPr kumimoji="0" lang="en-US" sz="1100" b="1" i="0" u="none" strike="noStrike" kern="1200" cap="none" spc="0" normalizeH="0" baseline="0" noProof="0">
                  <a:ln>
                    <a:noFill/>
                  </a:ln>
                  <a:solidFill>
                    <a:prstClr val="white"/>
                  </a:solidFill>
                  <a:effectLst/>
                  <a:uLnTx/>
                  <a:uFillTx/>
                  <a:latin typeface="Aptos"/>
                  <a:cs typeface="Arial"/>
                </a:rPr>
                <a:t>D1.1. </a:t>
              </a:r>
              <a:r>
                <a:rPr lang="en-US" sz="1100" noProof="0">
                  <a:solidFill>
                    <a:prstClr val="white"/>
                  </a:solidFill>
                  <a:latin typeface="Aptos"/>
                  <a:cs typeface="Arial"/>
                </a:rPr>
                <a:t>Scope, Dependency and Risk Matrix</a:t>
              </a:r>
              <a:endParaRPr lang="en-US" noProof="0"/>
            </a:p>
            <a:p>
              <a:pPr>
                <a:buNone/>
                <a:defRPr/>
              </a:pPr>
              <a:r>
                <a:rPr lang="en-US" sz="1100" b="1" noProof="0">
                  <a:solidFill>
                    <a:prstClr val="white"/>
                  </a:solidFill>
                  <a:latin typeface="Aptos"/>
                  <a:cs typeface="Arial"/>
                </a:rPr>
                <a:t>D1.2.</a:t>
              </a:r>
              <a:r>
                <a:rPr lang="en-US" sz="1100" noProof="0">
                  <a:solidFill>
                    <a:prstClr val="white"/>
                  </a:solidFill>
                  <a:latin typeface="Aptos"/>
                  <a:cs typeface="Arial"/>
                </a:rPr>
                <a:t> Stakeholder Engagement and Access Plan</a:t>
              </a:r>
              <a:endParaRPr lang="en-US" noProof="0"/>
            </a:p>
            <a:p>
              <a:pPr>
                <a:buNone/>
                <a:defRPr/>
              </a:pPr>
              <a:r>
                <a:rPr lang="en-US" sz="1100" b="1" noProof="0">
                  <a:solidFill>
                    <a:prstClr val="white"/>
                  </a:solidFill>
                  <a:latin typeface="Aptos"/>
                  <a:cs typeface="Arial"/>
                </a:rPr>
                <a:t>D1.3. </a:t>
              </a:r>
              <a:r>
                <a:rPr kumimoji="0" lang="en-US" sz="1100" b="0" i="0" u="none" strike="noStrike" kern="1200" cap="none" spc="0" normalizeH="0" baseline="0" noProof="0">
                  <a:ln>
                    <a:noFill/>
                  </a:ln>
                  <a:solidFill>
                    <a:prstClr val="white"/>
                  </a:solidFill>
                  <a:effectLst/>
                  <a:uLnTx/>
                  <a:uFillTx/>
                  <a:latin typeface="Aptos"/>
                  <a:cs typeface="Arial"/>
                </a:rPr>
                <a:t>Prioritized Assessment Inventory</a:t>
              </a:r>
              <a:endParaRPr lang="en-US" sz="1100" noProof="0"/>
            </a:p>
            <a:p>
              <a:pPr lvl="0" algn="l" defTabSz="914400">
                <a:lnSpc>
                  <a:spcPct val="100000"/>
                </a:lnSpc>
                <a:spcAft>
                  <a:spcPts val="0"/>
                </a:spcAft>
                <a:buNone/>
                <a:tabLst/>
                <a:defRPr/>
              </a:pPr>
              <a:r>
                <a:rPr kumimoji="0" lang="en-US" sz="1100" b="1" i="0" u="none" strike="noStrike" kern="1200" cap="none" spc="0" normalizeH="0" baseline="0" noProof="0">
                  <a:ln>
                    <a:noFill/>
                  </a:ln>
                  <a:solidFill>
                    <a:prstClr val="white"/>
                  </a:solidFill>
                  <a:effectLst/>
                  <a:uLnTx/>
                  <a:uFillTx/>
                  <a:latin typeface="Aptos"/>
                  <a:cs typeface="Arial"/>
                </a:rPr>
                <a:t>D1.4. </a:t>
              </a:r>
              <a:r>
                <a:rPr kumimoji="0" lang="en-US" sz="1100" b="0" i="0" u="none" strike="noStrike" kern="1200" cap="none" spc="0" normalizeH="0" baseline="0" noProof="0">
                  <a:ln>
                    <a:noFill/>
                  </a:ln>
                  <a:solidFill>
                    <a:prstClr val="white"/>
                  </a:solidFill>
                  <a:effectLst/>
                  <a:uLnTx/>
                  <a:uFillTx/>
                  <a:latin typeface="Aptos"/>
                  <a:cs typeface="Arial"/>
                </a:rPr>
                <a:t>Tailored IT Sovereignty Assessment Model</a:t>
              </a:r>
              <a:endParaRPr lang="en-US" sz="1100" noProof="0">
                <a:solidFill>
                  <a:prstClr val="white"/>
                </a:solidFill>
                <a:latin typeface="Aptos"/>
                <a:cs typeface="Arial"/>
              </a:endParaRPr>
            </a:p>
            <a:p>
              <a:pPr marL="0" marR="0" lvl="0" indent="0" algn="l" defTabSz="914400">
                <a:lnSpc>
                  <a:spcPct val="100000"/>
                </a:lnSpc>
                <a:spcBef>
                  <a:spcPts val="0"/>
                </a:spcBef>
                <a:spcAft>
                  <a:spcPts val="600"/>
                </a:spcAft>
                <a:buClrTx/>
                <a:buSzTx/>
                <a:buFont typeface="Arial" panose="020B0604020202020204" pitchFamily="34" charset="0"/>
                <a:buNone/>
                <a:tabLst/>
                <a:defRPr/>
              </a:pPr>
              <a:endParaRPr lang="en-US" sz="1050" b="0" i="0" u="none" strike="noStrike" kern="1200" cap="none" spc="0" normalizeH="0" baseline="0" noProof="0">
                <a:ln>
                  <a:noFill/>
                </a:ln>
                <a:solidFill>
                  <a:prstClr val="white"/>
                </a:solidFill>
                <a:effectLst/>
                <a:uLnTx/>
                <a:uFillTx/>
                <a:latin typeface="Aptos" panose="020B0004020202020204" pitchFamily="34" charset="0"/>
              </a:endParaRPr>
            </a:p>
          </p:txBody>
        </p:sp>
      </p:grpSp>
      <p:grpSp>
        <p:nvGrpSpPr>
          <p:cNvPr id="30" name="Group 29">
            <a:extLst>
              <a:ext uri="{FF2B5EF4-FFF2-40B4-BE49-F238E27FC236}">
                <a16:creationId xmlns:a16="http://schemas.microsoft.com/office/drawing/2014/main" id="{05CAED90-6105-74E6-8951-2148DEDA1DC9}"/>
              </a:ext>
            </a:extLst>
          </p:cNvPr>
          <p:cNvGrpSpPr/>
          <p:nvPr/>
        </p:nvGrpSpPr>
        <p:grpSpPr>
          <a:xfrm>
            <a:off x="7278541" y="2448613"/>
            <a:ext cx="4634057" cy="1495446"/>
            <a:chOff x="7019880" y="2448613"/>
            <a:chExt cx="4634057" cy="1495446"/>
          </a:xfrm>
        </p:grpSpPr>
        <p:sp>
          <p:nvSpPr>
            <p:cNvPr id="76" name="CuadroTexto 60">
              <a:extLst>
                <a:ext uri="{FF2B5EF4-FFF2-40B4-BE49-F238E27FC236}">
                  <a16:creationId xmlns:a16="http://schemas.microsoft.com/office/drawing/2014/main" id="{0D919E86-1D02-DEC2-3AE3-6E9F152A993B}"/>
                </a:ext>
              </a:extLst>
            </p:cNvPr>
            <p:cNvSpPr txBox="1"/>
            <p:nvPr/>
          </p:nvSpPr>
          <p:spPr>
            <a:xfrm>
              <a:off x="7019880" y="2448613"/>
              <a:ext cx="3549662" cy="338554"/>
            </a:xfrm>
            <a:prstGeom prst="rect">
              <a:avLst/>
            </a:prstGeom>
            <a:noFill/>
          </p:spPr>
          <p:txBody>
            <a:bodyPr wrap="square" lIns="91440" tIns="45720" rIns="91440" bIns="45720" rtlCol="0" anchor="t">
              <a:spAutoFit/>
            </a:bodyPr>
            <a:lstStyle/>
            <a:p>
              <a:pPr marL="0" marR="0" lvl="0" indent="0" algn="l" defTabSz="91429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Aptos" panose="020B0004020202020204" pitchFamily="34" charset="0"/>
                </a:rPr>
                <a:t>Accelerators &amp; Mechanisms</a:t>
              </a:r>
            </a:p>
          </p:txBody>
        </p:sp>
        <p:sp>
          <p:nvSpPr>
            <p:cNvPr id="77" name="Marcador de texto 38">
              <a:extLst>
                <a:ext uri="{FF2B5EF4-FFF2-40B4-BE49-F238E27FC236}">
                  <a16:creationId xmlns:a16="http://schemas.microsoft.com/office/drawing/2014/main" id="{3A13A2A7-D4EE-5FE6-A364-CE847A313FF4}"/>
                </a:ext>
              </a:extLst>
            </p:cNvPr>
            <p:cNvSpPr txBox="1">
              <a:spLocks/>
            </p:cNvSpPr>
            <p:nvPr/>
          </p:nvSpPr>
          <p:spPr>
            <a:xfrm>
              <a:off x="7070434" y="2743200"/>
              <a:ext cx="4583503" cy="1200859"/>
            </a:xfrm>
            <a:prstGeom prst="rect">
              <a:avLst/>
            </a:prstGeom>
          </p:spPr>
          <p:txBody>
            <a:bodyPr lIns="36000" rIns="36000"/>
            <a:lstStyle>
              <a:lvl1pPr marL="342898" indent="-342898"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742947" indent="-285749"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2994"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192"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390"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588"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82"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82563" lvl="0" indent="-182563">
                <a:spcBef>
                  <a:spcPts val="0"/>
                </a:spcBef>
                <a:spcAft>
                  <a:spcPts val="600"/>
                </a:spcAft>
                <a:buFont typeface="Wingdings" panose="05000000000000000000" pitchFamily="2" charset="2"/>
                <a:buChar char="§"/>
                <a:defRPr/>
              </a:pPr>
              <a:r>
                <a:rPr lang="en-US" sz="1050" noProof="0">
                  <a:solidFill>
                    <a:prstClr val="white"/>
                  </a:solidFill>
                  <a:latin typeface="Aptos" panose="020B0004020202020204" pitchFamily="34" charset="0"/>
                </a:rPr>
                <a:t>Kick-off and scope narrowing sessions</a:t>
              </a:r>
            </a:p>
            <a:p>
              <a:pPr marL="182563" lvl="0" indent="-182563">
                <a:spcBef>
                  <a:spcPts val="0"/>
                </a:spcBef>
                <a:spcAft>
                  <a:spcPts val="600"/>
                </a:spcAft>
                <a:buFont typeface="Wingdings" panose="05000000000000000000" pitchFamily="2" charset="2"/>
                <a:buChar char="§"/>
                <a:defRPr/>
              </a:pPr>
              <a:r>
                <a:rPr lang="en-US" sz="1050" noProof="0">
                  <a:solidFill>
                    <a:prstClr val="white"/>
                  </a:solidFill>
                  <a:latin typeface="Aptos" panose="020B0004020202020204" pitchFamily="34" charset="0"/>
                </a:rPr>
                <a:t>Shared repository and necessary accesses requested</a:t>
              </a:r>
            </a:p>
            <a:p>
              <a:pPr marL="182563" lvl="0" indent="-182563">
                <a:spcBef>
                  <a:spcPts val="0"/>
                </a:spcBef>
                <a:spcAft>
                  <a:spcPts val="600"/>
                </a:spcAft>
                <a:buFont typeface="Wingdings" panose="05000000000000000000" pitchFamily="2" charset="2"/>
                <a:buChar char="§"/>
                <a:defRPr/>
              </a:pPr>
              <a:r>
                <a:rPr lang="en-US" sz="1050" noProof="0">
                  <a:solidFill>
                    <a:prstClr val="white"/>
                  </a:solidFill>
                  <a:latin typeface="Aptos" panose="020B0004020202020204" pitchFamily="34" charset="0"/>
                </a:rPr>
                <a:t>Dependency matrix and risk register</a:t>
              </a:r>
            </a:p>
            <a:p>
              <a:pPr marL="182563" lvl="0" indent="-182563">
                <a:spcBef>
                  <a:spcPts val="0"/>
                </a:spcBef>
                <a:spcAft>
                  <a:spcPts val="600"/>
                </a:spcAft>
                <a:buFont typeface="Wingdings" panose="05000000000000000000" pitchFamily="2" charset="2"/>
                <a:buChar char="§"/>
                <a:defRPr/>
              </a:pPr>
              <a:r>
                <a:rPr kumimoji="0" lang="en-US" sz="1050" b="0" i="0" u="none" strike="noStrike" kern="1200" cap="none" spc="0" normalizeH="0" baseline="0" noProof="0">
                  <a:ln>
                    <a:noFill/>
                  </a:ln>
                  <a:solidFill>
                    <a:prstClr val="white"/>
                  </a:solidFill>
                  <a:effectLst/>
                  <a:uLnTx/>
                  <a:uFillTx/>
                  <a:latin typeface="Aptos" panose="020B0004020202020204" pitchFamily="34" charset="0"/>
                </a:rPr>
                <a:t>System Scope Prioritization Model</a:t>
              </a:r>
            </a:p>
            <a:p>
              <a:pPr marL="182563" lvl="0" indent="-182563">
                <a:spcBef>
                  <a:spcPts val="0"/>
                </a:spcBef>
                <a:spcAft>
                  <a:spcPts val="600"/>
                </a:spcAft>
                <a:buFont typeface="Wingdings" panose="05000000000000000000" pitchFamily="2" charset="2"/>
                <a:buChar char="§"/>
                <a:defRPr/>
              </a:pPr>
              <a:r>
                <a:rPr kumimoji="0" lang="en-US" sz="1050" b="0" i="0" u="none" strike="noStrike" kern="1200" cap="none" spc="0" normalizeH="0" baseline="0" noProof="0">
                  <a:ln>
                    <a:noFill/>
                  </a:ln>
                  <a:solidFill>
                    <a:prstClr val="white"/>
                  </a:solidFill>
                  <a:effectLst/>
                  <a:uLnTx/>
                  <a:uFillTx/>
                  <a:latin typeface="Aptos" panose="020B0004020202020204" pitchFamily="34" charset="0"/>
                </a:rPr>
                <a:t>IT Sovereignty Assessment Model</a:t>
              </a:r>
            </a:p>
          </p:txBody>
        </p:sp>
      </p:grpSp>
      <p:grpSp>
        <p:nvGrpSpPr>
          <p:cNvPr id="32" name="Group 31">
            <a:extLst>
              <a:ext uri="{FF2B5EF4-FFF2-40B4-BE49-F238E27FC236}">
                <a16:creationId xmlns:a16="http://schemas.microsoft.com/office/drawing/2014/main" id="{2F19A544-2C1D-8BCC-7BE5-B66B64444DE5}"/>
              </a:ext>
            </a:extLst>
          </p:cNvPr>
          <p:cNvGrpSpPr/>
          <p:nvPr/>
        </p:nvGrpSpPr>
        <p:grpSpPr>
          <a:xfrm>
            <a:off x="7278541" y="5196134"/>
            <a:ext cx="4634057" cy="1302379"/>
            <a:chOff x="7019880" y="5196134"/>
            <a:chExt cx="4634057" cy="1302379"/>
          </a:xfrm>
        </p:grpSpPr>
        <p:sp>
          <p:nvSpPr>
            <p:cNvPr id="78" name="CuadroTexto 22">
              <a:extLst>
                <a:ext uri="{FF2B5EF4-FFF2-40B4-BE49-F238E27FC236}">
                  <a16:creationId xmlns:a16="http://schemas.microsoft.com/office/drawing/2014/main" id="{06684C9A-CA00-4C9B-FA0E-68B6C2BADFD7}"/>
                </a:ext>
              </a:extLst>
            </p:cNvPr>
            <p:cNvSpPr txBox="1"/>
            <p:nvPr/>
          </p:nvSpPr>
          <p:spPr>
            <a:xfrm>
              <a:off x="7019880" y="5196134"/>
              <a:ext cx="2698477" cy="338554"/>
            </a:xfrm>
            <a:prstGeom prst="rect">
              <a:avLst/>
            </a:prstGeom>
            <a:noFill/>
          </p:spPr>
          <p:txBody>
            <a:bodyPr wrap="square" lIns="91440" tIns="45720" rIns="91440" bIns="45720" rtlCol="0" anchor="t">
              <a:spAutoFit/>
            </a:bodyPr>
            <a:lstStyle/>
            <a:p>
              <a:pPr marL="0" marR="0" lvl="0" indent="0" algn="l" defTabSz="91429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Aptos" panose="020B0004020202020204" pitchFamily="34" charset="0"/>
                </a:rPr>
                <a:t>IAG Resources</a:t>
              </a:r>
            </a:p>
          </p:txBody>
        </p:sp>
        <p:sp>
          <p:nvSpPr>
            <p:cNvPr id="86" name="Marcador de texto 38">
              <a:extLst>
                <a:ext uri="{FF2B5EF4-FFF2-40B4-BE49-F238E27FC236}">
                  <a16:creationId xmlns:a16="http://schemas.microsoft.com/office/drawing/2014/main" id="{DFA352B2-4597-4C14-1B77-8CD56E7FCC27}"/>
                </a:ext>
              </a:extLst>
            </p:cNvPr>
            <p:cNvSpPr txBox="1">
              <a:spLocks/>
            </p:cNvSpPr>
            <p:nvPr/>
          </p:nvSpPr>
          <p:spPr>
            <a:xfrm>
              <a:off x="7070434" y="5490721"/>
              <a:ext cx="4583503" cy="1007792"/>
            </a:xfrm>
            <a:prstGeom prst="rect">
              <a:avLst/>
            </a:prstGeom>
          </p:spPr>
          <p:txBody>
            <a:bodyPr lIns="36000" tIns="45720" rIns="36000" bIns="45720" numCol="2" anchor="t"/>
            <a:lstStyle>
              <a:lvl1pPr marL="342898" indent="-342898"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742947" indent="-285749"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2994"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192"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390"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588"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82"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82245" indent="-182245">
                <a:spcBef>
                  <a:spcPts val="0"/>
                </a:spcBef>
                <a:spcAft>
                  <a:spcPts val="600"/>
                </a:spcAft>
                <a:buFont typeface="Wingdings" panose="05000000000000000000" pitchFamily="2" charset="2"/>
                <a:buChar char="§"/>
                <a:defRPr/>
              </a:pPr>
              <a:r>
                <a:rPr lang="en-US" sz="1050" noProof="0">
                  <a:solidFill>
                    <a:prstClr val="white"/>
                  </a:solidFill>
                  <a:latin typeface="Aptos"/>
                  <a:cs typeface="Arial"/>
                </a:rPr>
                <a:t>Executive Sponsor / Project Lead</a:t>
              </a:r>
              <a:endParaRPr lang="en-US" noProof="0">
                <a:solidFill>
                  <a:srgbClr val="000000"/>
                </a:solidFill>
              </a:endParaRPr>
            </a:p>
            <a:p>
              <a:pPr marL="182245" indent="-182245">
                <a:spcBef>
                  <a:spcPts val="0"/>
                </a:spcBef>
                <a:spcAft>
                  <a:spcPts val="600"/>
                </a:spcAft>
                <a:buFont typeface="Wingdings" panose="05000000000000000000" pitchFamily="2" charset="2"/>
                <a:buChar char="§"/>
                <a:defRPr/>
              </a:pPr>
              <a:r>
                <a:rPr lang="en-US" sz="1050" noProof="0">
                  <a:solidFill>
                    <a:prstClr val="white"/>
                  </a:solidFill>
                  <a:latin typeface="Aptos"/>
                  <a:cs typeface="Arial"/>
                </a:rPr>
                <a:t>Enterprise Architects</a:t>
              </a:r>
            </a:p>
            <a:p>
              <a:pPr marL="182245" indent="-182245">
                <a:spcBef>
                  <a:spcPts val="0"/>
                </a:spcBef>
                <a:spcAft>
                  <a:spcPts val="600"/>
                </a:spcAft>
                <a:buFont typeface="Wingdings" panose="05000000000000000000" pitchFamily="2" charset="2"/>
                <a:buChar char="§"/>
                <a:defRPr/>
              </a:pPr>
              <a:r>
                <a:rPr lang="en-US" sz="1050" noProof="0">
                  <a:solidFill>
                    <a:prstClr val="white"/>
                  </a:solidFill>
                  <a:latin typeface="Aptos"/>
                  <a:cs typeface="Arial"/>
                </a:rPr>
                <a:t>System Owners</a:t>
              </a:r>
            </a:p>
            <a:p>
              <a:pPr marL="182245" indent="-182245">
                <a:spcBef>
                  <a:spcPts val="0"/>
                </a:spcBef>
                <a:spcAft>
                  <a:spcPts val="600"/>
                </a:spcAft>
                <a:buFont typeface="Wingdings" panose="05000000000000000000" pitchFamily="2" charset="2"/>
                <a:buChar char="§"/>
                <a:defRPr/>
              </a:pPr>
              <a:r>
                <a:rPr lang="en-US" sz="1050" noProof="0">
                  <a:solidFill>
                    <a:prstClr val="white"/>
                  </a:solidFill>
                  <a:latin typeface="Aptos"/>
                  <a:cs typeface="Arial"/>
                </a:rPr>
                <a:t>Cloud / Infra. Platform Owners</a:t>
              </a:r>
            </a:p>
            <a:p>
              <a:pPr marL="182245" indent="-182245">
                <a:spcBef>
                  <a:spcPts val="0"/>
                </a:spcBef>
                <a:spcAft>
                  <a:spcPts val="600"/>
                </a:spcAft>
                <a:buFont typeface="Wingdings" panose="05000000000000000000" pitchFamily="2" charset="2"/>
                <a:buChar char="§"/>
                <a:defRPr/>
              </a:pPr>
              <a:r>
                <a:rPr lang="en-US" sz="1050" noProof="0">
                  <a:solidFill>
                    <a:prstClr val="white"/>
                  </a:solidFill>
                  <a:latin typeface="Aptos"/>
                  <a:cs typeface="Arial"/>
                </a:rPr>
                <a:t>Cybersecurity / Data Protection</a:t>
              </a:r>
            </a:p>
            <a:p>
              <a:pPr marL="182245" indent="-182245">
                <a:spcBef>
                  <a:spcPts val="0"/>
                </a:spcBef>
                <a:spcAft>
                  <a:spcPts val="600"/>
                </a:spcAft>
                <a:buFont typeface="Wingdings" panose="05000000000000000000" pitchFamily="2" charset="2"/>
                <a:buChar char="§"/>
                <a:defRPr/>
              </a:pPr>
              <a:r>
                <a:rPr lang="en-US" sz="1050" noProof="0">
                  <a:solidFill>
                    <a:prstClr val="white"/>
                  </a:solidFill>
                  <a:latin typeface="Aptos"/>
                  <a:cs typeface="Arial"/>
                </a:rPr>
                <a:t>Legal &amp; Regulatory</a:t>
              </a:r>
            </a:p>
            <a:p>
              <a:pPr marL="182245" indent="-182245">
                <a:spcBef>
                  <a:spcPts val="0"/>
                </a:spcBef>
                <a:spcAft>
                  <a:spcPts val="600"/>
                </a:spcAft>
                <a:buFont typeface="Wingdings" panose="05000000000000000000" pitchFamily="2" charset="2"/>
                <a:buChar char="§"/>
                <a:defRPr/>
              </a:pPr>
              <a:r>
                <a:rPr lang="en-US" sz="1050" noProof="0">
                  <a:solidFill>
                    <a:prstClr val="white"/>
                  </a:solidFill>
                  <a:latin typeface="Aptos"/>
                  <a:cs typeface="Arial"/>
                </a:rPr>
                <a:t>Procurement &amp; Supplier Mngmt.</a:t>
              </a:r>
            </a:p>
            <a:p>
              <a:pPr marL="182245" indent="-182245">
                <a:spcBef>
                  <a:spcPts val="0"/>
                </a:spcBef>
                <a:spcAft>
                  <a:spcPts val="600"/>
                </a:spcAft>
                <a:buFont typeface="Wingdings" panose="05000000000000000000" pitchFamily="2" charset="2"/>
                <a:buChar char="§"/>
                <a:defRPr/>
              </a:pPr>
              <a:r>
                <a:rPr lang="en-US" sz="1050" noProof="0">
                  <a:solidFill>
                    <a:prstClr val="white"/>
                  </a:solidFill>
                  <a:latin typeface="Aptos"/>
                  <a:cs typeface="Arial"/>
                </a:rPr>
                <a:t>Service Mngmt. / IT Operations</a:t>
              </a:r>
              <a:endParaRPr lang="en-US" sz="1050" noProof="0">
                <a:solidFill>
                  <a:prstClr val="white"/>
                </a:solidFill>
                <a:latin typeface="Aptos"/>
              </a:endParaRPr>
            </a:p>
          </p:txBody>
        </p:sp>
      </p:grpSp>
    </p:spTree>
    <p:extLst>
      <p:ext uri="{BB962C8B-B14F-4D97-AF65-F5344CB8AC3E}">
        <p14:creationId xmlns:p14="http://schemas.microsoft.com/office/powerpoint/2010/main" val="1297198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DCA6C-9520-0119-F447-9F099F98C7AA}"/>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23A4C987-90F5-E0F6-620E-90BB6B8C8E4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23A4C987-90F5-E0F6-620E-90BB6B8C8E4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FBB0D1C0-0C53-DBC9-F260-EEAE2B43BE82}"/>
              </a:ext>
            </a:extLst>
          </p:cNvPr>
          <p:cNvSpPr>
            <a:spLocks noGrp="1"/>
          </p:cNvSpPr>
          <p:nvPr>
            <p:ph type="body" sz="quarter" idx="10"/>
          </p:nvPr>
        </p:nvSpPr>
        <p:spPr>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latin typeface="Aptos" panose="020B0004020202020204" pitchFamily="34" charset="0"/>
              </a:rPr>
              <a:t>A Phased Execution Methodology</a:t>
            </a:r>
          </a:p>
        </p:txBody>
      </p:sp>
      <p:sp>
        <p:nvSpPr>
          <p:cNvPr id="3" name="Title 12">
            <a:extLst>
              <a:ext uri="{FF2B5EF4-FFF2-40B4-BE49-F238E27FC236}">
                <a16:creationId xmlns:a16="http://schemas.microsoft.com/office/drawing/2014/main" id="{20748D5B-368D-2A7B-E2E1-F381EC772A7C}"/>
              </a:ext>
            </a:extLst>
          </p:cNvPr>
          <p:cNvSpPr>
            <a:spLocks noGrp="1"/>
          </p:cNvSpPr>
          <p:nvPr>
            <p:ph type="title"/>
          </p:nvPr>
        </p:nvSpPr>
        <p:spPr>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latin typeface="Aptos" panose="020B0004020202020204" pitchFamily="34" charset="0"/>
              </a:rPr>
              <a:t>Phase 1 - Systems Scope &amp; Risk Clustering</a:t>
            </a:r>
          </a:p>
        </p:txBody>
      </p:sp>
      <p:grpSp>
        <p:nvGrpSpPr>
          <p:cNvPr id="85" name="Group 84">
            <a:extLst>
              <a:ext uri="{FF2B5EF4-FFF2-40B4-BE49-F238E27FC236}">
                <a16:creationId xmlns:a16="http://schemas.microsoft.com/office/drawing/2014/main" id="{7498B97C-AE23-AC8B-6DCF-EF18C495A960}"/>
              </a:ext>
            </a:extLst>
          </p:cNvPr>
          <p:cNvGrpSpPr/>
          <p:nvPr/>
        </p:nvGrpSpPr>
        <p:grpSpPr>
          <a:xfrm>
            <a:off x="8664871" y="358023"/>
            <a:ext cx="3216394" cy="335309"/>
            <a:chOff x="8664871" y="358023"/>
            <a:chExt cx="3216394" cy="335309"/>
          </a:xfrm>
        </p:grpSpPr>
        <p:pic>
          <p:nvPicPr>
            <p:cNvPr id="56" name="Picture 55">
              <a:extLst>
                <a:ext uri="{FF2B5EF4-FFF2-40B4-BE49-F238E27FC236}">
                  <a16:creationId xmlns:a16="http://schemas.microsoft.com/office/drawing/2014/main" id="{F8383AF2-83E5-A0BA-6598-AC6EE70B443B}"/>
                </a:ext>
              </a:extLst>
            </p:cNvPr>
            <p:cNvPicPr>
              <a:picLocks noChangeAspect="1"/>
            </p:cNvPicPr>
            <p:nvPr/>
          </p:nvPicPr>
          <p:blipFill>
            <a:blip r:embed="rId5"/>
            <a:stretch>
              <a:fillRect/>
            </a:stretch>
          </p:blipFill>
          <p:spPr>
            <a:xfrm>
              <a:off x="8664871" y="358023"/>
              <a:ext cx="993734" cy="335309"/>
            </a:xfrm>
            <a:prstGeom prst="rect">
              <a:avLst/>
            </a:prstGeom>
          </p:spPr>
        </p:pic>
        <p:pic>
          <p:nvPicPr>
            <p:cNvPr id="59" name="Picture 58">
              <a:extLst>
                <a:ext uri="{FF2B5EF4-FFF2-40B4-BE49-F238E27FC236}">
                  <a16:creationId xmlns:a16="http://schemas.microsoft.com/office/drawing/2014/main" id="{AC449BE8-0159-76FB-5A2B-2C60DFDB5F40}"/>
                </a:ext>
              </a:extLst>
            </p:cNvPr>
            <p:cNvPicPr>
              <a:picLocks noChangeAspect="1"/>
            </p:cNvPicPr>
            <p:nvPr/>
          </p:nvPicPr>
          <p:blipFill>
            <a:blip r:embed="rId6">
              <a:alphaModFix amt="30000"/>
            </a:blip>
            <a:stretch>
              <a:fillRect/>
            </a:stretch>
          </p:blipFill>
          <p:spPr>
            <a:xfrm>
              <a:off x="10887531" y="358023"/>
              <a:ext cx="993734" cy="335309"/>
            </a:xfrm>
            <a:prstGeom prst="rect">
              <a:avLst/>
            </a:prstGeom>
          </p:spPr>
        </p:pic>
        <p:pic>
          <p:nvPicPr>
            <p:cNvPr id="58" name="Picture 57">
              <a:extLst>
                <a:ext uri="{FF2B5EF4-FFF2-40B4-BE49-F238E27FC236}">
                  <a16:creationId xmlns:a16="http://schemas.microsoft.com/office/drawing/2014/main" id="{5788E3AE-E06E-31D7-AD4F-2CE2AB4A9170}"/>
                </a:ext>
              </a:extLst>
            </p:cNvPr>
            <p:cNvPicPr>
              <a:picLocks noChangeAspect="1"/>
            </p:cNvPicPr>
            <p:nvPr/>
          </p:nvPicPr>
          <p:blipFill>
            <a:blip r:embed="rId7">
              <a:alphaModFix amt="30000"/>
            </a:blip>
            <a:stretch>
              <a:fillRect/>
            </a:stretch>
          </p:blipFill>
          <p:spPr>
            <a:xfrm>
              <a:off x="9776201" y="358023"/>
              <a:ext cx="987638" cy="335309"/>
            </a:xfrm>
            <a:prstGeom prst="rect">
              <a:avLst/>
            </a:prstGeom>
          </p:spPr>
        </p:pic>
      </p:grpSp>
      <p:sp>
        <p:nvSpPr>
          <p:cNvPr id="64" name="CuadroTexto 92">
            <a:extLst>
              <a:ext uri="{FF2B5EF4-FFF2-40B4-BE49-F238E27FC236}">
                <a16:creationId xmlns:a16="http://schemas.microsoft.com/office/drawing/2014/main" id="{C2B72659-C0E9-1234-CE93-98F921F05C00}"/>
              </a:ext>
            </a:extLst>
          </p:cNvPr>
          <p:cNvSpPr txBox="1"/>
          <p:nvPr/>
        </p:nvSpPr>
        <p:spPr>
          <a:xfrm>
            <a:off x="3442244" y="1320701"/>
            <a:ext cx="5307512" cy="400110"/>
          </a:xfrm>
          <a:prstGeom prst="rect">
            <a:avLst/>
          </a:prstGeom>
          <a:noFill/>
        </p:spPr>
        <p:txBody>
          <a:bodyPr wrap="square" l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panose="020B0004020202020204" pitchFamily="34" charset="0"/>
              </a:rPr>
              <a:t>DELIVERABLES - ILLUSTRATIVE EXAMPLES</a:t>
            </a:r>
            <a:endParaRPr kumimoji="0" lang="en-US" sz="1600" b="0" i="0" u="none" strike="noStrike" kern="1200" cap="none" spc="0" normalizeH="0" baseline="0" noProof="0">
              <a:ln>
                <a:noFill/>
              </a:ln>
              <a:solidFill>
                <a:prstClr val="white"/>
              </a:solidFill>
              <a:effectLst/>
              <a:uLnTx/>
              <a:uFillTx/>
              <a:latin typeface="Aptos" panose="020B0004020202020204" pitchFamily="34" charset="0"/>
            </a:endParaRPr>
          </a:p>
        </p:txBody>
      </p:sp>
      <p:pic>
        <p:nvPicPr>
          <p:cNvPr id="28" name="Imagen 33">
            <a:extLst>
              <a:ext uri="{FF2B5EF4-FFF2-40B4-BE49-F238E27FC236}">
                <a16:creationId xmlns:a16="http://schemas.microsoft.com/office/drawing/2014/main" id="{2158451F-E979-FD66-F864-4C9DC5B6D126}"/>
              </a:ext>
            </a:extLst>
          </p:cNvPr>
          <p:cNvPicPr>
            <a:picLocks noChangeAspect="1"/>
          </p:cNvPicPr>
          <p:nvPr/>
        </p:nvPicPr>
        <p:blipFill>
          <a:blip r:embed="rId8"/>
          <a:stretch>
            <a:fillRect/>
          </a:stretch>
        </p:blipFill>
        <p:spPr>
          <a:xfrm>
            <a:off x="2872024" y="1244126"/>
            <a:ext cx="570220" cy="570220"/>
          </a:xfrm>
          <a:prstGeom prst="rect">
            <a:avLst/>
          </a:prstGeom>
        </p:spPr>
      </p:pic>
      <p:sp>
        <p:nvSpPr>
          <p:cNvPr id="30" name="CuadroTexto 24">
            <a:extLst>
              <a:ext uri="{FF2B5EF4-FFF2-40B4-BE49-F238E27FC236}">
                <a16:creationId xmlns:a16="http://schemas.microsoft.com/office/drawing/2014/main" id="{BB419492-439E-C0CA-9E38-A0ED8C59C57D}"/>
              </a:ext>
            </a:extLst>
          </p:cNvPr>
          <p:cNvSpPr txBox="1"/>
          <p:nvPr/>
        </p:nvSpPr>
        <p:spPr>
          <a:xfrm>
            <a:off x="1425054" y="5560060"/>
            <a:ext cx="3672001" cy="646331"/>
          </a:xfrm>
          <a:prstGeom prst="rect">
            <a:avLst/>
          </a:prstGeom>
          <a:noFill/>
        </p:spPr>
        <p:txBody>
          <a:bodyPr wrap="square">
            <a:spAutoFit/>
          </a:bodyPr>
          <a:lstStyle>
            <a:defPPr>
              <a:defRPr lang="en-US"/>
            </a:defPPr>
            <a:lvl1pPr algn="ctr">
              <a:defRPr sz="1200" i="1">
                <a:solidFill>
                  <a:schemeClr val="bg1"/>
                </a:solidFill>
                <a:latin typeface="Montserrat" panose="0000050000000000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70F26"/>
                </a:solidFill>
                <a:effectLst/>
                <a:uLnTx/>
                <a:uFillTx/>
                <a:latin typeface="Aptos" panose="020B0004020202020204" pitchFamily="34" charset="0"/>
              </a:rPr>
              <a:t>Definition of assessment scope, boundaries, dependencies, assumptions, exclusions and initial risks to be monitored during execution.</a:t>
            </a:r>
          </a:p>
        </p:txBody>
      </p:sp>
      <p:sp>
        <p:nvSpPr>
          <p:cNvPr id="31" name="CuadroTexto 25">
            <a:extLst>
              <a:ext uri="{FF2B5EF4-FFF2-40B4-BE49-F238E27FC236}">
                <a16:creationId xmlns:a16="http://schemas.microsoft.com/office/drawing/2014/main" id="{0AD991CF-6BB3-8CDC-DE74-9136EA5E4EC9}"/>
              </a:ext>
            </a:extLst>
          </p:cNvPr>
          <p:cNvSpPr txBox="1"/>
          <p:nvPr/>
        </p:nvSpPr>
        <p:spPr>
          <a:xfrm>
            <a:off x="7014587" y="2123801"/>
            <a:ext cx="4177242"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5B96"/>
                </a:solidFill>
                <a:effectLst/>
                <a:uLnTx/>
                <a:uFillTx/>
                <a:latin typeface="Aptos" panose="020B0004020202020204" pitchFamily="34" charset="0"/>
              </a:rPr>
              <a:t>D1.2. Stakeholder Engagement and Access Plan</a:t>
            </a:r>
          </a:p>
        </p:txBody>
      </p:sp>
      <p:sp>
        <p:nvSpPr>
          <p:cNvPr id="16" name="CuadroTexto 25">
            <a:extLst>
              <a:ext uri="{FF2B5EF4-FFF2-40B4-BE49-F238E27FC236}">
                <a16:creationId xmlns:a16="http://schemas.microsoft.com/office/drawing/2014/main" id="{F09523A7-AFFC-1A3D-9F6C-2A90F91BB06B}"/>
              </a:ext>
            </a:extLst>
          </p:cNvPr>
          <p:cNvSpPr txBox="1"/>
          <p:nvPr/>
        </p:nvSpPr>
        <p:spPr>
          <a:xfrm>
            <a:off x="1425054" y="2123801"/>
            <a:ext cx="36720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5B96"/>
                </a:solidFill>
                <a:effectLst/>
                <a:uLnTx/>
                <a:uFillTx/>
                <a:latin typeface="Aptos" panose="020B0004020202020204" pitchFamily="34" charset="0"/>
              </a:rPr>
              <a:t>D1.1. Scope, Dependency and Risk Matrix</a:t>
            </a:r>
          </a:p>
        </p:txBody>
      </p:sp>
      <p:sp>
        <p:nvSpPr>
          <p:cNvPr id="29" name="CuadroTexto 24">
            <a:extLst>
              <a:ext uri="{FF2B5EF4-FFF2-40B4-BE49-F238E27FC236}">
                <a16:creationId xmlns:a16="http://schemas.microsoft.com/office/drawing/2014/main" id="{90A3EFDC-7B7A-280D-F8CB-32329A68C8C8}"/>
              </a:ext>
            </a:extLst>
          </p:cNvPr>
          <p:cNvSpPr txBox="1"/>
          <p:nvPr/>
        </p:nvSpPr>
        <p:spPr>
          <a:xfrm>
            <a:off x="7267208" y="5560060"/>
            <a:ext cx="3672001" cy="646331"/>
          </a:xfrm>
          <a:prstGeom prst="rect">
            <a:avLst/>
          </a:prstGeom>
          <a:noFill/>
        </p:spPr>
        <p:txBody>
          <a:bodyPr wrap="square">
            <a:spAutoFit/>
          </a:bodyPr>
          <a:lstStyle>
            <a:defPPr>
              <a:defRPr lang="en-US"/>
            </a:defPPr>
            <a:lvl1pPr algn="ctr">
              <a:defRPr sz="1200" i="1">
                <a:solidFill>
                  <a:schemeClr val="bg1"/>
                </a:solidFill>
                <a:latin typeface="Montserrat" panose="0000050000000000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70F26"/>
                </a:solidFill>
                <a:effectLst/>
                <a:uLnTx/>
                <a:uFillTx/>
                <a:latin typeface="Aptos" panose="020B0004020202020204" pitchFamily="34" charset="0"/>
              </a:rPr>
              <a:t>List of required stakeholders, interview schedule, governance forums, repository structure and access requirements.</a:t>
            </a:r>
          </a:p>
        </p:txBody>
      </p:sp>
      <p:grpSp>
        <p:nvGrpSpPr>
          <p:cNvPr id="48" name="Group 47">
            <a:extLst>
              <a:ext uri="{FF2B5EF4-FFF2-40B4-BE49-F238E27FC236}">
                <a16:creationId xmlns:a16="http://schemas.microsoft.com/office/drawing/2014/main" id="{F25F99CB-28FB-4850-3A91-D8247C78E4AC}"/>
              </a:ext>
            </a:extLst>
          </p:cNvPr>
          <p:cNvGrpSpPr/>
          <p:nvPr/>
        </p:nvGrpSpPr>
        <p:grpSpPr>
          <a:xfrm>
            <a:off x="555100" y="2667599"/>
            <a:ext cx="5411909" cy="2751023"/>
            <a:chOff x="555100" y="2667599"/>
            <a:chExt cx="5411909" cy="2751023"/>
          </a:xfrm>
        </p:grpSpPr>
        <p:grpSp>
          <p:nvGrpSpPr>
            <p:cNvPr id="13" name="Group 12">
              <a:extLst>
                <a:ext uri="{FF2B5EF4-FFF2-40B4-BE49-F238E27FC236}">
                  <a16:creationId xmlns:a16="http://schemas.microsoft.com/office/drawing/2014/main" id="{5AC5EBBD-1236-5166-8188-38C933A67844}"/>
                </a:ext>
              </a:extLst>
            </p:cNvPr>
            <p:cNvGrpSpPr/>
            <p:nvPr/>
          </p:nvGrpSpPr>
          <p:grpSpPr>
            <a:xfrm>
              <a:off x="555100" y="2667599"/>
              <a:ext cx="4115702" cy="771317"/>
              <a:chOff x="-465722" y="981359"/>
              <a:chExt cx="12192000" cy="2284884"/>
            </a:xfrm>
            <a:effectLst>
              <a:outerShdw blurRad="63500" sx="102000" sy="102000" algn="ctr" rotWithShape="0">
                <a:prstClr val="black">
                  <a:alpha val="40000"/>
                </a:prstClr>
              </a:outerShdw>
            </a:effectLst>
          </p:grpSpPr>
          <p:pic>
            <p:nvPicPr>
              <p:cNvPr id="5" name="Picture 4">
                <a:extLst>
                  <a:ext uri="{FF2B5EF4-FFF2-40B4-BE49-F238E27FC236}">
                    <a16:creationId xmlns:a16="http://schemas.microsoft.com/office/drawing/2014/main" id="{58869026-8DE7-4333-EEA4-D08701FEB979}"/>
                  </a:ext>
                </a:extLst>
              </p:cNvPr>
              <p:cNvPicPr>
                <a:picLocks noChangeAspect="1"/>
              </p:cNvPicPr>
              <p:nvPr/>
            </p:nvPicPr>
            <p:blipFill>
              <a:blip r:embed="rId9">
                <a:extLst>
                  <a:ext uri="{BEBA8EAE-BF5A-486C-A8C5-ECC9F3942E4B}">
                    <a14:imgProps xmlns:a14="http://schemas.microsoft.com/office/drawing/2010/main">
                      <a14:imgLayer r:embed="rId10">
                        <a14:imgEffect>
                          <a14:saturation sat="0"/>
                        </a14:imgEffect>
                      </a14:imgLayer>
                    </a14:imgProps>
                  </a:ext>
                </a:extLst>
              </a:blip>
              <a:stretch>
                <a:fillRect/>
              </a:stretch>
            </p:blipFill>
            <p:spPr>
              <a:xfrm>
                <a:off x="-465722" y="981359"/>
                <a:ext cx="12192000" cy="2284884"/>
              </a:xfrm>
              <a:prstGeom prst="rect">
                <a:avLst/>
              </a:prstGeom>
            </p:spPr>
          </p:pic>
          <p:pic>
            <p:nvPicPr>
              <p:cNvPr id="11" name="Picture 10">
                <a:extLst>
                  <a:ext uri="{FF2B5EF4-FFF2-40B4-BE49-F238E27FC236}">
                    <a16:creationId xmlns:a16="http://schemas.microsoft.com/office/drawing/2014/main" id="{9FE0DF84-838B-BF56-548A-1094C6294A9D}"/>
                  </a:ext>
                </a:extLst>
              </p:cNvPr>
              <p:cNvPicPr>
                <a:picLocks noChangeAspect="1"/>
              </p:cNvPicPr>
              <p:nvPr/>
            </p:nvPicPr>
            <p:blipFill>
              <a:blip r:embed="rId11">
                <a:extLst>
                  <a:ext uri="{BEBA8EAE-BF5A-486C-A8C5-ECC9F3942E4B}">
                    <a14:imgProps xmlns:a14="http://schemas.microsoft.com/office/drawing/2010/main">
                      <a14:imgLayer r:embed="rId10">
                        <a14:imgEffect>
                          <a14:sharpenSoften amount="-40000"/>
                        </a14:imgEffect>
                        <a14:imgEffect>
                          <a14:saturation sat="0"/>
                        </a14:imgEffect>
                      </a14:imgLayer>
                    </a14:imgProps>
                  </a:ext>
                </a:extLst>
              </a:blip>
              <a:srcRect l="570" t="26435" r="70264" b="3354"/>
              <a:stretch>
                <a:fillRect/>
              </a:stretch>
            </p:blipFill>
            <p:spPr>
              <a:xfrm>
                <a:off x="-396240" y="1585387"/>
                <a:ext cx="3555928" cy="1604227"/>
              </a:xfrm>
              <a:prstGeom prst="rect">
                <a:avLst/>
              </a:prstGeom>
            </p:spPr>
          </p:pic>
          <p:pic>
            <p:nvPicPr>
              <p:cNvPr id="12" name="Picture 11">
                <a:extLst>
                  <a:ext uri="{FF2B5EF4-FFF2-40B4-BE49-F238E27FC236}">
                    <a16:creationId xmlns:a16="http://schemas.microsoft.com/office/drawing/2014/main" id="{518A96D1-A67D-D50B-37B8-12766CA820E0}"/>
                  </a:ext>
                </a:extLst>
              </p:cNvPr>
              <p:cNvPicPr>
                <a:picLocks noChangeAspect="1"/>
              </p:cNvPicPr>
              <p:nvPr/>
            </p:nvPicPr>
            <p:blipFill>
              <a:blip r:embed="rId11">
                <a:extLst>
                  <a:ext uri="{BEBA8EAE-BF5A-486C-A8C5-ECC9F3942E4B}">
                    <a14:imgProps xmlns:a14="http://schemas.microsoft.com/office/drawing/2010/main">
                      <a14:imgLayer r:embed="rId10">
                        <a14:imgEffect>
                          <a14:sharpenSoften amount="-40000"/>
                        </a14:imgEffect>
                        <a14:imgEffect>
                          <a14:saturation sat="0"/>
                        </a14:imgEffect>
                      </a14:imgLayer>
                    </a14:imgProps>
                  </a:ext>
                </a:extLst>
              </a:blip>
              <a:srcRect l="49632" t="23082" r="21056" b="3354"/>
              <a:stretch>
                <a:fillRect/>
              </a:stretch>
            </p:blipFill>
            <p:spPr>
              <a:xfrm>
                <a:off x="5585460" y="1508760"/>
                <a:ext cx="3573780" cy="1680854"/>
              </a:xfrm>
              <a:prstGeom prst="rect">
                <a:avLst/>
              </a:prstGeom>
            </p:spPr>
          </p:pic>
        </p:grpSp>
        <p:grpSp>
          <p:nvGrpSpPr>
            <p:cNvPr id="20" name="Group 19">
              <a:extLst>
                <a:ext uri="{FF2B5EF4-FFF2-40B4-BE49-F238E27FC236}">
                  <a16:creationId xmlns:a16="http://schemas.microsoft.com/office/drawing/2014/main" id="{BDD64923-F4FA-D84A-08D8-2D3E48CEC83A}"/>
                </a:ext>
              </a:extLst>
            </p:cNvPr>
            <p:cNvGrpSpPr/>
            <p:nvPr/>
          </p:nvGrpSpPr>
          <p:grpSpPr>
            <a:xfrm>
              <a:off x="3008386" y="3142275"/>
              <a:ext cx="2958623" cy="1025814"/>
              <a:chOff x="0" y="1315393"/>
              <a:chExt cx="12192000" cy="4227213"/>
            </a:xfrm>
            <a:effectLst>
              <a:outerShdw blurRad="63500" sx="102000" sy="102000" algn="ctr" rotWithShape="0">
                <a:prstClr val="black">
                  <a:alpha val="40000"/>
                </a:prstClr>
              </a:outerShdw>
            </a:effectLst>
          </p:grpSpPr>
          <p:pic>
            <p:nvPicPr>
              <p:cNvPr id="15" name="Picture 14">
                <a:extLst>
                  <a:ext uri="{FF2B5EF4-FFF2-40B4-BE49-F238E27FC236}">
                    <a16:creationId xmlns:a16="http://schemas.microsoft.com/office/drawing/2014/main" id="{479C4DD2-37EF-A9DD-789B-B912CED2D050}"/>
                  </a:ext>
                </a:extLst>
              </p:cNvPr>
              <p:cNvPicPr>
                <a:picLocks noChangeAspect="1"/>
              </p:cNvPicPr>
              <p:nvPr/>
            </p:nvPicPr>
            <p:blipFill>
              <a:blip r:embed="rId12">
                <a:extLst>
                  <a:ext uri="{BEBA8EAE-BF5A-486C-A8C5-ECC9F3942E4B}">
                    <a14:imgProps xmlns:a14="http://schemas.microsoft.com/office/drawing/2010/main">
                      <a14:imgLayer r:embed="rId13">
                        <a14:imgEffect>
                          <a14:saturation sat="0"/>
                        </a14:imgEffect>
                      </a14:imgLayer>
                    </a14:imgProps>
                  </a:ext>
                </a:extLst>
              </a:blip>
              <a:stretch>
                <a:fillRect/>
              </a:stretch>
            </p:blipFill>
            <p:spPr>
              <a:xfrm>
                <a:off x="0" y="1315393"/>
                <a:ext cx="12192000" cy="4227213"/>
              </a:xfrm>
              <a:prstGeom prst="rect">
                <a:avLst/>
              </a:prstGeom>
            </p:spPr>
          </p:pic>
          <p:pic>
            <p:nvPicPr>
              <p:cNvPr id="17" name="Picture 16">
                <a:extLst>
                  <a:ext uri="{FF2B5EF4-FFF2-40B4-BE49-F238E27FC236}">
                    <a16:creationId xmlns:a16="http://schemas.microsoft.com/office/drawing/2014/main" id="{45308992-DE0D-94A1-ECEF-C0FF3C602891}"/>
                  </a:ext>
                </a:extLst>
              </p:cNvPr>
              <p:cNvPicPr>
                <a:picLocks noChangeAspect="1"/>
              </p:cNvPicPr>
              <p:nvPr/>
            </p:nvPicPr>
            <p:blipFill>
              <a:blip r:embed="rId14">
                <a:extLst>
                  <a:ext uri="{BEBA8EAE-BF5A-486C-A8C5-ECC9F3942E4B}">
                    <a14:imgProps xmlns:a14="http://schemas.microsoft.com/office/drawing/2010/main">
                      <a14:imgLayer r:embed="rId13">
                        <a14:imgEffect>
                          <a14:sharpenSoften amount="-40000"/>
                        </a14:imgEffect>
                        <a14:imgEffect>
                          <a14:saturation sat="0"/>
                        </a14:imgEffect>
                      </a14:imgLayer>
                    </a14:imgProps>
                  </a:ext>
                </a:extLst>
              </a:blip>
              <a:srcRect t="45528" b="2306"/>
              <a:stretch>
                <a:fillRect/>
              </a:stretch>
            </p:blipFill>
            <p:spPr>
              <a:xfrm>
                <a:off x="0" y="3239986"/>
                <a:ext cx="12192000" cy="2205163"/>
              </a:xfrm>
              <a:prstGeom prst="rect">
                <a:avLst/>
              </a:prstGeom>
            </p:spPr>
          </p:pic>
          <p:pic>
            <p:nvPicPr>
              <p:cNvPr id="18" name="Picture 17">
                <a:extLst>
                  <a:ext uri="{FF2B5EF4-FFF2-40B4-BE49-F238E27FC236}">
                    <a16:creationId xmlns:a16="http://schemas.microsoft.com/office/drawing/2014/main" id="{B84A3060-C8CB-758A-E282-FBBD65A76EA4}"/>
                  </a:ext>
                </a:extLst>
              </p:cNvPr>
              <p:cNvPicPr>
                <a:picLocks noChangeAspect="1"/>
              </p:cNvPicPr>
              <p:nvPr/>
            </p:nvPicPr>
            <p:blipFill>
              <a:blip r:embed="rId14">
                <a:extLst>
                  <a:ext uri="{BEBA8EAE-BF5A-486C-A8C5-ECC9F3942E4B}">
                    <a14:imgProps xmlns:a14="http://schemas.microsoft.com/office/drawing/2010/main">
                      <a14:imgLayer r:embed="rId13">
                        <a14:imgEffect>
                          <a14:sharpenSoften amount="-40000"/>
                        </a14:imgEffect>
                        <a14:imgEffect>
                          <a14:saturation sat="0"/>
                        </a14:imgEffect>
                      </a14:imgLayer>
                    </a14:imgProps>
                  </a:ext>
                </a:extLst>
              </a:blip>
              <a:srcRect l="19125" t="21564" r="38667" b="73595"/>
              <a:stretch>
                <a:fillRect/>
              </a:stretch>
            </p:blipFill>
            <p:spPr>
              <a:xfrm>
                <a:off x="2331720" y="2226944"/>
                <a:ext cx="5146040" cy="204634"/>
              </a:xfrm>
              <a:prstGeom prst="rect">
                <a:avLst/>
              </a:prstGeom>
            </p:spPr>
          </p:pic>
          <p:pic>
            <p:nvPicPr>
              <p:cNvPr id="19" name="Picture 18">
                <a:extLst>
                  <a:ext uri="{FF2B5EF4-FFF2-40B4-BE49-F238E27FC236}">
                    <a16:creationId xmlns:a16="http://schemas.microsoft.com/office/drawing/2014/main" id="{FCA063F4-B67D-A73C-CC45-D284EDDA7DC1}"/>
                  </a:ext>
                </a:extLst>
              </p:cNvPr>
              <p:cNvPicPr>
                <a:picLocks noChangeAspect="1"/>
              </p:cNvPicPr>
              <p:nvPr/>
            </p:nvPicPr>
            <p:blipFill>
              <a:blip r:embed="rId14">
                <a:extLst>
                  <a:ext uri="{BEBA8EAE-BF5A-486C-A8C5-ECC9F3942E4B}">
                    <a14:imgProps xmlns:a14="http://schemas.microsoft.com/office/drawing/2010/main">
                      <a14:imgLayer r:embed="rId13">
                        <a14:imgEffect>
                          <a14:sharpenSoften amount="-40000"/>
                        </a14:imgEffect>
                        <a14:imgEffect>
                          <a14:saturation sat="0"/>
                        </a14:imgEffect>
                      </a14:imgLayer>
                    </a14:imgProps>
                  </a:ext>
                </a:extLst>
              </a:blip>
              <a:srcRect l="13250" t="6765" r="74584" b="85200"/>
              <a:stretch>
                <a:fillRect/>
              </a:stretch>
            </p:blipFill>
            <p:spPr>
              <a:xfrm>
                <a:off x="1615440" y="1601342"/>
                <a:ext cx="1483288" cy="339652"/>
              </a:xfrm>
              <a:prstGeom prst="rect">
                <a:avLst/>
              </a:prstGeom>
            </p:spPr>
          </p:pic>
        </p:grpSp>
        <p:grpSp>
          <p:nvGrpSpPr>
            <p:cNvPr id="24" name="Group 23">
              <a:extLst>
                <a:ext uri="{FF2B5EF4-FFF2-40B4-BE49-F238E27FC236}">
                  <a16:creationId xmlns:a16="http://schemas.microsoft.com/office/drawing/2014/main" id="{F9A957CE-8577-FAFE-A305-B904AA0B8CBC}"/>
                </a:ext>
              </a:extLst>
            </p:cNvPr>
            <p:cNvGrpSpPr/>
            <p:nvPr/>
          </p:nvGrpSpPr>
          <p:grpSpPr>
            <a:xfrm>
              <a:off x="701858" y="3656023"/>
              <a:ext cx="3262596" cy="1402412"/>
              <a:chOff x="0" y="808662"/>
              <a:chExt cx="12192000" cy="5240675"/>
            </a:xfrm>
            <a:effectLst>
              <a:outerShdw blurRad="63500" sx="102000" sy="102000" algn="ctr" rotWithShape="0">
                <a:prstClr val="black">
                  <a:alpha val="40000"/>
                </a:prstClr>
              </a:outerShdw>
            </a:effectLst>
          </p:grpSpPr>
          <p:pic>
            <p:nvPicPr>
              <p:cNvPr id="22" name="Picture 21">
                <a:extLst>
                  <a:ext uri="{FF2B5EF4-FFF2-40B4-BE49-F238E27FC236}">
                    <a16:creationId xmlns:a16="http://schemas.microsoft.com/office/drawing/2014/main" id="{840EBE80-86CD-9BF7-FD25-4CAAB83B7406}"/>
                  </a:ext>
                </a:extLst>
              </p:cNvPr>
              <p:cNvPicPr>
                <a:picLocks noChangeAspect="1"/>
              </p:cNvPicPr>
              <p:nvPr/>
            </p:nvPicPr>
            <p:blipFill>
              <a:blip r:embed="rId15">
                <a:extLst>
                  <a:ext uri="{BEBA8EAE-BF5A-486C-A8C5-ECC9F3942E4B}">
                    <a14:imgProps xmlns:a14="http://schemas.microsoft.com/office/drawing/2010/main">
                      <a14:imgLayer r:embed="rId16">
                        <a14:imgEffect>
                          <a14:saturation sat="0"/>
                        </a14:imgEffect>
                      </a14:imgLayer>
                    </a14:imgProps>
                  </a:ext>
                </a:extLst>
              </a:blip>
              <a:stretch>
                <a:fillRect/>
              </a:stretch>
            </p:blipFill>
            <p:spPr>
              <a:xfrm>
                <a:off x="0" y="808662"/>
                <a:ext cx="12192000" cy="5240675"/>
              </a:xfrm>
              <a:prstGeom prst="rect">
                <a:avLst/>
              </a:prstGeom>
            </p:spPr>
          </p:pic>
          <p:pic>
            <p:nvPicPr>
              <p:cNvPr id="23" name="Picture 22">
                <a:extLst>
                  <a:ext uri="{FF2B5EF4-FFF2-40B4-BE49-F238E27FC236}">
                    <a16:creationId xmlns:a16="http://schemas.microsoft.com/office/drawing/2014/main" id="{973F7743-44AA-10B2-6F7E-7DCB6F023635}"/>
                  </a:ext>
                </a:extLst>
              </p:cNvPr>
              <p:cNvPicPr>
                <a:picLocks noChangeAspect="1"/>
              </p:cNvPicPr>
              <p:nvPr/>
            </p:nvPicPr>
            <p:blipFill>
              <a:blip r:embed="rId17">
                <a:extLst>
                  <a:ext uri="{BEBA8EAE-BF5A-486C-A8C5-ECC9F3942E4B}">
                    <a14:imgProps xmlns:a14="http://schemas.microsoft.com/office/drawing/2010/main">
                      <a14:imgLayer r:embed="rId16">
                        <a14:imgEffect>
                          <a14:sharpenSoften amount="-45000"/>
                        </a14:imgEffect>
                        <a14:imgEffect>
                          <a14:saturation sat="0"/>
                        </a14:imgEffect>
                      </a14:imgLayer>
                    </a14:imgProps>
                  </a:ext>
                </a:extLst>
              </a:blip>
              <a:srcRect l="3327" t="14612" r="808" b="1522"/>
              <a:stretch>
                <a:fillRect/>
              </a:stretch>
            </p:blipFill>
            <p:spPr>
              <a:xfrm>
                <a:off x="405636" y="1574418"/>
                <a:ext cx="11687820" cy="4395185"/>
              </a:xfrm>
              <a:prstGeom prst="rect">
                <a:avLst/>
              </a:prstGeom>
            </p:spPr>
          </p:pic>
        </p:grpSp>
        <p:grpSp>
          <p:nvGrpSpPr>
            <p:cNvPr id="36" name="Group 35">
              <a:extLst>
                <a:ext uri="{FF2B5EF4-FFF2-40B4-BE49-F238E27FC236}">
                  <a16:creationId xmlns:a16="http://schemas.microsoft.com/office/drawing/2014/main" id="{ACE04A56-2707-CF60-CA5F-81F6570242FB}"/>
                </a:ext>
              </a:extLst>
            </p:cNvPr>
            <p:cNvGrpSpPr/>
            <p:nvPr/>
          </p:nvGrpSpPr>
          <p:grpSpPr>
            <a:xfrm>
              <a:off x="2766855" y="4167265"/>
              <a:ext cx="2986110" cy="1251357"/>
              <a:chOff x="0" y="874414"/>
              <a:chExt cx="12192000" cy="5109171"/>
            </a:xfrm>
          </p:grpSpPr>
          <p:grpSp>
            <p:nvGrpSpPr>
              <p:cNvPr id="33" name="Group 32">
                <a:extLst>
                  <a:ext uri="{FF2B5EF4-FFF2-40B4-BE49-F238E27FC236}">
                    <a16:creationId xmlns:a16="http://schemas.microsoft.com/office/drawing/2014/main" id="{485E6748-2728-3328-49B5-DC017E7D2C8F}"/>
                  </a:ext>
                </a:extLst>
              </p:cNvPr>
              <p:cNvGrpSpPr/>
              <p:nvPr/>
            </p:nvGrpSpPr>
            <p:grpSpPr>
              <a:xfrm>
                <a:off x="0" y="874414"/>
                <a:ext cx="12192000" cy="5109171"/>
                <a:chOff x="0" y="874414"/>
                <a:chExt cx="12192000" cy="5109171"/>
              </a:xfrm>
              <a:effectLst>
                <a:outerShdw blurRad="63500" sx="102000" sy="102000" algn="ctr" rotWithShape="0">
                  <a:prstClr val="black">
                    <a:alpha val="40000"/>
                  </a:prstClr>
                </a:outerShdw>
              </a:effectLst>
            </p:grpSpPr>
            <p:pic>
              <p:nvPicPr>
                <p:cNvPr id="26" name="Picture 25">
                  <a:extLst>
                    <a:ext uri="{FF2B5EF4-FFF2-40B4-BE49-F238E27FC236}">
                      <a16:creationId xmlns:a16="http://schemas.microsoft.com/office/drawing/2014/main" id="{106A57B8-42F8-32AE-49F7-3BB00C85AB5C}"/>
                    </a:ext>
                  </a:extLst>
                </p:cNvPr>
                <p:cNvPicPr>
                  <a:picLocks noChangeAspect="1"/>
                </p:cNvPicPr>
                <p:nvPr/>
              </p:nvPicPr>
              <p:blipFill>
                <a:blip r:embed="rId18">
                  <a:extLst>
                    <a:ext uri="{BEBA8EAE-BF5A-486C-A8C5-ECC9F3942E4B}">
                      <a14:imgProps xmlns:a14="http://schemas.microsoft.com/office/drawing/2010/main">
                        <a14:imgLayer r:embed="rId19">
                          <a14:imgEffect>
                            <a14:saturation sat="0"/>
                          </a14:imgEffect>
                        </a14:imgLayer>
                      </a14:imgProps>
                    </a:ext>
                  </a:extLst>
                </a:blip>
                <a:stretch>
                  <a:fillRect/>
                </a:stretch>
              </p:blipFill>
              <p:spPr>
                <a:xfrm>
                  <a:off x="0" y="874414"/>
                  <a:ext cx="12192000" cy="5109171"/>
                </a:xfrm>
                <a:prstGeom prst="rect">
                  <a:avLst/>
                </a:prstGeom>
              </p:spPr>
            </p:pic>
            <p:pic>
              <p:nvPicPr>
                <p:cNvPr id="27" name="Picture 26">
                  <a:extLst>
                    <a:ext uri="{FF2B5EF4-FFF2-40B4-BE49-F238E27FC236}">
                      <a16:creationId xmlns:a16="http://schemas.microsoft.com/office/drawing/2014/main" id="{9BCE0CC3-E446-9134-0EE6-B9381885087E}"/>
                    </a:ext>
                  </a:extLst>
                </p:cNvPr>
                <p:cNvPicPr>
                  <a:picLocks noChangeAspect="1"/>
                </p:cNvPicPr>
                <p:nvPr/>
              </p:nvPicPr>
              <p:blipFill>
                <a:blip r:embed="rId20">
                  <a:extLst>
                    <a:ext uri="{BEBA8EAE-BF5A-486C-A8C5-ECC9F3942E4B}">
                      <a14:imgProps xmlns:a14="http://schemas.microsoft.com/office/drawing/2010/main">
                        <a14:imgLayer r:embed="rId19">
                          <a14:imgEffect>
                            <a14:sharpenSoften amount="-40000"/>
                          </a14:imgEffect>
                          <a14:imgEffect>
                            <a14:saturation sat="0"/>
                          </a14:imgEffect>
                        </a14:imgLayer>
                      </a14:imgProps>
                    </a:ext>
                  </a:extLst>
                </a:blip>
                <a:srcRect l="732" t="60199" r="73240" b="3137"/>
                <a:stretch>
                  <a:fillRect/>
                </a:stretch>
              </p:blipFill>
              <p:spPr>
                <a:xfrm>
                  <a:off x="89377" y="3950077"/>
                  <a:ext cx="3173220" cy="1873208"/>
                </a:xfrm>
                <a:prstGeom prst="rect">
                  <a:avLst/>
                </a:prstGeom>
              </p:spPr>
            </p:pic>
            <p:pic>
              <p:nvPicPr>
                <p:cNvPr id="32" name="Picture 31">
                  <a:extLst>
                    <a:ext uri="{FF2B5EF4-FFF2-40B4-BE49-F238E27FC236}">
                      <a16:creationId xmlns:a16="http://schemas.microsoft.com/office/drawing/2014/main" id="{3E266934-1335-8B00-733F-5E573C809FE1}"/>
                    </a:ext>
                  </a:extLst>
                </p:cNvPr>
                <p:cNvPicPr>
                  <a:picLocks noChangeAspect="1"/>
                </p:cNvPicPr>
                <p:nvPr/>
              </p:nvPicPr>
              <p:blipFill>
                <a:blip r:embed="rId20">
                  <a:extLst>
                    <a:ext uri="{BEBA8EAE-BF5A-486C-A8C5-ECC9F3942E4B}">
                      <a14:imgProps xmlns:a14="http://schemas.microsoft.com/office/drawing/2010/main">
                        <a14:imgLayer r:embed="rId19">
                          <a14:imgEffect>
                            <a14:sharpenSoften amount="-40000"/>
                          </a14:imgEffect>
                          <a14:imgEffect>
                            <a14:saturation sat="0"/>
                          </a14:imgEffect>
                        </a14:imgLayer>
                      </a14:imgProps>
                    </a:ext>
                  </a:extLst>
                </a:blip>
                <a:srcRect t="9673" r="73240" b="51737"/>
                <a:stretch>
                  <a:fillRect/>
                </a:stretch>
              </p:blipFill>
              <p:spPr>
                <a:xfrm>
                  <a:off x="0" y="1368606"/>
                  <a:ext cx="3262596" cy="1971619"/>
                </a:xfrm>
                <a:prstGeom prst="rect">
                  <a:avLst/>
                </a:prstGeom>
              </p:spPr>
            </p:pic>
          </p:grpSp>
          <p:pic>
            <p:nvPicPr>
              <p:cNvPr id="34" name="Picture 33">
                <a:extLst>
                  <a:ext uri="{FF2B5EF4-FFF2-40B4-BE49-F238E27FC236}">
                    <a16:creationId xmlns:a16="http://schemas.microsoft.com/office/drawing/2014/main" id="{A952C8CF-FA7D-1789-2951-503C18D37320}"/>
                  </a:ext>
                </a:extLst>
              </p:cNvPr>
              <p:cNvPicPr>
                <a:picLocks noChangeAspect="1"/>
              </p:cNvPicPr>
              <p:nvPr/>
            </p:nvPicPr>
            <p:blipFill>
              <a:blip r:embed="rId20">
                <a:extLst>
                  <a:ext uri="{BEBA8EAE-BF5A-486C-A8C5-ECC9F3942E4B}">
                    <a14:imgProps xmlns:a14="http://schemas.microsoft.com/office/drawing/2010/main">
                      <a14:imgLayer r:embed="rId19">
                        <a14:imgEffect>
                          <a14:sharpenSoften amount="-40000"/>
                        </a14:imgEffect>
                        <a14:imgEffect>
                          <a14:saturation sat="0"/>
                        </a14:imgEffect>
                      </a14:imgLayer>
                    </a14:imgProps>
                  </a:ext>
                </a:extLst>
              </a:blip>
              <a:srcRect l="30250" t="10875" r="35992" b="58009"/>
              <a:stretch>
                <a:fillRect/>
              </a:stretch>
            </p:blipFill>
            <p:spPr>
              <a:xfrm>
                <a:off x="3688137" y="1430039"/>
                <a:ext cx="4115702" cy="1589765"/>
              </a:xfrm>
              <a:prstGeom prst="rect">
                <a:avLst/>
              </a:prstGeom>
            </p:spPr>
          </p:pic>
          <p:pic>
            <p:nvPicPr>
              <p:cNvPr id="35" name="Picture 34">
                <a:extLst>
                  <a:ext uri="{FF2B5EF4-FFF2-40B4-BE49-F238E27FC236}">
                    <a16:creationId xmlns:a16="http://schemas.microsoft.com/office/drawing/2014/main" id="{A6D4A550-E220-0096-2502-7E8A9A297FA0}"/>
                  </a:ext>
                </a:extLst>
              </p:cNvPr>
              <p:cNvPicPr>
                <a:picLocks noChangeAspect="1"/>
              </p:cNvPicPr>
              <p:nvPr/>
            </p:nvPicPr>
            <p:blipFill>
              <a:blip r:embed="rId20">
                <a:extLst>
                  <a:ext uri="{BEBA8EAE-BF5A-486C-A8C5-ECC9F3942E4B}">
                    <a14:imgProps xmlns:a14="http://schemas.microsoft.com/office/drawing/2010/main">
                      <a14:imgLayer r:embed="rId19">
                        <a14:imgEffect>
                          <a14:sharpenSoften amount="-40000"/>
                        </a14:imgEffect>
                        <a14:imgEffect>
                          <a14:saturation sat="0"/>
                        </a14:imgEffect>
                      </a14:imgLayer>
                    </a14:imgProps>
                  </a:ext>
                </a:extLst>
              </a:blip>
              <a:srcRect l="65132" t="9672" r="818" b="46463"/>
              <a:stretch>
                <a:fillRect/>
              </a:stretch>
            </p:blipFill>
            <p:spPr>
              <a:xfrm>
                <a:off x="7940842" y="1368606"/>
                <a:ext cx="4151404" cy="2241103"/>
              </a:xfrm>
              <a:prstGeom prst="rect">
                <a:avLst/>
              </a:prstGeom>
            </p:spPr>
          </p:pic>
        </p:grpSp>
      </p:grpSp>
      <p:grpSp>
        <p:nvGrpSpPr>
          <p:cNvPr id="49" name="Group 48">
            <a:extLst>
              <a:ext uri="{FF2B5EF4-FFF2-40B4-BE49-F238E27FC236}">
                <a16:creationId xmlns:a16="http://schemas.microsoft.com/office/drawing/2014/main" id="{755D39A6-0C9F-DB0C-5B41-9E1DCD697EB6}"/>
              </a:ext>
            </a:extLst>
          </p:cNvPr>
          <p:cNvGrpSpPr/>
          <p:nvPr/>
        </p:nvGrpSpPr>
        <p:grpSpPr>
          <a:xfrm>
            <a:off x="6656724" y="2712027"/>
            <a:ext cx="4892969" cy="2447254"/>
            <a:chOff x="6656724" y="2712027"/>
            <a:chExt cx="4892969" cy="2447254"/>
          </a:xfrm>
        </p:grpSpPr>
        <p:grpSp>
          <p:nvGrpSpPr>
            <p:cNvPr id="41" name="Group 40">
              <a:extLst>
                <a:ext uri="{FF2B5EF4-FFF2-40B4-BE49-F238E27FC236}">
                  <a16:creationId xmlns:a16="http://schemas.microsoft.com/office/drawing/2014/main" id="{F72F65C4-697B-54B3-D6DD-3EAF0C4385C4}"/>
                </a:ext>
              </a:extLst>
            </p:cNvPr>
            <p:cNvGrpSpPr/>
            <p:nvPr/>
          </p:nvGrpSpPr>
          <p:grpSpPr>
            <a:xfrm>
              <a:off x="6656724" y="2712027"/>
              <a:ext cx="4892969" cy="1013936"/>
              <a:chOff x="-1" y="2165768"/>
              <a:chExt cx="12192001" cy="2526463"/>
            </a:xfrm>
            <a:effectLst>
              <a:outerShdw blurRad="63500" sx="102000" sy="102000" algn="ctr" rotWithShape="0">
                <a:prstClr val="black">
                  <a:alpha val="40000"/>
                </a:prstClr>
              </a:outerShdw>
            </a:effectLst>
          </p:grpSpPr>
          <p:pic>
            <p:nvPicPr>
              <p:cNvPr id="39" name="Picture 38">
                <a:extLst>
                  <a:ext uri="{FF2B5EF4-FFF2-40B4-BE49-F238E27FC236}">
                    <a16:creationId xmlns:a16="http://schemas.microsoft.com/office/drawing/2014/main" id="{19CC03CE-40A3-2173-80C6-BF6DA4249BD4}"/>
                  </a:ext>
                </a:extLst>
              </p:cNvPr>
              <p:cNvPicPr>
                <a:picLocks noChangeAspect="1"/>
              </p:cNvPicPr>
              <p:nvPr/>
            </p:nvPicPr>
            <p:blipFill>
              <a:blip r:embed="rId21">
                <a:extLst>
                  <a:ext uri="{BEBA8EAE-BF5A-486C-A8C5-ECC9F3942E4B}">
                    <a14:imgProps xmlns:a14="http://schemas.microsoft.com/office/drawing/2010/main">
                      <a14:imgLayer r:embed="rId22">
                        <a14:imgEffect>
                          <a14:saturation sat="0"/>
                        </a14:imgEffect>
                      </a14:imgLayer>
                    </a14:imgProps>
                  </a:ext>
                </a:extLst>
              </a:blip>
              <a:stretch>
                <a:fillRect/>
              </a:stretch>
            </p:blipFill>
            <p:spPr>
              <a:xfrm>
                <a:off x="0" y="2165768"/>
                <a:ext cx="12192000" cy="2526463"/>
              </a:xfrm>
              <a:prstGeom prst="rect">
                <a:avLst/>
              </a:prstGeom>
            </p:spPr>
          </p:pic>
          <p:pic>
            <p:nvPicPr>
              <p:cNvPr id="40" name="Picture 39">
                <a:extLst>
                  <a:ext uri="{FF2B5EF4-FFF2-40B4-BE49-F238E27FC236}">
                    <a16:creationId xmlns:a16="http://schemas.microsoft.com/office/drawing/2014/main" id="{B78E4B53-C83C-34FE-D1BE-4FB718BF582C}"/>
                  </a:ext>
                </a:extLst>
              </p:cNvPr>
              <p:cNvPicPr>
                <a:picLocks noChangeAspect="1"/>
              </p:cNvPicPr>
              <p:nvPr/>
            </p:nvPicPr>
            <p:blipFill>
              <a:blip r:embed="rId23">
                <a:extLst>
                  <a:ext uri="{BEBA8EAE-BF5A-486C-A8C5-ECC9F3942E4B}">
                    <a14:imgProps xmlns:a14="http://schemas.microsoft.com/office/drawing/2010/main">
                      <a14:imgLayer r:embed="rId22">
                        <a14:imgEffect>
                          <a14:sharpenSoften amount="-40000"/>
                        </a14:imgEffect>
                        <a14:imgEffect>
                          <a14:saturation sat="0"/>
                        </a14:imgEffect>
                      </a14:imgLayer>
                    </a14:imgProps>
                  </a:ext>
                </a:extLst>
              </a:blip>
              <a:srcRect t="5801" r="32838"/>
              <a:stretch>
                <a:fillRect/>
              </a:stretch>
            </p:blipFill>
            <p:spPr>
              <a:xfrm>
                <a:off x="-1" y="2312317"/>
                <a:ext cx="8188349" cy="2379914"/>
              </a:xfrm>
              <a:prstGeom prst="rect">
                <a:avLst/>
              </a:prstGeom>
            </p:spPr>
          </p:pic>
        </p:grpSp>
        <p:grpSp>
          <p:nvGrpSpPr>
            <p:cNvPr id="46" name="Group 45">
              <a:extLst>
                <a:ext uri="{FF2B5EF4-FFF2-40B4-BE49-F238E27FC236}">
                  <a16:creationId xmlns:a16="http://schemas.microsoft.com/office/drawing/2014/main" id="{C1C7CD2F-A6B5-2AD5-21EA-18DCF3D3C744}"/>
                </a:ext>
              </a:extLst>
            </p:cNvPr>
            <p:cNvGrpSpPr/>
            <p:nvPr/>
          </p:nvGrpSpPr>
          <p:grpSpPr>
            <a:xfrm>
              <a:off x="8609730" y="3128502"/>
              <a:ext cx="2747513" cy="1558849"/>
              <a:chOff x="4012634" y="-896167"/>
              <a:chExt cx="12087451" cy="6858000"/>
            </a:xfrm>
            <a:effectLst>
              <a:outerShdw blurRad="63500" sx="102000" sy="102000" algn="ctr" rotWithShape="0">
                <a:prstClr val="black">
                  <a:alpha val="40000"/>
                </a:prstClr>
              </a:outerShdw>
            </a:effectLst>
          </p:grpSpPr>
          <p:pic>
            <p:nvPicPr>
              <p:cNvPr id="45" name="Picture 44">
                <a:extLst>
                  <a:ext uri="{FF2B5EF4-FFF2-40B4-BE49-F238E27FC236}">
                    <a16:creationId xmlns:a16="http://schemas.microsoft.com/office/drawing/2014/main" id="{295D69FF-9BD6-C71B-C38B-F089AF02AB84}"/>
                  </a:ext>
                </a:extLst>
              </p:cNvPr>
              <p:cNvPicPr>
                <a:picLocks noChangeAspect="1"/>
              </p:cNvPicPr>
              <p:nvPr/>
            </p:nvPicPr>
            <p:blipFill>
              <a:blip r:embed="rId24">
                <a:extLst>
                  <a:ext uri="{BEBA8EAE-BF5A-486C-A8C5-ECC9F3942E4B}">
                    <a14:imgProps xmlns:a14="http://schemas.microsoft.com/office/drawing/2010/main">
                      <a14:imgLayer r:embed="rId25">
                        <a14:imgEffect>
                          <a14:saturation sat="0"/>
                        </a14:imgEffect>
                        <a14:imgEffect>
                          <a14:brightnessContrast bright="100000"/>
                        </a14:imgEffect>
                      </a14:imgLayer>
                    </a14:imgProps>
                  </a:ext>
                </a:extLst>
              </a:blip>
              <a:srcRect l="74818" t="6454" r="15797" b="87856"/>
              <a:stretch>
                <a:fillRect/>
              </a:stretch>
            </p:blipFill>
            <p:spPr>
              <a:xfrm>
                <a:off x="9095873" y="442618"/>
                <a:ext cx="1134407" cy="390218"/>
              </a:xfrm>
              <a:prstGeom prst="rect">
                <a:avLst/>
              </a:prstGeom>
            </p:spPr>
          </p:pic>
          <p:pic>
            <p:nvPicPr>
              <p:cNvPr id="43" name="Picture 42">
                <a:extLst>
                  <a:ext uri="{FF2B5EF4-FFF2-40B4-BE49-F238E27FC236}">
                    <a16:creationId xmlns:a16="http://schemas.microsoft.com/office/drawing/2014/main" id="{42F9901C-A706-56A3-D35E-912F96D7BC96}"/>
                  </a:ext>
                </a:extLst>
              </p:cNvPr>
              <p:cNvPicPr>
                <a:picLocks noChangeAspect="1"/>
              </p:cNvPicPr>
              <p:nvPr/>
            </p:nvPicPr>
            <p:blipFill>
              <a:blip r:embed="rId26">
                <a:extLst>
                  <a:ext uri="{BEBA8EAE-BF5A-486C-A8C5-ECC9F3942E4B}">
                    <a14:imgProps xmlns:a14="http://schemas.microsoft.com/office/drawing/2010/main">
                      <a14:imgLayer r:embed="rId25">
                        <a14:imgEffect>
                          <a14:saturation sat="0"/>
                        </a14:imgEffect>
                      </a14:imgLayer>
                    </a14:imgProps>
                  </a:ext>
                </a:extLst>
              </a:blip>
              <a:stretch>
                <a:fillRect/>
              </a:stretch>
            </p:blipFill>
            <p:spPr>
              <a:xfrm>
                <a:off x="4012634" y="-896167"/>
                <a:ext cx="12087451" cy="6858000"/>
              </a:xfrm>
              <a:prstGeom prst="rect">
                <a:avLst/>
              </a:prstGeom>
            </p:spPr>
          </p:pic>
        </p:grpSp>
        <p:grpSp>
          <p:nvGrpSpPr>
            <p:cNvPr id="10" name="Group 9">
              <a:extLst>
                <a:ext uri="{FF2B5EF4-FFF2-40B4-BE49-F238E27FC236}">
                  <a16:creationId xmlns:a16="http://schemas.microsoft.com/office/drawing/2014/main" id="{A3A9D71C-6223-7EFC-9B09-5E4E09F18CBB}"/>
                </a:ext>
              </a:extLst>
            </p:cNvPr>
            <p:cNvGrpSpPr/>
            <p:nvPr/>
          </p:nvGrpSpPr>
          <p:grpSpPr>
            <a:xfrm>
              <a:off x="6821218" y="3907924"/>
              <a:ext cx="3244823" cy="1251357"/>
              <a:chOff x="-365760" y="3082154"/>
              <a:chExt cx="12192000" cy="4701811"/>
            </a:xfrm>
            <a:effectLst>
              <a:outerShdw blurRad="63500" sx="102000" sy="102000" algn="ctr" rotWithShape="0">
                <a:prstClr val="black">
                  <a:alpha val="40000"/>
                </a:prstClr>
              </a:outerShdw>
            </a:effectLst>
          </p:grpSpPr>
          <p:pic>
            <p:nvPicPr>
              <p:cNvPr id="8" name="Picture 7">
                <a:extLst>
                  <a:ext uri="{FF2B5EF4-FFF2-40B4-BE49-F238E27FC236}">
                    <a16:creationId xmlns:a16="http://schemas.microsoft.com/office/drawing/2014/main" id="{833ED3E8-0EE3-A391-4549-D82904BF0A65}"/>
                  </a:ext>
                </a:extLst>
              </p:cNvPr>
              <p:cNvPicPr>
                <a:picLocks noChangeAspect="1"/>
              </p:cNvPicPr>
              <p:nvPr/>
            </p:nvPicPr>
            <p:blipFill>
              <a:blip r:embed="rId27">
                <a:extLst>
                  <a:ext uri="{BEBA8EAE-BF5A-486C-A8C5-ECC9F3942E4B}">
                    <a14:imgProps xmlns:a14="http://schemas.microsoft.com/office/drawing/2010/main">
                      <a14:imgLayer r:embed="rId28">
                        <a14:imgEffect>
                          <a14:saturation sat="0"/>
                        </a14:imgEffect>
                      </a14:imgLayer>
                    </a14:imgProps>
                  </a:ext>
                </a:extLst>
              </a:blip>
              <a:stretch>
                <a:fillRect/>
              </a:stretch>
            </p:blipFill>
            <p:spPr>
              <a:xfrm>
                <a:off x="-365760" y="3082154"/>
                <a:ext cx="12192000" cy="4701811"/>
              </a:xfrm>
              <a:prstGeom prst="rect">
                <a:avLst/>
              </a:prstGeom>
            </p:spPr>
          </p:pic>
          <p:pic>
            <p:nvPicPr>
              <p:cNvPr id="9" name="Picture 8">
                <a:extLst>
                  <a:ext uri="{FF2B5EF4-FFF2-40B4-BE49-F238E27FC236}">
                    <a16:creationId xmlns:a16="http://schemas.microsoft.com/office/drawing/2014/main" id="{DC9A3567-FF85-DB27-D82A-FA2F73198B62}"/>
                  </a:ext>
                </a:extLst>
              </p:cNvPr>
              <p:cNvPicPr>
                <a:picLocks noChangeAspect="1"/>
              </p:cNvPicPr>
              <p:nvPr/>
            </p:nvPicPr>
            <p:blipFill>
              <a:blip r:embed="rId29">
                <a:extLst>
                  <a:ext uri="{BEBA8EAE-BF5A-486C-A8C5-ECC9F3942E4B}">
                    <a14:imgProps xmlns:a14="http://schemas.microsoft.com/office/drawing/2010/main">
                      <a14:imgLayer r:embed="rId28">
                        <a14:imgEffect>
                          <a14:sharpenSoften amount="-40000"/>
                        </a14:imgEffect>
                        <a14:imgEffect>
                          <a14:saturation sat="0"/>
                        </a14:imgEffect>
                      </a14:imgLayer>
                    </a14:imgProps>
                  </a:ext>
                </a:extLst>
              </a:blip>
              <a:srcRect l="13500" t="14993" r="2501" b="6243"/>
              <a:stretch>
                <a:fillRect/>
              </a:stretch>
            </p:blipFill>
            <p:spPr>
              <a:xfrm>
                <a:off x="1280160" y="3787141"/>
                <a:ext cx="10241280" cy="3703320"/>
              </a:xfrm>
              <a:prstGeom prst="rect">
                <a:avLst/>
              </a:prstGeom>
            </p:spPr>
          </p:pic>
        </p:grpSp>
      </p:grpSp>
    </p:spTree>
    <p:extLst>
      <p:ext uri="{BB962C8B-B14F-4D97-AF65-F5344CB8AC3E}">
        <p14:creationId xmlns:p14="http://schemas.microsoft.com/office/powerpoint/2010/main" val="218097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4D60C-0601-1D21-2EC1-6AD0B14BB4E1}"/>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BDD5BB5-B344-1FAF-8BE6-852FD847F2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ABDD5BB5-B344-1FAF-8BE6-852FD847F2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020951BA-A8C3-6ADA-590B-483C5B9BE55D}"/>
              </a:ext>
            </a:extLst>
          </p:cNvPr>
          <p:cNvSpPr>
            <a:spLocks noGrp="1"/>
          </p:cNvSpPr>
          <p:nvPr>
            <p:ph type="body" sz="quarter" idx="10"/>
          </p:nvPr>
        </p:nvSpPr>
        <p:spPr>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latin typeface="Aptos" panose="020B0004020202020204" pitchFamily="34" charset="0"/>
              </a:rPr>
              <a:t>A Phased Execution Methodology</a:t>
            </a:r>
          </a:p>
        </p:txBody>
      </p:sp>
      <p:sp>
        <p:nvSpPr>
          <p:cNvPr id="3" name="Title 12">
            <a:extLst>
              <a:ext uri="{FF2B5EF4-FFF2-40B4-BE49-F238E27FC236}">
                <a16:creationId xmlns:a16="http://schemas.microsoft.com/office/drawing/2014/main" id="{50A6135E-B487-938C-1201-1747EE9ABE9B}"/>
              </a:ext>
            </a:extLst>
          </p:cNvPr>
          <p:cNvSpPr>
            <a:spLocks noGrp="1"/>
          </p:cNvSpPr>
          <p:nvPr>
            <p:ph type="title"/>
          </p:nvPr>
        </p:nvSpPr>
        <p:spPr>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latin typeface="Aptos" panose="020B0004020202020204" pitchFamily="34" charset="0"/>
              </a:rPr>
              <a:t>Phase 1 - Systems Scope &amp; Risk Clustering</a:t>
            </a:r>
          </a:p>
        </p:txBody>
      </p:sp>
      <p:grpSp>
        <p:nvGrpSpPr>
          <p:cNvPr id="85" name="Group 84">
            <a:extLst>
              <a:ext uri="{FF2B5EF4-FFF2-40B4-BE49-F238E27FC236}">
                <a16:creationId xmlns:a16="http://schemas.microsoft.com/office/drawing/2014/main" id="{D8DEACF4-42EA-4A4A-3045-CEB99B3B923F}"/>
              </a:ext>
            </a:extLst>
          </p:cNvPr>
          <p:cNvGrpSpPr/>
          <p:nvPr/>
        </p:nvGrpSpPr>
        <p:grpSpPr>
          <a:xfrm>
            <a:off x="8664871" y="358023"/>
            <a:ext cx="3216394" cy="335309"/>
            <a:chOff x="8664871" y="358023"/>
            <a:chExt cx="3216394" cy="335309"/>
          </a:xfrm>
        </p:grpSpPr>
        <p:pic>
          <p:nvPicPr>
            <p:cNvPr id="56" name="Picture 55">
              <a:extLst>
                <a:ext uri="{FF2B5EF4-FFF2-40B4-BE49-F238E27FC236}">
                  <a16:creationId xmlns:a16="http://schemas.microsoft.com/office/drawing/2014/main" id="{7D7C3E6D-9317-6F32-3802-917A09473E94}"/>
                </a:ext>
              </a:extLst>
            </p:cNvPr>
            <p:cNvPicPr>
              <a:picLocks noChangeAspect="1"/>
            </p:cNvPicPr>
            <p:nvPr/>
          </p:nvPicPr>
          <p:blipFill>
            <a:blip r:embed="rId5"/>
            <a:stretch>
              <a:fillRect/>
            </a:stretch>
          </p:blipFill>
          <p:spPr>
            <a:xfrm>
              <a:off x="8664871" y="358023"/>
              <a:ext cx="993734" cy="335309"/>
            </a:xfrm>
            <a:prstGeom prst="rect">
              <a:avLst/>
            </a:prstGeom>
          </p:spPr>
        </p:pic>
        <p:pic>
          <p:nvPicPr>
            <p:cNvPr id="59" name="Picture 58">
              <a:extLst>
                <a:ext uri="{FF2B5EF4-FFF2-40B4-BE49-F238E27FC236}">
                  <a16:creationId xmlns:a16="http://schemas.microsoft.com/office/drawing/2014/main" id="{880D5637-B1E1-D3C2-1675-E9EA95D9C5AA}"/>
                </a:ext>
              </a:extLst>
            </p:cNvPr>
            <p:cNvPicPr>
              <a:picLocks noChangeAspect="1"/>
            </p:cNvPicPr>
            <p:nvPr/>
          </p:nvPicPr>
          <p:blipFill>
            <a:blip r:embed="rId6">
              <a:alphaModFix amt="30000"/>
            </a:blip>
            <a:stretch>
              <a:fillRect/>
            </a:stretch>
          </p:blipFill>
          <p:spPr>
            <a:xfrm>
              <a:off x="10887531" y="358023"/>
              <a:ext cx="993734" cy="335309"/>
            </a:xfrm>
            <a:prstGeom prst="rect">
              <a:avLst/>
            </a:prstGeom>
          </p:spPr>
        </p:pic>
        <p:pic>
          <p:nvPicPr>
            <p:cNvPr id="58" name="Picture 57">
              <a:extLst>
                <a:ext uri="{FF2B5EF4-FFF2-40B4-BE49-F238E27FC236}">
                  <a16:creationId xmlns:a16="http://schemas.microsoft.com/office/drawing/2014/main" id="{D6E1BE59-FC44-6097-37E9-AC9C20D25DC9}"/>
                </a:ext>
              </a:extLst>
            </p:cNvPr>
            <p:cNvPicPr>
              <a:picLocks noChangeAspect="1"/>
            </p:cNvPicPr>
            <p:nvPr/>
          </p:nvPicPr>
          <p:blipFill>
            <a:blip r:embed="rId7">
              <a:alphaModFix amt="30000"/>
            </a:blip>
            <a:stretch>
              <a:fillRect/>
            </a:stretch>
          </p:blipFill>
          <p:spPr>
            <a:xfrm>
              <a:off x="9776201" y="358023"/>
              <a:ext cx="987638" cy="335309"/>
            </a:xfrm>
            <a:prstGeom prst="rect">
              <a:avLst/>
            </a:prstGeom>
          </p:spPr>
        </p:pic>
      </p:grpSp>
      <p:sp>
        <p:nvSpPr>
          <p:cNvPr id="64" name="CuadroTexto 92">
            <a:extLst>
              <a:ext uri="{FF2B5EF4-FFF2-40B4-BE49-F238E27FC236}">
                <a16:creationId xmlns:a16="http://schemas.microsoft.com/office/drawing/2014/main" id="{EC5C3E6F-0309-6A1A-6302-7DF61C6FAA87}"/>
              </a:ext>
            </a:extLst>
          </p:cNvPr>
          <p:cNvSpPr txBox="1"/>
          <p:nvPr/>
        </p:nvSpPr>
        <p:spPr>
          <a:xfrm>
            <a:off x="3442244" y="1320701"/>
            <a:ext cx="5307512" cy="400110"/>
          </a:xfrm>
          <a:prstGeom prst="rect">
            <a:avLst/>
          </a:prstGeom>
          <a:noFill/>
        </p:spPr>
        <p:txBody>
          <a:bodyPr wrap="square" l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panose="020B0004020202020204" pitchFamily="34" charset="0"/>
              </a:rPr>
              <a:t>DELIVERABLES - ILLUSTRATIVE EXAMPLES</a:t>
            </a:r>
            <a:endParaRPr kumimoji="0" lang="en-US" sz="1600" b="0" i="0" u="none" strike="noStrike" kern="1200" cap="none" spc="0" normalizeH="0" baseline="0" noProof="0">
              <a:ln>
                <a:noFill/>
              </a:ln>
              <a:solidFill>
                <a:prstClr val="white"/>
              </a:solidFill>
              <a:effectLst/>
              <a:uLnTx/>
              <a:uFillTx/>
              <a:latin typeface="Aptos" panose="020B0004020202020204" pitchFamily="34" charset="0"/>
            </a:endParaRPr>
          </a:p>
        </p:txBody>
      </p:sp>
      <p:pic>
        <p:nvPicPr>
          <p:cNvPr id="28" name="Imagen 33">
            <a:extLst>
              <a:ext uri="{FF2B5EF4-FFF2-40B4-BE49-F238E27FC236}">
                <a16:creationId xmlns:a16="http://schemas.microsoft.com/office/drawing/2014/main" id="{E63FE273-778A-A9DC-F536-87B1D7A4D9DB}"/>
              </a:ext>
            </a:extLst>
          </p:cNvPr>
          <p:cNvPicPr>
            <a:picLocks noChangeAspect="1"/>
          </p:cNvPicPr>
          <p:nvPr/>
        </p:nvPicPr>
        <p:blipFill>
          <a:blip r:embed="rId8"/>
          <a:stretch>
            <a:fillRect/>
          </a:stretch>
        </p:blipFill>
        <p:spPr>
          <a:xfrm>
            <a:off x="2872024" y="1244126"/>
            <a:ext cx="570220" cy="570220"/>
          </a:xfrm>
          <a:prstGeom prst="rect">
            <a:avLst/>
          </a:prstGeom>
        </p:spPr>
      </p:pic>
      <p:sp>
        <p:nvSpPr>
          <p:cNvPr id="30" name="CuadroTexto 24">
            <a:extLst>
              <a:ext uri="{FF2B5EF4-FFF2-40B4-BE49-F238E27FC236}">
                <a16:creationId xmlns:a16="http://schemas.microsoft.com/office/drawing/2014/main" id="{228D5F25-68D9-B32D-521F-2FC385128135}"/>
              </a:ext>
            </a:extLst>
          </p:cNvPr>
          <p:cNvSpPr txBox="1"/>
          <p:nvPr/>
        </p:nvSpPr>
        <p:spPr>
          <a:xfrm>
            <a:off x="7245398" y="5323272"/>
            <a:ext cx="3672001" cy="830997"/>
          </a:xfrm>
          <a:prstGeom prst="rect">
            <a:avLst/>
          </a:prstGeom>
          <a:noFill/>
        </p:spPr>
        <p:txBody>
          <a:bodyPr wrap="square">
            <a:spAutoFit/>
          </a:bodyPr>
          <a:lstStyle>
            <a:defPPr>
              <a:defRPr lang="en-US"/>
            </a:defPPr>
            <a:lvl1pPr algn="ctr">
              <a:defRPr sz="1200" i="1">
                <a:solidFill>
                  <a:schemeClr val="bg1"/>
                </a:solidFill>
                <a:latin typeface="Montserrat" panose="0000050000000000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70F26"/>
                </a:solidFill>
                <a:effectLst/>
                <a:uLnTx/>
                <a:uFillTx/>
                <a:latin typeface="Aptos" panose="020B0004020202020204" pitchFamily="34" charset="0"/>
              </a:rPr>
              <a:t>Adapted assessment framework, including domains, dimensions, criteria and structured questions for evaluation, scoring logic and evidence requirements for IAG to support consistent information gathering.</a:t>
            </a:r>
          </a:p>
        </p:txBody>
      </p:sp>
      <p:sp>
        <p:nvSpPr>
          <p:cNvPr id="31" name="CuadroTexto 25">
            <a:extLst>
              <a:ext uri="{FF2B5EF4-FFF2-40B4-BE49-F238E27FC236}">
                <a16:creationId xmlns:a16="http://schemas.microsoft.com/office/drawing/2014/main" id="{82212690-8D1D-CB64-F7E2-8E95B17B51BC}"/>
              </a:ext>
            </a:extLst>
          </p:cNvPr>
          <p:cNvSpPr txBox="1"/>
          <p:nvPr/>
        </p:nvSpPr>
        <p:spPr>
          <a:xfrm>
            <a:off x="6992777" y="2123801"/>
            <a:ext cx="4177242"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5B96"/>
                </a:solidFill>
                <a:effectLst/>
                <a:uLnTx/>
                <a:uFillTx/>
                <a:latin typeface="Aptos" panose="020B0004020202020204" pitchFamily="34" charset="0"/>
              </a:rPr>
              <a:t>D1.4. Tailored IT Sovereignty Assessment Model</a:t>
            </a:r>
          </a:p>
        </p:txBody>
      </p:sp>
      <p:sp>
        <p:nvSpPr>
          <p:cNvPr id="16" name="CuadroTexto 25">
            <a:extLst>
              <a:ext uri="{FF2B5EF4-FFF2-40B4-BE49-F238E27FC236}">
                <a16:creationId xmlns:a16="http://schemas.microsoft.com/office/drawing/2014/main" id="{2309ED34-CF39-4D00-EB09-7267E207B95A}"/>
              </a:ext>
            </a:extLst>
          </p:cNvPr>
          <p:cNvSpPr txBox="1"/>
          <p:nvPr/>
        </p:nvSpPr>
        <p:spPr>
          <a:xfrm>
            <a:off x="1264180" y="2123801"/>
            <a:ext cx="36720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5B96"/>
                </a:solidFill>
                <a:effectLst/>
                <a:uLnTx/>
                <a:uFillTx/>
                <a:latin typeface="Aptos" panose="020B0004020202020204" pitchFamily="34" charset="0"/>
              </a:rPr>
              <a:t>D1.3. Prioritized Assessment Inventory</a:t>
            </a:r>
          </a:p>
        </p:txBody>
      </p:sp>
      <p:sp>
        <p:nvSpPr>
          <p:cNvPr id="29" name="CuadroTexto 24">
            <a:extLst>
              <a:ext uri="{FF2B5EF4-FFF2-40B4-BE49-F238E27FC236}">
                <a16:creationId xmlns:a16="http://schemas.microsoft.com/office/drawing/2014/main" id="{3B39DA89-59E5-2408-B7A8-344BCE0483F1}"/>
              </a:ext>
            </a:extLst>
          </p:cNvPr>
          <p:cNvSpPr txBox="1"/>
          <p:nvPr/>
        </p:nvSpPr>
        <p:spPr>
          <a:xfrm>
            <a:off x="1264180" y="5323272"/>
            <a:ext cx="3672001" cy="830997"/>
          </a:xfrm>
          <a:prstGeom prst="rect">
            <a:avLst/>
          </a:prstGeom>
          <a:noFill/>
        </p:spPr>
        <p:txBody>
          <a:bodyPr wrap="square">
            <a:spAutoFit/>
          </a:bodyPr>
          <a:lstStyle>
            <a:defPPr>
              <a:defRPr lang="en-US"/>
            </a:defPPr>
            <a:lvl1pPr algn="ctr">
              <a:defRPr sz="1200" i="1">
                <a:solidFill>
                  <a:schemeClr val="bg1"/>
                </a:solidFill>
                <a:latin typeface="Montserrat" panose="0000050000000000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70F26"/>
                </a:solidFill>
                <a:effectLst/>
                <a:uLnTx/>
                <a:uFillTx/>
                <a:latin typeface="Aptos" panose="020B0004020202020204" pitchFamily="34" charset="0"/>
              </a:rPr>
              <a:t>Consolidated inventory of systems, suppliers, platforms and data domains selected for assessment, including clustering risk classification, prioritization criteria and rationale.</a:t>
            </a:r>
          </a:p>
        </p:txBody>
      </p:sp>
      <p:grpSp>
        <p:nvGrpSpPr>
          <p:cNvPr id="15" name="Group 14">
            <a:extLst>
              <a:ext uri="{FF2B5EF4-FFF2-40B4-BE49-F238E27FC236}">
                <a16:creationId xmlns:a16="http://schemas.microsoft.com/office/drawing/2014/main" id="{BF0B21DA-24C8-F811-A3C4-0E0D2D6026EB}"/>
              </a:ext>
            </a:extLst>
          </p:cNvPr>
          <p:cNvGrpSpPr/>
          <p:nvPr/>
        </p:nvGrpSpPr>
        <p:grpSpPr>
          <a:xfrm>
            <a:off x="497323" y="2611149"/>
            <a:ext cx="5205715" cy="2526041"/>
            <a:chOff x="497323" y="2741033"/>
            <a:chExt cx="5205715" cy="2526041"/>
          </a:xfrm>
        </p:grpSpPr>
        <p:grpSp>
          <p:nvGrpSpPr>
            <p:cNvPr id="9" name="Group 8">
              <a:extLst>
                <a:ext uri="{FF2B5EF4-FFF2-40B4-BE49-F238E27FC236}">
                  <a16:creationId xmlns:a16="http://schemas.microsoft.com/office/drawing/2014/main" id="{EF02BA55-79FE-C7FF-4757-0A1FA15049DA}"/>
                </a:ext>
              </a:extLst>
            </p:cNvPr>
            <p:cNvGrpSpPr/>
            <p:nvPr/>
          </p:nvGrpSpPr>
          <p:grpSpPr>
            <a:xfrm>
              <a:off x="996903" y="2741033"/>
              <a:ext cx="3960185" cy="717065"/>
              <a:chOff x="0" y="2325206"/>
              <a:chExt cx="12192000" cy="2207588"/>
            </a:xfrm>
            <a:effectLst>
              <a:outerShdw blurRad="63500" sx="102000" sy="102000" algn="ctr" rotWithShape="0">
                <a:prstClr val="black">
                  <a:alpha val="40000"/>
                </a:prstClr>
              </a:outerShdw>
            </a:effectLst>
          </p:grpSpPr>
          <p:pic>
            <p:nvPicPr>
              <p:cNvPr id="5" name="Picture 4">
                <a:extLst>
                  <a:ext uri="{FF2B5EF4-FFF2-40B4-BE49-F238E27FC236}">
                    <a16:creationId xmlns:a16="http://schemas.microsoft.com/office/drawing/2014/main" id="{4F6AFB7C-ABF9-DBEA-3519-26A3798F04FE}"/>
                  </a:ext>
                </a:extLst>
              </p:cNvPr>
              <p:cNvPicPr>
                <a:picLocks noChangeAspect="1"/>
              </p:cNvPicPr>
              <p:nvPr/>
            </p:nvPicPr>
            <p:blipFill>
              <a:blip r:embed="rId9">
                <a:extLst>
                  <a:ext uri="{BEBA8EAE-BF5A-486C-A8C5-ECC9F3942E4B}">
                    <a14:imgProps xmlns:a14="http://schemas.microsoft.com/office/drawing/2010/main">
                      <a14:imgLayer r:embed="rId10">
                        <a14:imgEffect>
                          <a14:saturation sat="0"/>
                        </a14:imgEffect>
                      </a14:imgLayer>
                    </a14:imgProps>
                  </a:ext>
                </a:extLst>
              </a:blip>
              <a:stretch>
                <a:fillRect/>
              </a:stretch>
            </p:blipFill>
            <p:spPr>
              <a:xfrm>
                <a:off x="0" y="2325206"/>
                <a:ext cx="12192000" cy="2207588"/>
              </a:xfrm>
              <a:prstGeom prst="rect">
                <a:avLst/>
              </a:prstGeom>
            </p:spPr>
          </p:pic>
          <p:pic>
            <p:nvPicPr>
              <p:cNvPr id="6" name="Picture 5">
                <a:extLst>
                  <a:ext uri="{FF2B5EF4-FFF2-40B4-BE49-F238E27FC236}">
                    <a16:creationId xmlns:a16="http://schemas.microsoft.com/office/drawing/2014/main" id="{4D47821B-5213-26BD-E799-A57A16E3D397}"/>
                  </a:ext>
                </a:extLst>
              </p:cNvPr>
              <p:cNvPicPr>
                <a:picLocks noChangeAspect="1"/>
              </p:cNvPicPr>
              <p:nvPr/>
            </p:nvPicPr>
            <p:blipFill>
              <a:blip r:embed="rId11">
                <a:extLst>
                  <a:ext uri="{BEBA8EAE-BF5A-486C-A8C5-ECC9F3942E4B}">
                    <a14:imgProps xmlns:a14="http://schemas.microsoft.com/office/drawing/2010/main">
                      <a14:imgLayer r:embed="rId10">
                        <a14:imgEffect>
                          <a14:sharpenSoften amount="-40000"/>
                        </a14:imgEffect>
                        <a14:imgEffect>
                          <a14:saturation sat="0"/>
                        </a14:imgEffect>
                      </a14:imgLayer>
                    </a14:imgProps>
                  </a:ext>
                </a:extLst>
              </a:blip>
              <a:srcRect l="84699" t="9591"/>
              <a:stretch>
                <a:fillRect/>
              </a:stretch>
            </p:blipFill>
            <p:spPr>
              <a:xfrm>
                <a:off x="10326532" y="2536944"/>
                <a:ext cx="1865468" cy="1995850"/>
              </a:xfrm>
              <a:prstGeom prst="rect">
                <a:avLst/>
              </a:prstGeom>
            </p:spPr>
          </p:pic>
          <p:pic>
            <p:nvPicPr>
              <p:cNvPr id="8" name="Picture 7">
                <a:extLst>
                  <a:ext uri="{FF2B5EF4-FFF2-40B4-BE49-F238E27FC236}">
                    <a16:creationId xmlns:a16="http://schemas.microsoft.com/office/drawing/2014/main" id="{0BFF0A8E-D0E0-096A-FC8B-216794DA0AE6}"/>
                  </a:ext>
                </a:extLst>
              </p:cNvPr>
              <p:cNvPicPr>
                <a:picLocks noChangeAspect="1"/>
              </p:cNvPicPr>
              <p:nvPr/>
            </p:nvPicPr>
            <p:blipFill>
              <a:blip r:embed="rId11">
                <a:extLst>
                  <a:ext uri="{BEBA8EAE-BF5A-486C-A8C5-ECC9F3942E4B}">
                    <a14:imgProps xmlns:a14="http://schemas.microsoft.com/office/drawing/2010/main">
                      <a14:imgLayer r:embed="rId10">
                        <a14:imgEffect>
                          <a14:sharpenSoften amount="-40000"/>
                        </a14:imgEffect>
                        <a14:imgEffect>
                          <a14:saturation sat="0"/>
                        </a14:imgEffect>
                      </a14:imgLayer>
                    </a14:imgProps>
                  </a:ext>
                </a:extLst>
              </a:blip>
              <a:srcRect l="2707" t="9591" r="90018"/>
              <a:stretch>
                <a:fillRect/>
              </a:stretch>
            </p:blipFill>
            <p:spPr>
              <a:xfrm>
                <a:off x="330009" y="2536944"/>
                <a:ext cx="886900" cy="1995850"/>
              </a:xfrm>
              <a:prstGeom prst="rect">
                <a:avLst/>
              </a:prstGeom>
            </p:spPr>
          </p:pic>
        </p:grpSp>
        <p:pic>
          <p:nvPicPr>
            <p:cNvPr id="11" name="Picture 10">
              <a:extLst>
                <a:ext uri="{FF2B5EF4-FFF2-40B4-BE49-F238E27FC236}">
                  <a16:creationId xmlns:a16="http://schemas.microsoft.com/office/drawing/2014/main" id="{92F2F9EB-E210-F4C1-F3A4-6408D431A7BD}"/>
                </a:ext>
              </a:extLst>
            </p:cNvPr>
            <p:cNvPicPr>
              <a:picLocks noChangeAspect="1"/>
            </p:cNvPicPr>
            <p:nvPr/>
          </p:nvPicPr>
          <p:blipFill>
            <a:blip r:embed="rId12">
              <a:extLst>
                <a:ext uri="{BEBA8EAE-BF5A-486C-A8C5-ECC9F3942E4B}">
                  <a14:imgProps xmlns:a14="http://schemas.microsoft.com/office/drawing/2010/main">
                    <a14:imgLayer r:embed="rId13">
                      <a14:imgEffect>
                        <a14:saturation sat="0"/>
                      </a14:imgEffect>
                    </a14:imgLayer>
                  </a14:imgProps>
                </a:ext>
              </a:extLst>
            </a:blip>
            <a:stretch>
              <a:fillRect/>
            </a:stretch>
          </p:blipFill>
          <p:spPr>
            <a:xfrm>
              <a:off x="3442244" y="3526874"/>
              <a:ext cx="2260794" cy="1369610"/>
            </a:xfrm>
            <a:prstGeom prst="rect">
              <a:avLst/>
            </a:prstGeom>
            <a:effectLst>
              <a:outerShdw blurRad="63500" sx="102000" sy="102000" algn="ctr" rotWithShape="0">
                <a:prstClr val="black">
                  <a:alpha val="40000"/>
                </a:prstClr>
              </a:outerShdw>
            </a:effectLst>
          </p:spPr>
        </p:pic>
        <p:pic>
          <p:nvPicPr>
            <p:cNvPr id="12" name="Picture 11">
              <a:extLst>
                <a:ext uri="{FF2B5EF4-FFF2-40B4-BE49-F238E27FC236}">
                  <a16:creationId xmlns:a16="http://schemas.microsoft.com/office/drawing/2014/main" id="{058B4261-9F3C-503A-0549-6948FCC06241}"/>
                </a:ext>
              </a:extLst>
            </p:cNvPr>
            <p:cNvPicPr>
              <a:picLocks noChangeAspect="1"/>
            </p:cNvPicPr>
            <p:nvPr/>
          </p:nvPicPr>
          <p:blipFill>
            <a:blip r:embed="rId14">
              <a:extLst>
                <a:ext uri="{BEBA8EAE-BF5A-486C-A8C5-ECC9F3942E4B}">
                  <a14:imgProps xmlns:a14="http://schemas.microsoft.com/office/drawing/2010/main">
                    <a14:imgLayer r:embed="rId15">
                      <a14:imgEffect>
                        <a14:saturation sat="0"/>
                      </a14:imgEffect>
                    </a14:imgLayer>
                  </a14:imgProps>
                </a:ext>
              </a:extLst>
            </a:blip>
            <a:stretch>
              <a:fillRect/>
            </a:stretch>
          </p:blipFill>
          <p:spPr>
            <a:xfrm>
              <a:off x="497323" y="3033990"/>
              <a:ext cx="2190598" cy="1121491"/>
            </a:xfrm>
            <a:prstGeom prst="rect">
              <a:avLst/>
            </a:prstGeom>
            <a:solidFill>
              <a:schemeClr val="bg1"/>
            </a:solidFill>
            <a:effectLst>
              <a:outerShdw blurRad="63500" sx="102000" sy="102000" algn="ctr" rotWithShape="0">
                <a:prstClr val="black">
                  <a:alpha val="40000"/>
                </a:prstClr>
              </a:outerShdw>
            </a:effectLst>
          </p:spPr>
        </p:pic>
        <p:pic>
          <p:nvPicPr>
            <p:cNvPr id="2054" name="Picture 6" descr="Tabla&#10;&#10;El contenido generado por IA puede ser incorrecto.">
              <a:extLst>
                <a:ext uri="{FF2B5EF4-FFF2-40B4-BE49-F238E27FC236}">
                  <a16:creationId xmlns:a16="http://schemas.microsoft.com/office/drawing/2014/main" id="{5F6490FA-1195-3299-3351-EB0C967B48BA}"/>
                </a:ext>
              </a:extLst>
            </p:cNvPr>
            <p:cNvPicPr>
              <a:picLocks noChangeAspect="1" noChangeArrowheads="1"/>
            </p:cNvPicPr>
            <p:nvPr/>
          </p:nvPicPr>
          <p:blipFill>
            <a:blip r:embed="rId16">
              <a:extLst>
                <a:ext uri="{BEBA8EAE-BF5A-486C-A8C5-ECC9F3942E4B}">
                  <a14:imgProps xmlns:a14="http://schemas.microsoft.com/office/drawing/2010/main">
                    <a14:imgLayer r:embed="rId17">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587675" y="3897464"/>
              <a:ext cx="2668622" cy="136961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5258CF2C-3AFD-55E7-1D5D-C225D766F292}"/>
                </a:ext>
              </a:extLst>
            </p:cNvPr>
            <p:cNvPicPr>
              <a:picLocks noChangeAspect="1"/>
            </p:cNvPicPr>
            <p:nvPr/>
          </p:nvPicPr>
          <p:blipFill>
            <a:blip r:embed="rId18">
              <a:extLst>
                <a:ext uri="{BEBA8EAE-BF5A-486C-A8C5-ECC9F3942E4B}">
                  <a14:imgProps xmlns:a14="http://schemas.microsoft.com/office/drawing/2010/main">
                    <a14:imgLayer r:embed="rId19">
                      <a14:imgEffect>
                        <a14:saturation sat="0"/>
                      </a14:imgEffect>
                    </a14:imgLayer>
                  </a14:imgProps>
                </a:ext>
              </a:extLst>
            </a:blip>
            <a:stretch>
              <a:fillRect/>
            </a:stretch>
          </p:blipFill>
          <p:spPr>
            <a:xfrm>
              <a:off x="1993193" y="3652618"/>
              <a:ext cx="1967603" cy="1017080"/>
            </a:xfrm>
            <a:prstGeom prst="rect">
              <a:avLst/>
            </a:prstGeom>
            <a:solidFill>
              <a:schemeClr val="bg1"/>
            </a:solidFill>
            <a:effectLst>
              <a:outerShdw blurRad="63500" sx="102000" sy="102000" algn="ctr" rotWithShape="0">
                <a:prstClr val="black">
                  <a:alpha val="40000"/>
                </a:prstClr>
              </a:outerShdw>
            </a:effectLst>
          </p:spPr>
        </p:pic>
      </p:grpSp>
      <p:grpSp>
        <p:nvGrpSpPr>
          <p:cNvPr id="23" name="Group 22">
            <a:extLst>
              <a:ext uri="{FF2B5EF4-FFF2-40B4-BE49-F238E27FC236}">
                <a16:creationId xmlns:a16="http://schemas.microsoft.com/office/drawing/2014/main" id="{8C704AFC-0F65-3D19-5789-E0728D93F421}"/>
              </a:ext>
            </a:extLst>
          </p:cNvPr>
          <p:cNvGrpSpPr/>
          <p:nvPr/>
        </p:nvGrpSpPr>
        <p:grpSpPr>
          <a:xfrm>
            <a:off x="6658163" y="2617660"/>
            <a:ext cx="4846470" cy="2519530"/>
            <a:chOff x="6740077" y="2617660"/>
            <a:chExt cx="4846470" cy="2519530"/>
          </a:xfrm>
        </p:grpSpPr>
        <p:pic>
          <p:nvPicPr>
            <p:cNvPr id="18" name="Picture 17">
              <a:extLst>
                <a:ext uri="{FF2B5EF4-FFF2-40B4-BE49-F238E27FC236}">
                  <a16:creationId xmlns:a16="http://schemas.microsoft.com/office/drawing/2014/main" id="{2DC85881-1E05-D361-A1F4-955CC2659D06}"/>
                </a:ext>
              </a:extLst>
            </p:cNvPr>
            <p:cNvPicPr>
              <a:picLocks noChangeAspect="1"/>
            </p:cNvPicPr>
            <p:nvPr/>
          </p:nvPicPr>
          <p:blipFill>
            <a:blip r:embed="rId20">
              <a:extLst>
                <a:ext uri="{BEBA8EAE-BF5A-486C-A8C5-ECC9F3942E4B}">
                  <a14:imgProps xmlns:a14="http://schemas.microsoft.com/office/drawing/2010/main">
                    <a14:imgLayer r:embed="rId21">
                      <a14:imgEffect>
                        <a14:saturation sat="0"/>
                      </a14:imgEffect>
                    </a14:imgLayer>
                  </a14:imgProps>
                </a:ext>
              </a:extLst>
            </a:blip>
            <a:stretch>
              <a:fillRect/>
            </a:stretch>
          </p:blipFill>
          <p:spPr>
            <a:xfrm>
              <a:off x="6740077" y="2617660"/>
              <a:ext cx="2484883" cy="1895520"/>
            </a:xfrm>
            <a:prstGeom prst="rect">
              <a:avLst/>
            </a:prstGeom>
            <a:effectLst>
              <a:outerShdw blurRad="63500" sx="102000" sy="102000" algn="ctr" rotWithShape="0">
                <a:prstClr val="black">
                  <a:alpha val="40000"/>
                </a:prstClr>
              </a:outerShdw>
            </a:effectLst>
          </p:spPr>
        </p:pic>
        <p:pic>
          <p:nvPicPr>
            <p:cNvPr id="22" name="Picture 21">
              <a:extLst>
                <a:ext uri="{FF2B5EF4-FFF2-40B4-BE49-F238E27FC236}">
                  <a16:creationId xmlns:a16="http://schemas.microsoft.com/office/drawing/2014/main" id="{A0F5F36E-66C5-E206-920E-B78F74E59119}"/>
                </a:ext>
              </a:extLst>
            </p:cNvPr>
            <p:cNvPicPr>
              <a:picLocks noChangeAspect="1"/>
            </p:cNvPicPr>
            <p:nvPr/>
          </p:nvPicPr>
          <p:blipFill>
            <a:blip r:embed="rId22">
              <a:extLst>
                <a:ext uri="{BEBA8EAE-BF5A-486C-A8C5-ECC9F3942E4B}">
                  <a14:imgProps xmlns:a14="http://schemas.microsoft.com/office/drawing/2010/main">
                    <a14:imgLayer r:embed="rId23">
                      <a14:imgEffect>
                        <a14:saturation sat="0"/>
                      </a14:imgEffect>
                    </a14:imgLayer>
                  </a14:imgProps>
                </a:ext>
              </a:extLst>
            </a:blip>
            <a:stretch>
              <a:fillRect/>
            </a:stretch>
          </p:blipFill>
          <p:spPr>
            <a:xfrm>
              <a:off x="8173477" y="2997159"/>
              <a:ext cx="3413070" cy="1740200"/>
            </a:xfrm>
            <a:prstGeom prst="rect">
              <a:avLst/>
            </a:prstGeom>
            <a:effectLst>
              <a:outerShdw blurRad="63500" sx="102000" sy="102000" algn="ctr" rotWithShape="0">
                <a:prstClr val="black">
                  <a:alpha val="40000"/>
                </a:prstClr>
              </a:outerShdw>
            </a:effectLst>
          </p:spPr>
        </p:pic>
        <p:pic>
          <p:nvPicPr>
            <p:cNvPr id="20" name="Picture 19">
              <a:extLst>
                <a:ext uri="{FF2B5EF4-FFF2-40B4-BE49-F238E27FC236}">
                  <a16:creationId xmlns:a16="http://schemas.microsoft.com/office/drawing/2014/main" id="{F57DAF20-865A-419E-F732-060F58CFADA7}"/>
                </a:ext>
              </a:extLst>
            </p:cNvPr>
            <p:cNvPicPr>
              <a:picLocks noChangeAspect="1"/>
            </p:cNvPicPr>
            <p:nvPr/>
          </p:nvPicPr>
          <p:blipFill>
            <a:blip r:embed="rId24">
              <a:extLst>
                <a:ext uri="{BEBA8EAE-BF5A-486C-A8C5-ECC9F3942E4B}">
                  <a14:imgProps xmlns:a14="http://schemas.microsoft.com/office/drawing/2010/main">
                    <a14:imgLayer r:embed="rId25">
                      <a14:imgEffect>
                        <a14:saturation sat="0"/>
                      </a14:imgEffect>
                    </a14:imgLayer>
                  </a14:imgProps>
                </a:ext>
              </a:extLst>
            </a:blip>
            <a:stretch>
              <a:fillRect/>
            </a:stretch>
          </p:blipFill>
          <p:spPr>
            <a:xfrm>
              <a:off x="7264386" y="4101611"/>
              <a:ext cx="3921149" cy="1035579"/>
            </a:xfrm>
            <a:prstGeom prst="rect">
              <a:avLst/>
            </a:prstGeom>
            <a:effectLst>
              <a:outerShdw blurRad="63500" sx="102000" sy="102000" algn="ctr" rotWithShape="0">
                <a:prstClr val="black">
                  <a:alpha val="40000"/>
                </a:prstClr>
              </a:outerShdw>
            </a:effectLst>
          </p:spPr>
        </p:pic>
      </p:grpSp>
    </p:spTree>
    <p:extLst>
      <p:ext uri="{BB962C8B-B14F-4D97-AF65-F5344CB8AC3E}">
        <p14:creationId xmlns:p14="http://schemas.microsoft.com/office/powerpoint/2010/main" val="20695738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6D789-F7E7-207C-262F-E1A57DCF05A4}"/>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6175FB09-46F6-A1A2-F0B1-8DE0F3E925E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6175FB09-46F6-A1A2-F0B1-8DE0F3E925E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FCF17B56-06B8-09A2-8F76-0B01B706CCCD}"/>
              </a:ext>
            </a:extLst>
          </p:cNvPr>
          <p:cNvSpPr>
            <a:spLocks noGrp="1"/>
          </p:cNvSpPr>
          <p:nvPr>
            <p:ph type="body" sz="quarter" idx="10"/>
          </p:nvPr>
        </p:nvSpPr>
        <p:spPr>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latin typeface="Aptos" panose="020B0004020202020204" pitchFamily="34" charset="0"/>
              </a:rPr>
              <a:t>A Phased Execution Methodology</a:t>
            </a:r>
          </a:p>
        </p:txBody>
      </p:sp>
      <p:sp>
        <p:nvSpPr>
          <p:cNvPr id="3" name="Title 12">
            <a:extLst>
              <a:ext uri="{FF2B5EF4-FFF2-40B4-BE49-F238E27FC236}">
                <a16:creationId xmlns:a16="http://schemas.microsoft.com/office/drawing/2014/main" id="{8B38A2B3-5902-6530-0553-970074767947}"/>
              </a:ext>
            </a:extLst>
          </p:cNvPr>
          <p:cNvSpPr>
            <a:spLocks noGrp="1"/>
          </p:cNvSpPr>
          <p:nvPr>
            <p:ph type="title"/>
          </p:nvPr>
        </p:nvSpPr>
        <p:spPr>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latin typeface="Aptos" panose="020B0004020202020204" pitchFamily="34" charset="0"/>
              </a:rPr>
              <a:t>Phase 2 - Information &amp; Documentation Discovery</a:t>
            </a:r>
          </a:p>
        </p:txBody>
      </p:sp>
      <p:grpSp>
        <p:nvGrpSpPr>
          <p:cNvPr id="28" name="Group 27">
            <a:extLst>
              <a:ext uri="{FF2B5EF4-FFF2-40B4-BE49-F238E27FC236}">
                <a16:creationId xmlns:a16="http://schemas.microsoft.com/office/drawing/2014/main" id="{A27C86B3-9823-8AD5-F2DF-C3FBEE8FAFC2}"/>
              </a:ext>
            </a:extLst>
          </p:cNvPr>
          <p:cNvGrpSpPr/>
          <p:nvPr/>
        </p:nvGrpSpPr>
        <p:grpSpPr>
          <a:xfrm>
            <a:off x="8664871" y="358023"/>
            <a:ext cx="3216394" cy="335309"/>
            <a:chOff x="8664871" y="358023"/>
            <a:chExt cx="3216394" cy="335309"/>
          </a:xfrm>
        </p:grpSpPr>
        <p:pic>
          <p:nvPicPr>
            <p:cNvPr id="56" name="Picture 55">
              <a:extLst>
                <a:ext uri="{FF2B5EF4-FFF2-40B4-BE49-F238E27FC236}">
                  <a16:creationId xmlns:a16="http://schemas.microsoft.com/office/drawing/2014/main" id="{C0083D44-BA68-CF66-248D-F4B2D80751C3}"/>
                </a:ext>
              </a:extLst>
            </p:cNvPr>
            <p:cNvPicPr>
              <a:picLocks noChangeAspect="1"/>
            </p:cNvPicPr>
            <p:nvPr/>
          </p:nvPicPr>
          <p:blipFill>
            <a:blip r:embed="rId5">
              <a:alphaModFix amt="30000"/>
            </a:blip>
            <a:stretch>
              <a:fillRect/>
            </a:stretch>
          </p:blipFill>
          <p:spPr>
            <a:xfrm>
              <a:off x="8664871" y="358023"/>
              <a:ext cx="993734" cy="335309"/>
            </a:xfrm>
            <a:prstGeom prst="rect">
              <a:avLst/>
            </a:prstGeom>
          </p:spPr>
        </p:pic>
        <p:pic>
          <p:nvPicPr>
            <p:cNvPr id="59" name="Picture 58">
              <a:extLst>
                <a:ext uri="{FF2B5EF4-FFF2-40B4-BE49-F238E27FC236}">
                  <a16:creationId xmlns:a16="http://schemas.microsoft.com/office/drawing/2014/main" id="{BF081C8D-9C7D-1AD1-9FEA-560ACBFCBA8F}"/>
                </a:ext>
              </a:extLst>
            </p:cNvPr>
            <p:cNvPicPr>
              <a:picLocks noChangeAspect="1"/>
            </p:cNvPicPr>
            <p:nvPr/>
          </p:nvPicPr>
          <p:blipFill>
            <a:blip r:embed="rId6">
              <a:alphaModFix amt="30000"/>
            </a:blip>
            <a:stretch>
              <a:fillRect/>
            </a:stretch>
          </p:blipFill>
          <p:spPr>
            <a:xfrm>
              <a:off x="10887531" y="358023"/>
              <a:ext cx="993734" cy="335309"/>
            </a:xfrm>
            <a:prstGeom prst="rect">
              <a:avLst/>
            </a:prstGeom>
          </p:spPr>
        </p:pic>
        <p:pic>
          <p:nvPicPr>
            <p:cNvPr id="58" name="Picture 57">
              <a:extLst>
                <a:ext uri="{FF2B5EF4-FFF2-40B4-BE49-F238E27FC236}">
                  <a16:creationId xmlns:a16="http://schemas.microsoft.com/office/drawing/2014/main" id="{C2FFECD9-3545-775A-7DF5-7B28ADED81A5}"/>
                </a:ext>
              </a:extLst>
            </p:cNvPr>
            <p:cNvPicPr>
              <a:picLocks noChangeAspect="1"/>
            </p:cNvPicPr>
            <p:nvPr/>
          </p:nvPicPr>
          <p:blipFill>
            <a:blip r:embed="rId7">
              <a:alphaModFix/>
            </a:blip>
            <a:stretch>
              <a:fillRect/>
            </a:stretch>
          </p:blipFill>
          <p:spPr>
            <a:xfrm>
              <a:off x="9776201" y="358023"/>
              <a:ext cx="987638" cy="335309"/>
            </a:xfrm>
            <a:prstGeom prst="rect">
              <a:avLst/>
            </a:prstGeom>
          </p:spPr>
        </p:pic>
      </p:grpSp>
      <p:sp>
        <p:nvSpPr>
          <p:cNvPr id="63" name="CuadroTexto 92">
            <a:extLst>
              <a:ext uri="{FF2B5EF4-FFF2-40B4-BE49-F238E27FC236}">
                <a16:creationId xmlns:a16="http://schemas.microsoft.com/office/drawing/2014/main" id="{C32CE90B-1EBF-9DDA-11E9-EDE69F3D447E}"/>
              </a:ext>
            </a:extLst>
          </p:cNvPr>
          <p:cNvSpPr txBox="1"/>
          <p:nvPr/>
        </p:nvSpPr>
        <p:spPr>
          <a:xfrm>
            <a:off x="465722" y="1278491"/>
            <a:ext cx="11565335" cy="461665"/>
          </a:xfrm>
          <a:prstGeom prst="rect">
            <a:avLst/>
          </a:prstGeom>
          <a:noFill/>
        </p:spPr>
        <p:txBody>
          <a:bodyPr wrap="square" lIns="0" rtlCol="0" anchor="ctr">
            <a:spAutoFit/>
          </a:bodyPr>
          <a:lstStyle/>
          <a:p>
            <a:pPr marL="0" marR="0" lvl="0" indent="0" algn="l" defTabSz="914400" rtl="0" eaLnBrk="1" fontAlgn="auto" latinLnBrk="0" hangingPunct="1">
              <a:lnSpc>
                <a:spcPct val="100000"/>
              </a:lnSpc>
              <a:spcBef>
                <a:spcPts val="0"/>
              </a:spcBef>
              <a:spcAft>
                <a:spcPts val="600"/>
              </a:spcAft>
              <a:buClr>
                <a:srgbClr val="2E404D"/>
              </a:buClr>
              <a:buSzPct val="107000"/>
              <a:buFontTx/>
              <a:buNone/>
              <a:tabLst/>
              <a:defRPr/>
            </a:pPr>
            <a:r>
              <a:rPr kumimoji="0" lang="en-US" sz="1200" b="0" i="0" u="none" strike="noStrike" kern="1200" cap="none" spc="0" normalizeH="0" baseline="0" noProof="0">
                <a:ln>
                  <a:noFill/>
                </a:ln>
                <a:effectLst/>
                <a:uLnTx/>
                <a:uFillTx/>
                <a:latin typeface="Aptos" panose="020B0004020202020204" pitchFamily="34" charset="0"/>
              </a:rPr>
              <a:t>Build an evidence-based understanding of IAG’s current sovereignty posture, revealing the extent to which critical technology services, data and supplier arrangements remain controllable, resilient and aligned with organizational sovereignty expectations.</a:t>
            </a:r>
          </a:p>
        </p:txBody>
      </p:sp>
      <p:sp>
        <p:nvSpPr>
          <p:cNvPr id="64" name="CuadroTexto 92">
            <a:extLst>
              <a:ext uri="{FF2B5EF4-FFF2-40B4-BE49-F238E27FC236}">
                <a16:creationId xmlns:a16="http://schemas.microsoft.com/office/drawing/2014/main" id="{46DF3288-3C34-F527-CE45-66D7F4AB50EA}"/>
              </a:ext>
            </a:extLst>
          </p:cNvPr>
          <p:cNvSpPr txBox="1"/>
          <p:nvPr/>
        </p:nvSpPr>
        <p:spPr>
          <a:xfrm rot="16200000">
            <a:off x="-125912" y="1305757"/>
            <a:ext cx="753478" cy="338554"/>
          </a:xfrm>
          <a:prstGeom prst="rect">
            <a:avLst/>
          </a:prstGeom>
          <a:noFill/>
        </p:spPr>
        <p:txBody>
          <a:bodyPr wrap="square" l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effectLst/>
                <a:uLnTx/>
                <a:uFillTx/>
                <a:latin typeface="Aptos" panose="020B0004020202020204" pitchFamily="34" charset="0"/>
              </a:rPr>
              <a:t>Goal</a:t>
            </a:r>
            <a:endParaRPr kumimoji="0" lang="en-US" sz="1200" b="0" i="0" u="none" strike="noStrike" kern="1200" cap="none" spc="0" normalizeH="0" baseline="0" noProof="0">
              <a:ln>
                <a:noFill/>
              </a:ln>
              <a:effectLst/>
              <a:uLnTx/>
              <a:uFillTx/>
              <a:latin typeface="Aptos" panose="020B0004020202020204" pitchFamily="34" charset="0"/>
            </a:endParaRPr>
          </a:p>
        </p:txBody>
      </p:sp>
      <p:sp>
        <p:nvSpPr>
          <p:cNvPr id="65" name="CuadroTexto 92">
            <a:extLst>
              <a:ext uri="{FF2B5EF4-FFF2-40B4-BE49-F238E27FC236}">
                <a16:creationId xmlns:a16="http://schemas.microsoft.com/office/drawing/2014/main" id="{F46D533F-6074-56C6-53BA-3784886CC11A}"/>
              </a:ext>
            </a:extLst>
          </p:cNvPr>
          <p:cNvSpPr txBox="1"/>
          <p:nvPr/>
        </p:nvSpPr>
        <p:spPr>
          <a:xfrm>
            <a:off x="250827" y="2017611"/>
            <a:ext cx="1140377" cy="338554"/>
          </a:xfrm>
          <a:prstGeom prst="rect">
            <a:avLst/>
          </a:prstGeom>
          <a:noFill/>
        </p:spPr>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B8C6E2"/>
                </a:solidFill>
                <a:effectLst/>
                <a:uLnTx/>
                <a:uFillTx/>
                <a:latin typeface="Aptos" panose="020B0004020202020204" pitchFamily="34" charset="0"/>
              </a:rPr>
              <a:t>Activities</a:t>
            </a:r>
            <a:endParaRPr kumimoji="0" lang="en-US" sz="1200" b="0" i="0" u="none" strike="noStrike" kern="1200" cap="none" spc="0" normalizeH="0" baseline="0" noProof="0">
              <a:ln>
                <a:noFill/>
              </a:ln>
              <a:solidFill>
                <a:srgbClr val="B8C6E2"/>
              </a:solidFill>
              <a:effectLst/>
              <a:uLnTx/>
              <a:uFillTx/>
              <a:latin typeface="Aptos" panose="020B0004020202020204" pitchFamily="34" charset="0"/>
            </a:endParaRPr>
          </a:p>
        </p:txBody>
      </p:sp>
      <p:sp>
        <p:nvSpPr>
          <p:cNvPr id="32" name="Marcador de texto 38">
            <a:extLst>
              <a:ext uri="{FF2B5EF4-FFF2-40B4-BE49-F238E27FC236}">
                <a16:creationId xmlns:a16="http://schemas.microsoft.com/office/drawing/2014/main" id="{0042B11A-225D-339A-38E4-7BFDE6D81B66}"/>
              </a:ext>
            </a:extLst>
          </p:cNvPr>
          <p:cNvSpPr txBox="1">
            <a:spLocks/>
          </p:cNvSpPr>
          <p:nvPr/>
        </p:nvSpPr>
        <p:spPr>
          <a:xfrm>
            <a:off x="250827" y="2410386"/>
            <a:ext cx="6388326" cy="3046988"/>
          </a:xfrm>
          <a:prstGeom prst="rect">
            <a:avLst/>
          </a:prstGeom>
        </p:spPr>
        <p:txBody>
          <a:bodyPr wrap="square" lIns="0" tIns="0" rIns="0" bIns="0">
            <a:spAutoFit/>
          </a:bodyPr>
          <a:lstStyle>
            <a:defPPr>
              <a:defRPr lang="es-ES"/>
            </a:defPPr>
            <a:lvl1pPr marL="342898" indent="-342898" defTabSz="914396">
              <a:spcBef>
                <a:spcPts val="300"/>
              </a:spcBef>
              <a:buFont typeface="Arial" panose="020B0604020202020204" pitchFamily="34" charset="0"/>
              <a:buChar char="•"/>
              <a:defRPr sz="1400">
                <a:cs typeface="Arial" panose="020B0604020202020204" pitchFamily="34" charset="0"/>
              </a:defRPr>
            </a:lvl1pPr>
            <a:lvl2pPr marL="742947" indent="-285749"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2pPr>
            <a:lvl3pPr marL="1142994" indent="-228600"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3pPr>
            <a:lvl4pPr marL="1600192" indent="-228600"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4pPr>
            <a:lvl5pPr marL="2057390" indent="-228600"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5pPr>
            <a:lvl6pPr marL="2514588" indent="-228600" defTabSz="914396">
              <a:spcBef>
                <a:spcPct val="20000"/>
              </a:spcBef>
              <a:buFont typeface="Arial" panose="020B0604020202020204" pitchFamily="34" charset="0"/>
              <a:buChar char="•"/>
              <a:defRPr sz="2000"/>
            </a:lvl6pPr>
            <a:lvl7pPr marL="2971784" indent="-228600" defTabSz="914396">
              <a:spcBef>
                <a:spcPct val="20000"/>
              </a:spcBef>
              <a:buFont typeface="Arial" panose="020B0604020202020204" pitchFamily="34" charset="0"/>
              <a:buChar char="•"/>
              <a:defRPr sz="2000"/>
            </a:lvl7pPr>
            <a:lvl8pPr marL="3428984" indent="-228600" defTabSz="914396">
              <a:spcBef>
                <a:spcPct val="20000"/>
              </a:spcBef>
              <a:buFont typeface="Arial" panose="020B0604020202020204" pitchFamily="34" charset="0"/>
              <a:buChar char="•"/>
              <a:defRPr sz="2000"/>
            </a:lvl8pPr>
            <a:lvl9pPr marL="3886182" indent="-228600" defTabSz="914396">
              <a:spcBef>
                <a:spcPct val="20000"/>
              </a:spcBef>
              <a:buFont typeface="Arial" panose="020B0604020202020204" pitchFamily="34" charset="0"/>
              <a:buChar char="•"/>
              <a:defRPr sz="2000"/>
            </a:lvl9pPr>
          </a:lstStyle>
          <a:p>
            <a:pPr marL="182563" marR="0" lvl="0" indent="-182563" algn="l" defTabSz="914396"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031F30"/>
                </a:solidFill>
                <a:effectLst/>
                <a:uLnTx/>
                <a:uFillTx/>
                <a:latin typeface="Aptos" panose="020B0004020202020204" pitchFamily="34" charset="0"/>
              </a:rPr>
              <a:t>Evidence collection and document review</a:t>
            </a:r>
          </a:p>
          <a:p>
            <a:pPr marL="358775" marR="0" lvl="1" indent="-168275" algn="l" defTabSz="914396"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31F30"/>
                </a:solidFill>
                <a:effectLst/>
                <a:uLnTx/>
                <a:uFillTx/>
                <a:latin typeface="Aptos" panose="020B0004020202020204" pitchFamily="34" charset="0"/>
              </a:rPr>
              <a:t>Collect evidence from system owners, platform teams, supplier managers and control functions.</a:t>
            </a:r>
          </a:p>
          <a:p>
            <a:pPr marL="358775" marR="0" lvl="1" indent="-168275" algn="l" defTabSz="914396"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31F30"/>
                </a:solidFill>
                <a:effectLst/>
                <a:uLnTx/>
                <a:uFillTx/>
                <a:latin typeface="Aptos" panose="020B0004020202020204" pitchFamily="34" charset="0"/>
              </a:rPr>
              <a:t>Review architecture diagrams, data-flow maps, hosting configurations, cloud region settings, contracts, DPAs, SLAs, operational procedures, security controls and supplier documentation.</a:t>
            </a:r>
          </a:p>
          <a:p>
            <a:pPr marL="358775" marR="0" lvl="1" indent="-168275" algn="l" defTabSz="914396"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31F30"/>
                </a:solidFill>
                <a:effectLst/>
                <a:uLnTx/>
                <a:uFillTx/>
                <a:latin typeface="Aptos" panose="020B0004020202020204" pitchFamily="34" charset="0"/>
              </a:rPr>
              <a:t>Validate the completeness and quality of the evidence received.</a:t>
            </a:r>
          </a:p>
          <a:p>
            <a:pPr marL="358775" marR="0" lvl="1" indent="-168275" algn="l" defTabSz="914396"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31F30"/>
                </a:solidFill>
                <a:effectLst/>
                <a:uLnTx/>
                <a:uFillTx/>
                <a:latin typeface="Aptos" panose="020B0004020202020204" pitchFamily="34" charset="0"/>
              </a:rPr>
              <a:t>Track missing evidence, open questions and areas requiring clarification.</a:t>
            </a:r>
          </a:p>
          <a:p>
            <a:pPr marL="358775" marR="0" lvl="1" indent="-168275" algn="l" defTabSz="914396"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31F30"/>
                </a:solidFill>
                <a:effectLst/>
                <a:uLnTx/>
                <a:uFillTx/>
                <a:latin typeface="Aptos" panose="020B0004020202020204" pitchFamily="34" charset="0"/>
              </a:rPr>
              <a:t>Identify where evidence is system-specific, supplier-specific, platform-level or enterprise-level.</a:t>
            </a:r>
          </a:p>
          <a:p>
            <a:pPr marL="358775" marR="0" lvl="1" indent="-168275" algn="l" defTabSz="914396"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lang="en-US" sz="1100" noProof="0">
              <a:solidFill>
                <a:srgbClr val="031F30"/>
              </a:solidFill>
              <a:latin typeface="Aptos" panose="020B0004020202020204" pitchFamily="34" charset="0"/>
            </a:endParaRPr>
          </a:p>
          <a:p>
            <a:pPr marL="182563" lvl="0" indent="-182563">
              <a:spcBef>
                <a:spcPts val="0"/>
              </a:spcBef>
              <a:buFont typeface="+mj-lt"/>
              <a:buAutoNum type="arabicPeriod"/>
              <a:defRPr/>
            </a:pPr>
            <a:r>
              <a:rPr lang="en-US" sz="1100" b="1" noProof="0">
                <a:solidFill>
                  <a:srgbClr val="031F30"/>
                </a:solidFill>
                <a:latin typeface="Aptos" panose="020B0004020202020204" pitchFamily="34" charset="0"/>
              </a:rPr>
              <a:t>Stakeholder interviews and workshops</a:t>
            </a:r>
          </a:p>
          <a:p>
            <a:pPr marL="358775" lvl="1" indent="-176213">
              <a:spcBef>
                <a:spcPts val="0"/>
              </a:spcBef>
              <a:buFont typeface="Wingdings" panose="05000000000000000000" pitchFamily="2" charset="2"/>
              <a:buChar char="§"/>
              <a:defRPr/>
            </a:pPr>
            <a:r>
              <a:rPr lang="en-US" sz="1100" noProof="0">
                <a:solidFill>
                  <a:srgbClr val="031F30"/>
                </a:solidFill>
                <a:latin typeface="Aptos" panose="020B0004020202020204" pitchFamily="34" charset="0"/>
              </a:rPr>
              <a:t>Conduct interviews with business, technology, architecture, security, operations, legal, privacy and procurement stakeholders.</a:t>
            </a:r>
          </a:p>
          <a:p>
            <a:pPr marL="358775" lvl="1" indent="-176213">
              <a:spcBef>
                <a:spcPts val="0"/>
              </a:spcBef>
              <a:buFont typeface="Wingdings" panose="05000000000000000000" pitchFamily="2" charset="2"/>
              <a:buChar char="§"/>
              <a:defRPr/>
            </a:pPr>
            <a:r>
              <a:rPr lang="en-US" sz="1100" noProof="0">
                <a:solidFill>
                  <a:srgbClr val="031F30"/>
                </a:solidFill>
                <a:latin typeface="Aptos" panose="020B0004020202020204" pitchFamily="34" charset="0"/>
              </a:rPr>
              <a:t>Understand current operating models, supplier relationships, technical dependencies, governance processes and known constraints.</a:t>
            </a:r>
          </a:p>
          <a:p>
            <a:pPr marL="358775" lvl="1" indent="-176213">
              <a:spcBef>
                <a:spcPts val="0"/>
              </a:spcBef>
              <a:buFont typeface="Wingdings" panose="05000000000000000000" pitchFamily="2" charset="2"/>
              <a:buChar char="§"/>
              <a:defRPr/>
            </a:pPr>
            <a:r>
              <a:rPr lang="en-US" sz="1100" noProof="0">
                <a:solidFill>
                  <a:srgbClr val="031F30"/>
                </a:solidFill>
                <a:latin typeface="Aptos" panose="020B0004020202020204" pitchFamily="34" charset="0"/>
              </a:rPr>
              <a:t>Capture current control ownership, decision rights, operational responsibilities and escalation paths.</a:t>
            </a:r>
          </a:p>
          <a:p>
            <a:pPr marL="358775" lvl="1" indent="-176213">
              <a:spcBef>
                <a:spcPts val="0"/>
              </a:spcBef>
              <a:buFont typeface="Wingdings" panose="05000000000000000000" pitchFamily="2" charset="2"/>
              <a:buChar char="§"/>
              <a:defRPr/>
            </a:pPr>
            <a:r>
              <a:rPr lang="en-US" sz="1100" noProof="0">
                <a:solidFill>
                  <a:srgbClr val="031F30"/>
                </a:solidFill>
                <a:latin typeface="Aptos" panose="020B0004020202020204" pitchFamily="34" charset="0"/>
              </a:rPr>
              <a:t>Identify perceived risks, pain points, known gaps and existing mitigation initiatives.</a:t>
            </a:r>
          </a:p>
          <a:p>
            <a:pPr marL="358775" lvl="1" indent="-176213">
              <a:spcBef>
                <a:spcPts val="0"/>
              </a:spcBef>
              <a:buFont typeface="Wingdings" panose="05000000000000000000" pitchFamily="2" charset="2"/>
              <a:buChar char="§"/>
              <a:defRPr/>
            </a:pPr>
            <a:r>
              <a:rPr lang="en-US" sz="1100" noProof="0">
                <a:solidFill>
                  <a:srgbClr val="031F30"/>
                </a:solidFill>
                <a:latin typeface="Aptos" panose="020B0004020202020204" pitchFamily="34" charset="0"/>
              </a:rPr>
              <a:t>Validate evidence and clarify inconsistencies between documentation and actual operating practices.</a:t>
            </a:r>
          </a:p>
        </p:txBody>
      </p:sp>
      <p:grpSp>
        <p:nvGrpSpPr>
          <p:cNvPr id="31" name="Grupo 15">
            <a:extLst>
              <a:ext uri="{FF2B5EF4-FFF2-40B4-BE49-F238E27FC236}">
                <a16:creationId xmlns:a16="http://schemas.microsoft.com/office/drawing/2014/main" id="{812302DD-0395-FA2B-29A8-A145DA83F4B9}"/>
              </a:ext>
            </a:extLst>
          </p:cNvPr>
          <p:cNvGrpSpPr/>
          <p:nvPr/>
        </p:nvGrpSpPr>
        <p:grpSpPr>
          <a:xfrm>
            <a:off x="9555195" y="2094391"/>
            <a:ext cx="2449828" cy="257369"/>
            <a:chOff x="9809405" y="6465658"/>
            <a:chExt cx="2449828" cy="366723"/>
          </a:xfrm>
        </p:grpSpPr>
        <p:sp>
          <p:nvSpPr>
            <p:cNvPr id="42" name="CuadroTexto 20">
              <a:extLst>
                <a:ext uri="{FF2B5EF4-FFF2-40B4-BE49-F238E27FC236}">
                  <a16:creationId xmlns:a16="http://schemas.microsoft.com/office/drawing/2014/main" id="{337F0759-8E59-9EC5-E35D-C41C202A9643}"/>
                </a:ext>
              </a:extLst>
            </p:cNvPr>
            <p:cNvSpPr txBox="1"/>
            <p:nvPr/>
          </p:nvSpPr>
          <p:spPr>
            <a:xfrm>
              <a:off x="9809405" y="6465658"/>
              <a:ext cx="1744443" cy="366723"/>
            </a:xfrm>
            <a:prstGeom prst="rect">
              <a:avLst/>
            </a:prstGeom>
            <a:solidFill>
              <a:srgbClr val="70A1C0"/>
            </a:solidFill>
          </p:spPr>
          <p:txBody>
            <a:bodyPr wrap="square" lIns="90000" tIns="36000" rIns="36000" bIns="36000" rtlCol="0" anchor="ctr">
              <a:spAutoFit/>
            </a:bodyPr>
            <a:lstStyle/>
            <a:p>
              <a:pPr marL="0" marR="0" lvl="0" indent="0" algn="l" defTabSz="91429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Aptos" panose="020B0004020202020204" pitchFamily="34" charset="0"/>
                </a:rPr>
                <a:t>IAG Implication</a:t>
              </a:r>
              <a:endParaRPr kumimoji="0" lang="en-US" sz="1200" b="1" i="0" u="none" strike="noStrike" kern="0" cap="none" spc="0" normalizeH="0" baseline="0" noProof="0">
                <a:ln>
                  <a:noFill/>
                </a:ln>
                <a:solidFill>
                  <a:srgbClr val="BD6F5A"/>
                </a:solidFill>
                <a:effectLst/>
                <a:uLnTx/>
                <a:uFillTx/>
                <a:latin typeface="Aptos" panose="020B0004020202020204" pitchFamily="34" charset="0"/>
              </a:endParaRPr>
            </a:p>
          </p:txBody>
        </p:sp>
        <p:sp>
          <p:nvSpPr>
            <p:cNvPr id="43" name="Rectángulo 21">
              <a:extLst>
                <a:ext uri="{FF2B5EF4-FFF2-40B4-BE49-F238E27FC236}">
                  <a16:creationId xmlns:a16="http://schemas.microsoft.com/office/drawing/2014/main" id="{D343B2ED-4882-625D-FC62-F2AA256E9043}"/>
                </a:ext>
              </a:extLst>
            </p:cNvPr>
            <p:cNvSpPr/>
            <p:nvPr/>
          </p:nvSpPr>
          <p:spPr>
            <a:xfrm>
              <a:off x="11247331" y="6465658"/>
              <a:ext cx="1011902" cy="366723"/>
            </a:xfrm>
            <a:prstGeom prst="rect">
              <a:avLst/>
            </a:prstGeom>
            <a:solidFill>
              <a:srgbClr val="CFE0EA"/>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31F30"/>
                  </a:solidFill>
                  <a:effectLst/>
                  <a:uLnTx/>
                  <a:uFillTx/>
                  <a:latin typeface="Aptos" panose="020B0004020202020204" pitchFamily="34" charset="0"/>
                </a:rPr>
                <a:t>High</a:t>
              </a:r>
            </a:p>
          </p:txBody>
        </p:sp>
      </p:grpSp>
      <p:grpSp>
        <p:nvGrpSpPr>
          <p:cNvPr id="44" name="Group 43">
            <a:extLst>
              <a:ext uri="{FF2B5EF4-FFF2-40B4-BE49-F238E27FC236}">
                <a16:creationId xmlns:a16="http://schemas.microsoft.com/office/drawing/2014/main" id="{6F14F932-2F77-A728-023D-4BC7327DE25D}"/>
              </a:ext>
            </a:extLst>
          </p:cNvPr>
          <p:cNvGrpSpPr/>
          <p:nvPr/>
        </p:nvGrpSpPr>
        <p:grpSpPr>
          <a:xfrm>
            <a:off x="7353297" y="2094390"/>
            <a:ext cx="2053589" cy="257369"/>
            <a:chOff x="7105369" y="2974983"/>
            <a:chExt cx="2310537" cy="257369"/>
          </a:xfrm>
        </p:grpSpPr>
        <p:sp>
          <p:nvSpPr>
            <p:cNvPr id="45" name="CuadroTexto 20">
              <a:extLst>
                <a:ext uri="{FF2B5EF4-FFF2-40B4-BE49-F238E27FC236}">
                  <a16:creationId xmlns:a16="http://schemas.microsoft.com/office/drawing/2014/main" id="{58C1A5FC-CCBA-A2A3-FEAC-E06D2453C59C}"/>
                </a:ext>
              </a:extLst>
            </p:cNvPr>
            <p:cNvSpPr txBox="1"/>
            <p:nvPr/>
          </p:nvSpPr>
          <p:spPr>
            <a:xfrm>
              <a:off x="7105369" y="2974983"/>
              <a:ext cx="1384582" cy="257369"/>
            </a:xfrm>
            <a:prstGeom prst="rect">
              <a:avLst/>
            </a:prstGeom>
            <a:solidFill>
              <a:srgbClr val="70A1C0"/>
            </a:solidFill>
          </p:spPr>
          <p:txBody>
            <a:bodyPr wrap="square" lIns="90000" tIns="36000" rIns="36000" bIns="36000" rtlCol="0" anchor="ctr">
              <a:spAutoFit/>
            </a:bodyPr>
            <a:lstStyle/>
            <a:p>
              <a:pPr marL="0" marR="0" lvl="0" indent="0" algn="l" defTabSz="91429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Aptos" panose="020B0004020202020204" pitchFamily="34" charset="0"/>
                </a:rPr>
                <a:t>Duration</a:t>
              </a:r>
              <a:endParaRPr kumimoji="0" lang="en-US" sz="1200" b="1" i="0" u="none" strike="noStrike" kern="0" cap="none" spc="0" normalizeH="0" baseline="0" noProof="0">
                <a:ln>
                  <a:noFill/>
                </a:ln>
                <a:solidFill>
                  <a:srgbClr val="BD6F5A"/>
                </a:solidFill>
                <a:effectLst/>
                <a:uLnTx/>
                <a:uFillTx/>
                <a:latin typeface="Aptos" panose="020B0004020202020204" pitchFamily="34" charset="0"/>
              </a:endParaRPr>
            </a:p>
          </p:txBody>
        </p:sp>
        <p:sp>
          <p:nvSpPr>
            <p:cNvPr id="46" name="Rectángulo 21">
              <a:extLst>
                <a:ext uri="{FF2B5EF4-FFF2-40B4-BE49-F238E27FC236}">
                  <a16:creationId xmlns:a16="http://schemas.microsoft.com/office/drawing/2014/main" id="{808896E8-9935-CF02-4966-74DBBC2EDAB7}"/>
                </a:ext>
              </a:extLst>
            </p:cNvPr>
            <p:cNvSpPr/>
            <p:nvPr/>
          </p:nvSpPr>
          <p:spPr>
            <a:xfrm>
              <a:off x="8231121" y="2974983"/>
              <a:ext cx="1184785" cy="257369"/>
            </a:xfrm>
            <a:prstGeom prst="rect">
              <a:avLst/>
            </a:prstGeom>
            <a:solidFill>
              <a:srgbClr val="CFE0EA"/>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31F30"/>
                  </a:solidFill>
                  <a:effectLst/>
                  <a:uLnTx/>
                  <a:uFillTx/>
                  <a:latin typeface="Aptos" panose="020B0004020202020204" pitchFamily="34" charset="0"/>
                </a:rPr>
                <a:t>7 </a:t>
              </a:r>
              <a:r>
                <a:rPr lang="en-US" sz="1200" b="1" noProof="0">
                  <a:solidFill>
                    <a:srgbClr val="031F30"/>
                  </a:solidFill>
                  <a:latin typeface="Aptos" panose="020B0004020202020204" pitchFamily="34" charset="0"/>
                </a:rPr>
                <a:t>w</a:t>
              </a:r>
              <a:r>
                <a:rPr kumimoji="0" lang="en-US" sz="1200" b="1" i="0" u="none" strike="noStrike" kern="1200" cap="none" spc="0" normalizeH="0" baseline="0" noProof="0">
                  <a:ln>
                    <a:noFill/>
                  </a:ln>
                  <a:solidFill>
                    <a:srgbClr val="031F30"/>
                  </a:solidFill>
                  <a:effectLst/>
                  <a:uLnTx/>
                  <a:uFillTx/>
                  <a:latin typeface="Aptos" panose="020B0004020202020204" pitchFamily="34" charset="0"/>
                </a:rPr>
                <a:t>eeks</a:t>
              </a:r>
            </a:p>
          </p:txBody>
        </p:sp>
      </p:grpSp>
      <p:grpSp>
        <p:nvGrpSpPr>
          <p:cNvPr id="47" name="Group 46">
            <a:extLst>
              <a:ext uri="{FF2B5EF4-FFF2-40B4-BE49-F238E27FC236}">
                <a16:creationId xmlns:a16="http://schemas.microsoft.com/office/drawing/2014/main" id="{4E2E1B9F-31E3-567A-DF52-455FAEB4DAA1}"/>
              </a:ext>
            </a:extLst>
          </p:cNvPr>
          <p:cNvGrpSpPr/>
          <p:nvPr/>
        </p:nvGrpSpPr>
        <p:grpSpPr>
          <a:xfrm>
            <a:off x="7278541" y="3990491"/>
            <a:ext cx="4753099" cy="1156891"/>
            <a:chOff x="7019880" y="3944059"/>
            <a:chExt cx="4753099" cy="1156891"/>
          </a:xfrm>
        </p:grpSpPr>
        <p:sp>
          <p:nvSpPr>
            <p:cNvPr id="48" name="CuadroTexto 3">
              <a:extLst>
                <a:ext uri="{FF2B5EF4-FFF2-40B4-BE49-F238E27FC236}">
                  <a16:creationId xmlns:a16="http://schemas.microsoft.com/office/drawing/2014/main" id="{62B7CD76-A5A9-42EE-842A-2E499A123871}"/>
                </a:ext>
              </a:extLst>
            </p:cNvPr>
            <p:cNvSpPr txBox="1"/>
            <p:nvPr/>
          </p:nvSpPr>
          <p:spPr>
            <a:xfrm>
              <a:off x="7019880" y="3944059"/>
              <a:ext cx="2462978" cy="338554"/>
            </a:xfrm>
            <a:prstGeom prst="rect">
              <a:avLst/>
            </a:prstGeom>
            <a:noFill/>
          </p:spPr>
          <p:txBody>
            <a:bodyPr wrap="square" lIns="91440" tIns="45720" rIns="91440" bIns="45720" rtlCol="0" anchor="t">
              <a:spAutoFit/>
            </a:bodyPr>
            <a:lstStyle/>
            <a:p>
              <a:pPr marL="0" marR="0" lvl="0" indent="0" algn="l" defTabSz="91429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effectLst/>
                  <a:uLnTx/>
                  <a:uFillTx/>
                  <a:latin typeface="Aptos" panose="020B0004020202020204" pitchFamily="34" charset="0"/>
                </a:rPr>
                <a:t>Deliverables</a:t>
              </a:r>
            </a:p>
          </p:txBody>
        </p:sp>
        <p:sp>
          <p:nvSpPr>
            <p:cNvPr id="49" name="Marcador de texto 38">
              <a:extLst>
                <a:ext uri="{FF2B5EF4-FFF2-40B4-BE49-F238E27FC236}">
                  <a16:creationId xmlns:a16="http://schemas.microsoft.com/office/drawing/2014/main" id="{670BFD09-4855-FF8C-B7DE-BA4A9CA0DAA9}"/>
                </a:ext>
              </a:extLst>
            </p:cNvPr>
            <p:cNvSpPr txBox="1">
              <a:spLocks/>
            </p:cNvSpPr>
            <p:nvPr/>
          </p:nvSpPr>
          <p:spPr>
            <a:xfrm>
              <a:off x="7096353" y="4238645"/>
              <a:ext cx="4676626" cy="862305"/>
            </a:xfrm>
            <a:prstGeom prst="rect">
              <a:avLst/>
            </a:prstGeom>
          </p:spPr>
          <p:txBody>
            <a:bodyPr lIns="36000" tIns="45720" rIns="36000" bIns="45720" anchor="t"/>
            <a:lstStyle>
              <a:lvl1pPr marL="342898" indent="-342898"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742947" indent="-285749"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2994"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192"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390"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588"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82"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defRPr/>
              </a:pPr>
              <a:r>
                <a:rPr kumimoji="0" lang="en-US" sz="1100" b="1" i="0" u="none" strike="noStrike" kern="1200" cap="none" spc="0" normalizeH="0" baseline="0" noProof="0">
                  <a:ln>
                    <a:noFill/>
                  </a:ln>
                  <a:effectLst/>
                  <a:uLnTx/>
                  <a:uFillTx/>
                  <a:latin typeface="Aptos" panose="020B0004020202020204" pitchFamily="34" charset="0"/>
                  <a:cs typeface="Arial"/>
                </a:rPr>
                <a:t>D2.1. </a:t>
              </a:r>
              <a:r>
                <a:rPr kumimoji="0" lang="en-US" sz="1100" i="0" u="none" strike="noStrike" kern="1200" cap="none" spc="0" normalizeH="0" baseline="0" noProof="0">
                  <a:ln>
                    <a:noFill/>
                  </a:ln>
                  <a:effectLst/>
                  <a:uLnTx/>
                  <a:uFillTx/>
                  <a:latin typeface="Aptos" panose="020B0004020202020204" pitchFamily="34" charset="0"/>
                  <a:cs typeface="Arial"/>
                </a:rPr>
                <a:t>Evidence Collection Tracker</a:t>
              </a:r>
              <a:endParaRPr lang="en-US" noProof="0">
                <a:latin typeface="Aptos" panose="020B0004020202020204" pitchFamily="34" charset="0"/>
              </a:endParaRPr>
            </a:p>
            <a:p>
              <a:pPr>
                <a:buNone/>
                <a:defRPr/>
              </a:pPr>
              <a:r>
                <a:rPr lang="en-US" sz="1100" b="1" noProof="0">
                  <a:latin typeface="Aptos" panose="020B0004020202020204" pitchFamily="34" charset="0"/>
                  <a:cs typeface="Arial"/>
                </a:rPr>
                <a:t>D2.2.</a:t>
              </a:r>
              <a:r>
                <a:rPr lang="en-US" sz="1100" noProof="0">
                  <a:latin typeface="Aptos" panose="020B0004020202020204" pitchFamily="34" charset="0"/>
                  <a:cs typeface="Arial"/>
                </a:rPr>
                <a:t> Completed Assessment Questionnaires</a:t>
              </a:r>
              <a:endParaRPr lang="en-US" noProof="0">
                <a:latin typeface="Aptos" panose="020B0004020202020204" pitchFamily="34" charset="0"/>
              </a:endParaRPr>
            </a:p>
          </p:txBody>
        </p:sp>
      </p:grpSp>
      <p:grpSp>
        <p:nvGrpSpPr>
          <p:cNvPr id="50" name="Group 49">
            <a:extLst>
              <a:ext uri="{FF2B5EF4-FFF2-40B4-BE49-F238E27FC236}">
                <a16:creationId xmlns:a16="http://schemas.microsoft.com/office/drawing/2014/main" id="{FC131D79-B955-F411-9774-946BB2E0F97B}"/>
              </a:ext>
            </a:extLst>
          </p:cNvPr>
          <p:cNvGrpSpPr/>
          <p:nvPr/>
        </p:nvGrpSpPr>
        <p:grpSpPr>
          <a:xfrm>
            <a:off x="7278541" y="2448613"/>
            <a:ext cx="4634057" cy="1495446"/>
            <a:chOff x="7019880" y="2448613"/>
            <a:chExt cx="4634057" cy="1495446"/>
          </a:xfrm>
        </p:grpSpPr>
        <p:sp>
          <p:nvSpPr>
            <p:cNvPr id="51" name="CuadroTexto 60">
              <a:extLst>
                <a:ext uri="{FF2B5EF4-FFF2-40B4-BE49-F238E27FC236}">
                  <a16:creationId xmlns:a16="http://schemas.microsoft.com/office/drawing/2014/main" id="{7DC4FD97-35C7-28B0-F55D-1073138F3537}"/>
                </a:ext>
              </a:extLst>
            </p:cNvPr>
            <p:cNvSpPr txBox="1"/>
            <p:nvPr/>
          </p:nvSpPr>
          <p:spPr>
            <a:xfrm>
              <a:off x="7019880" y="2448613"/>
              <a:ext cx="3549662" cy="338554"/>
            </a:xfrm>
            <a:prstGeom prst="rect">
              <a:avLst/>
            </a:prstGeom>
            <a:noFill/>
          </p:spPr>
          <p:txBody>
            <a:bodyPr wrap="square" lIns="91440" tIns="45720" rIns="91440" bIns="45720" rtlCol="0" anchor="t">
              <a:spAutoFit/>
            </a:bodyPr>
            <a:lstStyle/>
            <a:p>
              <a:pPr marL="0" marR="0" lvl="0" indent="0" algn="l" defTabSz="91429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effectLst/>
                  <a:uLnTx/>
                  <a:uFillTx/>
                  <a:latin typeface="Aptos" panose="020B0004020202020204" pitchFamily="34" charset="0"/>
                </a:rPr>
                <a:t>Accelerators &amp; Mechanisms</a:t>
              </a:r>
            </a:p>
          </p:txBody>
        </p:sp>
        <p:sp>
          <p:nvSpPr>
            <p:cNvPr id="52" name="Marcador de texto 38">
              <a:extLst>
                <a:ext uri="{FF2B5EF4-FFF2-40B4-BE49-F238E27FC236}">
                  <a16:creationId xmlns:a16="http://schemas.microsoft.com/office/drawing/2014/main" id="{60D72C8E-AC0B-F99E-8477-A5C56A148402}"/>
                </a:ext>
              </a:extLst>
            </p:cNvPr>
            <p:cNvSpPr txBox="1">
              <a:spLocks/>
            </p:cNvSpPr>
            <p:nvPr/>
          </p:nvSpPr>
          <p:spPr>
            <a:xfrm>
              <a:off x="7070434" y="2743200"/>
              <a:ext cx="4583503" cy="1200859"/>
            </a:xfrm>
            <a:prstGeom prst="rect">
              <a:avLst/>
            </a:prstGeom>
          </p:spPr>
          <p:txBody>
            <a:bodyPr lIns="36000" rIns="36000"/>
            <a:lstStyle>
              <a:lvl1pPr marL="342898" indent="-342898"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742947" indent="-285749"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2994"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192"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390"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588"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82"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82563" lvl="0" indent="-182563">
                <a:spcBef>
                  <a:spcPts val="0"/>
                </a:spcBef>
                <a:spcAft>
                  <a:spcPts val="600"/>
                </a:spcAft>
                <a:buFont typeface="Wingdings" panose="05000000000000000000" pitchFamily="2" charset="2"/>
                <a:buChar char="§"/>
                <a:defRPr/>
              </a:pPr>
              <a:r>
                <a:rPr lang="en-US" sz="1050" noProof="0">
                  <a:latin typeface="Aptos" panose="020B0004020202020204" pitchFamily="34" charset="0"/>
                </a:rPr>
                <a:t>Evidence tracker and completeness dashboard</a:t>
              </a:r>
            </a:p>
            <a:p>
              <a:pPr marL="182563" lvl="0" indent="-182563">
                <a:spcBef>
                  <a:spcPts val="0"/>
                </a:spcBef>
                <a:spcAft>
                  <a:spcPts val="600"/>
                </a:spcAft>
                <a:buFont typeface="Wingdings" panose="05000000000000000000" pitchFamily="2" charset="2"/>
                <a:buChar char="§"/>
                <a:defRPr/>
              </a:pPr>
              <a:r>
                <a:rPr lang="en-US" sz="1050" noProof="0">
                  <a:latin typeface="Aptos" panose="020B0004020202020204" pitchFamily="34" charset="0"/>
                </a:rPr>
                <a:t>Structured interview guides</a:t>
              </a:r>
            </a:p>
            <a:p>
              <a:pPr marL="182563" lvl="0" indent="-182563">
                <a:spcBef>
                  <a:spcPts val="0"/>
                </a:spcBef>
                <a:spcAft>
                  <a:spcPts val="600"/>
                </a:spcAft>
                <a:buFont typeface="Wingdings" panose="05000000000000000000" pitchFamily="2" charset="2"/>
                <a:buChar char="§"/>
                <a:defRPr/>
              </a:pPr>
              <a:r>
                <a:rPr lang="en-US" sz="1050" noProof="0">
                  <a:latin typeface="Aptos" panose="020B0004020202020204" pitchFamily="34" charset="0"/>
                </a:rPr>
                <a:t>Supplier and system assessment templates</a:t>
              </a:r>
            </a:p>
            <a:p>
              <a:pPr marL="182563" lvl="0" indent="-182563">
                <a:spcBef>
                  <a:spcPts val="0"/>
                </a:spcBef>
                <a:spcAft>
                  <a:spcPts val="600"/>
                </a:spcAft>
                <a:buFont typeface="Wingdings" panose="05000000000000000000" pitchFamily="2" charset="2"/>
                <a:buChar char="§"/>
                <a:defRPr/>
              </a:pPr>
              <a:r>
                <a:rPr kumimoji="0" lang="en-US" sz="1050" b="0" i="0" u="none" strike="noStrike" kern="1200" cap="none" spc="0" normalizeH="0" baseline="0" noProof="0">
                  <a:ln>
                    <a:noFill/>
                  </a:ln>
                  <a:effectLst/>
                  <a:uLnTx/>
                  <a:uFillTx/>
                  <a:latin typeface="Aptos" panose="020B0004020202020204" pitchFamily="34" charset="0"/>
                </a:rPr>
                <a:t>Periodic assessment working sessions</a:t>
              </a:r>
            </a:p>
          </p:txBody>
        </p:sp>
      </p:grpSp>
      <p:grpSp>
        <p:nvGrpSpPr>
          <p:cNvPr id="53" name="Group 52">
            <a:extLst>
              <a:ext uri="{FF2B5EF4-FFF2-40B4-BE49-F238E27FC236}">
                <a16:creationId xmlns:a16="http://schemas.microsoft.com/office/drawing/2014/main" id="{E795B464-CC72-365F-E979-9506585BC461}"/>
              </a:ext>
            </a:extLst>
          </p:cNvPr>
          <p:cNvGrpSpPr/>
          <p:nvPr/>
        </p:nvGrpSpPr>
        <p:grpSpPr>
          <a:xfrm>
            <a:off x="7278541" y="5057485"/>
            <a:ext cx="4634057" cy="1302379"/>
            <a:chOff x="7019880" y="5196134"/>
            <a:chExt cx="4634057" cy="1302379"/>
          </a:xfrm>
        </p:grpSpPr>
        <p:sp>
          <p:nvSpPr>
            <p:cNvPr id="54" name="CuadroTexto 22">
              <a:extLst>
                <a:ext uri="{FF2B5EF4-FFF2-40B4-BE49-F238E27FC236}">
                  <a16:creationId xmlns:a16="http://schemas.microsoft.com/office/drawing/2014/main" id="{28B73970-6DF8-6191-BAE8-9781EAA1D2A8}"/>
                </a:ext>
              </a:extLst>
            </p:cNvPr>
            <p:cNvSpPr txBox="1"/>
            <p:nvPr/>
          </p:nvSpPr>
          <p:spPr>
            <a:xfrm>
              <a:off x="7019880" y="5196134"/>
              <a:ext cx="2698477" cy="338554"/>
            </a:xfrm>
            <a:prstGeom prst="rect">
              <a:avLst/>
            </a:prstGeom>
            <a:noFill/>
          </p:spPr>
          <p:txBody>
            <a:bodyPr wrap="square" lIns="91440" tIns="45720" rIns="91440" bIns="45720" rtlCol="0" anchor="t">
              <a:spAutoFit/>
            </a:bodyPr>
            <a:lstStyle/>
            <a:p>
              <a:pPr marL="0" marR="0" lvl="0" indent="0" algn="l" defTabSz="91429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effectLst/>
                  <a:uLnTx/>
                  <a:uFillTx/>
                  <a:latin typeface="Aptos" panose="020B0004020202020204" pitchFamily="34" charset="0"/>
                </a:rPr>
                <a:t>IAG Resources</a:t>
              </a:r>
            </a:p>
          </p:txBody>
        </p:sp>
        <p:sp>
          <p:nvSpPr>
            <p:cNvPr id="55" name="Marcador de texto 38">
              <a:extLst>
                <a:ext uri="{FF2B5EF4-FFF2-40B4-BE49-F238E27FC236}">
                  <a16:creationId xmlns:a16="http://schemas.microsoft.com/office/drawing/2014/main" id="{BA461781-4677-C7EF-8A20-3D3B9E2CF8EB}"/>
                </a:ext>
              </a:extLst>
            </p:cNvPr>
            <p:cNvSpPr txBox="1">
              <a:spLocks/>
            </p:cNvSpPr>
            <p:nvPr/>
          </p:nvSpPr>
          <p:spPr>
            <a:xfrm>
              <a:off x="7070434" y="5490721"/>
              <a:ext cx="4583503" cy="1007792"/>
            </a:xfrm>
            <a:prstGeom prst="rect">
              <a:avLst/>
            </a:prstGeom>
          </p:spPr>
          <p:txBody>
            <a:bodyPr lIns="36000" tIns="45720" rIns="36000" bIns="45720" numCol="2" anchor="t"/>
            <a:lstStyle>
              <a:lvl1pPr marL="342898" indent="-342898"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742947" indent="-285749"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2994"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192"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390"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588"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82"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82245" indent="-182245">
                <a:spcBef>
                  <a:spcPts val="0"/>
                </a:spcBef>
                <a:spcAft>
                  <a:spcPts val="600"/>
                </a:spcAft>
                <a:buFont typeface="Wingdings" panose="05000000000000000000" pitchFamily="2" charset="2"/>
                <a:buChar char="§"/>
                <a:defRPr/>
              </a:pPr>
              <a:r>
                <a:rPr lang="en-US" sz="1050" noProof="0">
                  <a:latin typeface="Aptos" panose="020B0004020202020204" pitchFamily="34" charset="0"/>
                  <a:cs typeface="Arial"/>
                </a:rPr>
                <a:t>Executive Sponsor / Project Lead</a:t>
              </a:r>
              <a:endParaRPr lang="en-US" noProof="0">
                <a:latin typeface="Aptos" panose="020B0004020202020204" pitchFamily="34" charset="0"/>
              </a:endParaRPr>
            </a:p>
            <a:p>
              <a:pPr marL="182245" indent="-182245">
                <a:spcBef>
                  <a:spcPts val="0"/>
                </a:spcBef>
                <a:spcAft>
                  <a:spcPts val="600"/>
                </a:spcAft>
                <a:buFont typeface="Wingdings" panose="05000000000000000000" pitchFamily="2" charset="2"/>
                <a:buChar char="§"/>
                <a:defRPr/>
              </a:pPr>
              <a:r>
                <a:rPr lang="en-US" sz="1050" noProof="0">
                  <a:latin typeface="Aptos" panose="020B0004020202020204" pitchFamily="34" charset="0"/>
                  <a:cs typeface="Arial"/>
                </a:rPr>
                <a:t>Enterprise Architects</a:t>
              </a:r>
            </a:p>
            <a:p>
              <a:pPr marL="182245" indent="-182245">
                <a:spcBef>
                  <a:spcPts val="0"/>
                </a:spcBef>
                <a:spcAft>
                  <a:spcPts val="600"/>
                </a:spcAft>
                <a:buFont typeface="Wingdings" panose="05000000000000000000" pitchFamily="2" charset="2"/>
                <a:buChar char="§"/>
                <a:defRPr/>
              </a:pPr>
              <a:r>
                <a:rPr lang="en-US" sz="1050" noProof="0">
                  <a:latin typeface="Aptos" panose="020B0004020202020204" pitchFamily="34" charset="0"/>
                  <a:cs typeface="Arial"/>
                </a:rPr>
                <a:t>System Owners</a:t>
              </a:r>
            </a:p>
            <a:p>
              <a:pPr marL="182245" indent="-182245">
                <a:spcBef>
                  <a:spcPts val="0"/>
                </a:spcBef>
                <a:spcAft>
                  <a:spcPts val="600"/>
                </a:spcAft>
                <a:buFont typeface="Wingdings" panose="05000000000000000000" pitchFamily="2" charset="2"/>
                <a:buChar char="§"/>
                <a:defRPr/>
              </a:pPr>
              <a:r>
                <a:rPr lang="en-US" sz="1050" noProof="0">
                  <a:latin typeface="Aptos" panose="020B0004020202020204" pitchFamily="34" charset="0"/>
                  <a:cs typeface="Arial"/>
                </a:rPr>
                <a:t>Cloud / Infra. Platform Owners</a:t>
              </a:r>
            </a:p>
            <a:p>
              <a:pPr marL="182245" indent="-182245">
                <a:spcBef>
                  <a:spcPts val="0"/>
                </a:spcBef>
                <a:spcAft>
                  <a:spcPts val="600"/>
                </a:spcAft>
                <a:buFont typeface="Wingdings" panose="05000000000000000000" pitchFamily="2" charset="2"/>
                <a:buChar char="§"/>
                <a:defRPr/>
              </a:pPr>
              <a:r>
                <a:rPr lang="en-US" sz="1050" noProof="0">
                  <a:latin typeface="Aptos" panose="020B0004020202020204" pitchFamily="34" charset="0"/>
                  <a:cs typeface="Arial"/>
                </a:rPr>
                <a:t>Cybersecurity / Data Protection</a:t>
              </a:r>
            </a:p>
            <a:p>
              <a:pPr marL="182245" indent="-182245">
                <a:spcBef>
                  <a:spcPts val="0"/>
                </a:spcBef>
                <a:spcAft>
                  <a:spcPts val="600"/>
                </a:spcAft>
                <a:buFont typeface="Wingdings" panose="05000000000000000000" pitchFamily="2" charset="2"/>
                <a:buChar char="§"/>
                <a:defRPr/>
              </a:pPr>
              <a:r>
                <a:rPr lang="en-US" sz="1050" noProof="0">
                  <a:latin typeface="Aptos" panose="020B0004020202020204" pitchFamily="34" charset="0"/>
                  <a:cs typeface="Arial"/>
                </a:rPr>
                <a:t>Legal &amp; Regulatory</a:t>
              </a:r>
            </a:p>
            <a:p>
              <a:pPr marL="182245" indent="-182245">
                <a:spcBef>
                  <a:spcPts val="0"/>
                </a:spcBef>
                <a:spcAft>
                  <a:spcPts val="600"/>
                </a:spcAft>
                <a:buFont typeface="Wingdings" panose="05000000000000000000" pitchFamily="2" charset="2"/>
                <a:buChar char="§"/>
                <a:defRPr/>
              </a:pPr>
              <a:r>
                <a:rPr lang="en-US" sz="1050" noProof="0">
                  <a:latin typeface="Aptos" panose="020B0004020202020204" pitchFamily="34" charset="0"/>
                  <a:cs typeface="Arial"/>
                </a:rPr>
                <a:t>Procurement &amp; Supplier Mngmt.</a:t>
              </a:r>
            </a:p>
            <a:p>
              <a:pPr marL="182245" indent="-182245">
                <a:spcBef>
                  <a:spcPts val="0"/>
                </a:spcBef>
                <a:spcAft>
                  <a:spcPts val="600"/>
                </a:spcAft>
                <a:buFont typeface="Wingdings" panose="05000000000000000000" pitchFamily="2" charset="2"/>
                <a:buChar char="§"/>
                <a:defRPr/>
              </a:pPr>
              <a:r>
                <a:rPr lang="en-US" sz="1050" noProof="0">
                  <a:latin typeface="Aptos" panose="020B0004020202020204" pitchFamily="34" charset="0"/>
                  <a:cs typeface="Arial"/>
                </a:rPr>
                <a:t>Service Mngmt. / IT Operations</a:t>
              </a:r>
              <a:endParaRPr lang="en-US" sz="1050" noProof="0">
                <a:latin typeface="Aptos" panose="020B0004020202020204" pitchFamily="34" charset="0"/>
              </a:endParaRPr>
            </a:p>
          </p:txBody>
        </p:sp>
      </p:grpSp>
    </p:spTree>
    <p:extLst>
      <p:ext uri="{BB962C8B-B14F-4D97-AF65-F5344CB8AC3E}">
        <p14:creationId xmlns:p14="http://schemas.microsoft.com/office/powerpoint/2010/main" val="31538773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5B59F-EF8F-DD53-7481-E5E529375A53}"/>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5E691928-81DE-40D7-AB5D-03F15412CF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5E691928-81DE-40D7-AB5D-03F15412CF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8E1EDCEC-5FB2-95ED-16FA-C12D9273C568}"/>
              </a:ext>
            </a:extLst>
          </p:cNvPr>
          <p:cNvSpPr>
            <a:spLocks noGrp="1"/>
          </p:cNvSpPr>
          <p:nvPr>
            <p:ph type="body" sz="quarter" idx="10"/>
          </p:nvPr>
        </p:nvSpPr>
        <p:spPr>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latin typeface="Aptos" panose="020B0004020202020204" pitchFamily="34" charset="0"/>
              </a:rPr>
              <a:t>A Phased Execution Methodology</a:t>
            </a:r>
          </a:p>
        </p:txBody>
      </p:sp>
      <p:sp>
        <p:nvSpPr>
          <p:cNvPr id="30" name="Title 12">
            <a:extLst>
              <a:ext uri="{FF2B5EF4-FFF2-40B4-BE49-F238E27FC236}">
                <a16:creationId xmlns:a16="http://schemas.microsoft.com/office/drawing/2014/main" id="{6F69E361-10A1-6319-FD49-DD9E71FDE503}"/>
              </a:ext>
            </a:extLst>
          </p:cNvPr>
          <p:cNvSpPr>
            <a:spLocks noGrp="1"/>
          </p:cNvSpPr>
          <p:nvPr>
            <p:ph type="title"/>
          </p:nvPr>
        </p:nvSpPr>
        <p:spPr>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latin typeface="Aptos" panose="020B0004020202020204" pitchFamily="34" charset="0"/>
              </a:rPr>
              <a:t>Phase 2 - Information &amp; Documentation Discovery</a:t>
            </a:r>
          </a:p>
        </p:txBody>
      </p:sp>
      <p:sp>
        <p:nvSpPr>
          <p:cNvPr id="64" name="CuadroTexto 92">
            <a:extLst>
              <a:ext uri="{FF2B5EF4-FFF2-40B4-BE49-F238E27FC236}">
                <a16:creationId xmlns:a16="http://schemas.microsoft.com/office/drawing/2014/main" id="{EBA1848D-550D-003C-77D2-644BD4889A8D}"/>
              </a:ext>
            </a:extLst>
          </p:cNvPr>
          <p:cNvSpPr txBox="1"/>
          <p:nvPr/>
        </p:nvSpPr>
        <p:spPr>
          <a:xfrm>
            <a:off x="3442244" y="1320701"/>
            <a:ext cx="5307512" cy="400110"/>
          </a:xfrm>
          <a:prstGeom prst="rect">
            <a:avLst/>
          </a:prstGeom>
          <a:noFill/>
        </p:spPr>
        <p:txBody>
          <a:bodyPr wrap="square" l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effectLst/>
                <a:uLnTx/>
                <a:uFillTx/>
                <a:latin typeface="Aptos" panose="020B0004020202020204" pitchFamily="34" charset="0"/>
                <a:ea typeface="+mn-ea"/>
                <a:cs typeface="+mn-cs"/>
              </a:rPr>
              <a:t>DELIVERABLES - ILLUSTRATIVE EXAMPLES</a:t>
            </a:r>
            <a:endParaRPr kumimoji="0" lang="en-US" sz="1600" b="0" i="0" u="none" strike="noStrike" kern="1200" cap="none" spc="0" normalizeH="0" baseline="0" noProof="0">
              <a:ln>
                <a:noFill/>
              </a:ln>
              <a:effectLst/>
              <a:uLnTx/>
              <a:uFillTx/>
              <a:latin typeface="Aptos" panose="020B0004020202020204" pitchFamily="34" charset="0"/>
              <a:ea typeface="+mn-ea"/>
              <a:cs typeface="+mn-cs"/>
            </a:endParaRPr>
          </a:p>
        </p:txBody>
      </p:sp>
      <p:pic>
        <p:nvPicPr>
          <p:cNvPr id="28" name="Imagen 33">
            <a:extLst>
              <a:ext uri="{FF2B5EF4-FFF2-40B4-BE49-F238E27FC236}">
                <a16:creationId xmlns:a16="http://schemas.microsoft.com/office/drawing/2014/main" id="{C6EA27EE-0FA3-A706-D66D-DEC2BF393557}"/>
              </a:ext>
            </a:extLst>
          </p:cNvPr>
          <p:cNvPicPr>
            <a:picLocks noChangeAspect="1"/>
          </p:cNvPicPr>
          <p:nvPr/>
        </p:nvPicPr>
        <p:blipFill>
          <a:blip r:embed="rId5"/>
          <a:stretch>
            <a:fillRect/>
          </a:stretch>
        </p:blipFill>
        <p:spPr>
          <a:xfrm>
            <a:off x="2872024" y="1244126"/>
            <a:ext cx="570220" cy="570220"/>
          </a:xfrm>
          <a:prstGeom prst="rect">
            <a:avLst/>
          </a:prstGeom>
        </p:spPr>
      </p:pic>
      <p:grpSp>
        <p:nvGrpSpPr>
          <p:cNvPr id="31" name="Group 30">
            <a:extLst>
              <a:ext uri="{FF2B5EF4-FFF2-40B4-BE49-F238E27FC236}">
                <a16:creationId xmlns:a16="http://schemas.microsoft.com/office/drawing/2014/main" id="{68067BE9-2111-B6F8-8471-DA0B87567D26}"/>
              </a:ext>
            </a:extLst>
          </p:cNvPr>
          <p:cNvGrpSpPr/>
          <p:nvPr/>
        </p:nvGrpSpPr>
        <p:grpSpPr>
          <a:xfrm>
            <a:off x="8664871" y="358023"/>
            <a:ext cx="3216394" cy="335309"/>
            <a:chOff x="8664871" y="358023"/>
            <a:chExt cx="3216394" cy="335309"/>
          </a:xfrm>
        </p:grpSpPr>
        <p:pic>
          <p:nvPicPr>
            <p:cNvPr id="32" name="Picture 31">
              <a:extLst>
                <a:ext uri="{FF2B5EF4-FFF2-40B4-BE49-F238E27FC236}">
                  <a16:creationId xmlns:a16="http://schemas.microsoft.com/office/drawing/2014/main" id="{2F875842-5DAA-44F4-72EA-472248B76FD9}"/>
                </a:ext>
              </a:extLst>
            </p:cNvPr>
            <p:cNvPicPr>
              <a:picLocks noChangeAspect="1"/>
            </p:cNvPicPr>
            <p:nvPr/>
          </p:nvPicPr>
          <p:blipFill>
            <a:blip r:embed="rId6">
              <a:alphaModFix amt="30000"/>
            </a:blip>
            <a:stretch>
              <a:fillRect/>
            </a:stretch>
          </p:blipFill>
          <p:spPr>
            <a:xfrm>
              <a:off x="8664871" y="358023"/>
              <a:ext cx="993734" cy="335309"/>
            </a:xfrm>
            <a:prstGeom prst="rect">
              <a:avLst/>
            </a:prstGeom>
          </p:spPr>
        </p:pic>
        <p:pic>
          <p:nvPicPr>
            <p:cNvPr id="33" name="Picture 32">
              <a:extLst>
                <a:ext uri="{FF2B5EF4-FFF2-40B4-BE49-F238E27FC236}">
                  <a16:creationId xmlns:a16="http://schemas.microsoft.com/office/drawing/2014/main" id="{E5C565E4-12B1-717B-0AF0-73B69D11983B}"/>
                </a:ext>
              </a:extLst>
            </p:cNvPr>
            <p:cNvPicPr>
              <a:picLocks noChangeAspect="1"/>
            </p:cNvPicPr>
            <p:nvPr/>
          </p:nvPicPr>
          <p:blipFill>
            <a:blip r:embed="rId7">
              <a:alphaModFix amt="30000"/>
            </a:blip>
            <a:stretch>
              <a:fillRect/>
            </a:stretch>
          </p:blipFill>
          <p:spPr>
            <a:xfrm>
              <a:off x="10887531" y="358023"/>
              <a:ext cx="993734" cy="335309"/>
            </a:xfrm>
            <a:prstGeom prst="rect">
              <a:avLst/>
            </a:prstGeom>
          </p:spPr>
        </p:pic>
        <p:pic>
          <p:nvPicPr>
            <p:cNvPr id="34" name="Picture 33">
              <a:extLst>
                <a:ext uri="{FF2B5EF4-FFF2-40B4-BE49-F238E27FC236}">
                  <a16:creationId xmlns:a16="http://schemas.microsoft.com/office/drawing/2014/main" id="{D6FD9BA2-1909-033F-CDCC-630B4B1628D5}"/>
                </a:ext>
              </a:extLst>
            </p:cNvPr>
            <p:cNvPicPr>
              <a:picLocks noChangeAspect="1"/>
            </p:cNvPicPr>
            <p:nvPr/>
          </p:nvPicPr>
          <p:blipFill>
            <a:blip r:embed="rId8">
              <a:alphaModFix/>
            </a:blip>
            <a:stretch>
              <a:fillRect/>
            </a:stretch>
          </p:blipFill>
          <p:spPr>
            <a:xfrm>
              <a:off x="9776201" y="358023"/>
              <a:ext cx="987638" cy="335309"/>
            </a:xfrm>
            <a:prstGeom prst="rect">
              <a:avLst/>
            </a:prstGeom>
          </p:spPr>
        </p:pic>
      </p:grpSp>
      <p:sp>
        <p:nvSpPr>
          <p:cNvPr id="3" name="CuadroTexto 25">
            <a:extLst>
              <a:ext uri="{FF2B5EF4-FFF2-40B4-BE49-F238E27FC236}">
                <a16:creationId xmlns:a16="http://schemas.microsoft.com/office/drawing/2014/main" id="{1DD3851E-A5A5-D904-ABE4-57D7648015F5}"/>
              </a:ext>
            </a:extLst>
          </p:cNvPr>
          <p:cNvSpPr txBox="1"/>
          <p:nvPr/>
        </p:nvSpPr>
        <p:spPr>
          <a:xfrm>
            <a:off x="7082712" y="2150001"/>
            <a:ext cx="3983957"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C2CEE6"/>
                </a:solidFill>
                <a:effectLst/>
                <a:uLnTx/>
                <a:uFillTx/>
                <a:latin typeface="Aptos" panose="020B0004020202020204" pitchFamily="34" charset="0"/>
              </a:rPr>
              <a:t>D2.2. Completed Assessment Questionnaires</a:t>
            </a:r>
          </a:p>
        </p:txBody>
      </p:sp>
      <p:sp>
        <p:nvSpPr>
          <p:cNvPr id="4" name="CuadroTexto 24">
            <a:extLst>
              <a:ext uri="{FF2B5EF4-FFF2-40B4-BE49-F238E27FC236}">
                <a16:creationId xmlns:a16="http://schemas.microsoft.com/office/drawing/2014/main" id="{69C2A26C-8E5F-860A-5BD8-69F333CC3E24}"/>
              </a:ext>
            </a:extLst>
          </p:cNvPr>
          <p:cNvSpPr txBox="1"/>
          <p:nvPr/>
        </p:nvSpPr>
        <p:spPr>
          <a:xfrm>
            <a:off x="7238690" y="5323272"/>
            <a:ext cx="3672001" cy="646331"/>
          </a:xfrm>
          <a:prstGeom prst="rect">
            <a:avLst/>
          </a:prstGeom>
          <a:noFill/>
        </p:spPr>
        <p:txBody>
          <a:bodyPr wrap="square">
            <a:spAutoFit/>
          </a:bodyPr>
          <a:lstStyle>
            <a:defPPr>
              <a:defRPr lang="en-US"/>
            </a:defPPr>
            <a:lvl1pPr algn="ctr">
              <a:defRPr sz="1200" i="1">
                <a:solidFill>
                  <a:schemeClr val="bg1"/>
                </a:solidFill>
                <a:latin typeface="Montserrat" panose="0000050000000000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70F26"/>
                </a:solidFill>
                <a:effectLst/>
                <a:uLnTx/>
                <a:uFillTx/>
                <a:latin typeface="Aptos" panose="020B0004020202020204" pitchFamily="34" charset="0"/>
              </a:rPr>
              <a:t>Consolidated responses from relevant stakeholders, structured by assessment domain, dimension and criterion.</a:t>
            </a:r>
          </a:p>
        </p:txBody>
      </p:sp>
      <p:sp>
        <p:nvSpPr>
          <p:cNvPr id="5" name="CuadroTexto 25">
            <a:extLst>
              <a:ext uri="{FF2B5EF4-FFF2-40B4-BE49-F238E27FC236}">
                <a16:creationId xmlns:a16="http://schemas.microsoft.com/office/drawing/2014/main" id="{7ED14780-BE95-EBEE-806A-168DA6B876EC}"/>
              </a:ext>
            </a:extLst>
          </p:cNvPr>
          <p:cNvSpPr txBox="1"/>
          <p:nvPr/>
        </p:nvSpPr>
        <p:spPr>
          <a:xfrm>
            <a:off x="1337198" y="2150001"/>
            <a:ext cx="36720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C2CEE6"/>
                </a:solidFill>
                <a:effectLst/>
                <a:uLnTx/>
                <a:uFillTx/>
                <a:latin typeface="Aptos" panose="020B0004020202020204" pitchFamily="34" charset="0"/>
              </a:rPr>
              <a:t>D2.1. Evidence Collection Tracker</a:t>
            </a:r>
          </a:p>
        </p:txBody>
      </p:sp>
      <p:sp>
        <p:nvSpPr>
          <p:cNvPr id="6" name="CuadroTexto 24">
            <a:extLst>
              <a:ext uri="{FF2B5EF4-FFF2-40B4-BE49-F238E27FC236}">
                <a16:creationId xmlns:a16="http://schemas.microsoft.com/office/drawing/2014/main" id="{7A471E4E-E745-1FBC-5F13-91169C03CA2F}"/>
              </a:ext>
            </a:extLst>
          </p:cNvPr>
          <p:cNvSpPr txBox="1"/>
          <p:nvPr/>
        </p:nvSpPr>
        <p:spPr>
          <a:xfrm>
            <a:off x="1337198" y="5431716"/>
            <a:ext cx="3672001" cy="646331"/>
          </a:xfrm>
          <a:prstGeom prst="rect">
            <a:avLst/>
          </a:prstGeom>
          <a:noFill/>
        </p:spPr>
        <p:txBody>
          <a:bodyPr wrap="square">
            <a:spAutoFit/>
          </a:bodyPr>
          <a:lstStyle>
            <a:defPPr>
              <a:defRPr lang="en-US"/>
            </a:defPPr>
            <a:lvl1pPr algn="ctr">
              <a:defRPr sz="1200" i="1">
                <a:solidFill>
                  <a:schemeClr val="bg1"/>
                </a:solidFill>
                <a:latin typeface="Montserrat" panose="0000050000000000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70F26"/>
                </a:solidFill>
                <a:effectLst/>
                <a:uLnTx/>
                <a:uFillTx/>
                <a:latin typeface="Aptos" panose="020B0004020202020204" pitchFamily="34" charset="0"/>
              </a:rPr>
              <a:t>Live tracker showing requested, received, pending and validated evidence across stakeholders, systems and suppliers.</a:t>
            </a:r>
          </a:p>
        </p:txBody>
      </p:sp>
      <p:grpSp>
        <p:nvGrpSpPr>
          <p:cNvPr id="20" name="Group 19">
            <a:extLst>
              <a:ext uri="{FF2B5EF4-FFF2-40B4-BE49-F238E27FC236}">
                <a16:creationId xmlns:a16="http://schemas.microsoft.com/office/drawing/2014/main" id="{EF7EF3DF-597E-8606-6900-8E7305CB5B8F}"/>
              </a:ext>
            </a:extLst>
          </p:cNvPr>
          <p:cNvGrpSpPr/>
          <p:nvPr/>
        </p:nvGrpSpPr>
        <p:grpSpPr>
          <a:xfrm>
            <a:off x="419185" y="2681889"/>
            <a:ext cx="5508026" cy="2585449"/>
            <a:chOff x="419185" y="2681889"/>
            <a:chExt cx="5508026" cy="2585449"/>
          </a:xfrm>
        </p:grpSpPr>
        <p:pic>
          <p:nvPicPr>
            <p:cNvPr id="11" name="Picture 10">
              <a:extLst>
                <a:ext uri="{FF2B5EF4-FFF2-40B4-BE49-F238E27FC236}">
                  <a16:creationId xmlns:a16="http://schemas.microsoft.com/office/drawing/2014/main" id="{C28995F9-6D2D-99B8-B2A0-474E843FDE2F}"/>
                </a:ext>
              </a:extLst>
            </p:cNvPr>
            <p:cNvPicPr>
              <a:picLocks noChangeAspect="1"/>
            </p:cNvPicPr>
            <p:nvPr/>
          </p:nvPicPr>
          <p:blipFill>
            <a:blip r:embed="rId9">
              <a:extLst>
                <a:ext uri="{BEBA8EAE-BF5A-486C-A8C5-ECC9F3942E4B}">
                  <a14:imgProps xmlns:a14="http://schemas.microsoft.com/office/drawing/2010/main">
                    <a14:imgLayer r:embed="rId10">
                      <a14:imgEffect>
                        <a14:saturation sat="0"/>
                      </a14:imgEffect>
                    </a14:imgLayer>
                  </a14:imgProps>
                </a:ext>
              </a:extLst>
            </a:blip>
            <a:stretch>
              <a:fillRect/>
            </a:stretch>
          </p:blipFill>
          <p:spPr>
            <a:xfrm>
              <a:off x="566585" y="2681889"/>
              <a:ext cx="5038257" cy="1179317"/>
            </a:xfrm>
            <a:prstGeom prst="rect">
              <a:avLst/>
            </a:prstGeom>
            <a:effectLst>
              <a:outerShdw blurRad="63500" sx="102000" sy="102000" algn="ctr" rotWithShape="0">
                <a:prstClr val="black">
                  <a:alpha val="40000"/>
                </a:prstClr>
              </a:outerShdw>
            </a:effectLst>
          </p:spPr>
        </p:pic>
        <p:pic>
          <p:nvPicPr>
            <p:cNvPr id="13" name="Picture 12">
              <a:extLst>
                <a:ext uri="{FF2B5EF4-FFF2-40B4-BE49-F238E27FC236}">
                  <a16:creationId xmlns:a16="http://schemas.microsoft.com/office/drawing/2014/main" id="{4AE3FC96-B6B6-6AA4-0163-64A8C513B841}"/>
                </a:ext>
              </a:extLst>
            </p:cNvPr>
            <p:cNvPicPr>
              <a:picLocks noChangeAspect="1"/>
            </p:cNvPicPr>
            <p:nvPr/>
          </p:nvPicPr>
          <p:blipFill>
            <a:blip r:embed="rId11">
              <a:extLst>
                <a:ext uri="{BEBA8EAE-BF5A-486C-A8C5-ECC9F3942E4B}">
                  <a14:imgProps xmlns:a14="http://schemas.microsoft.com/office/drawing/2010/main">
                    <a14:imgLayer r:embed="rId12">
                      <a14:imgEffect>
                        <a14:saturation sat="0"/>
                      </a14:imgEffect>
                    </a14:imgLayer>
                  </a14:imgProps>
                </a:ext>
              </a:extLst>
            </a:blip>
            <a:stretch>
              <a:fillRect/>
            </a:stretch>
          </p:blipFill>
          <p:spPr>
            <a:xfrm>
              <a:off x="2743706" y="3605324"/>
              <a:ext cx="3183505" cy="951360"/>
            </a:xfrm>
            <a:prstGeom prst="rect">
              <a:avLst/>
            </a:prstGeom>
            <a:effectLst>
              <a:outerShdw blurRad="63500" sx="102000" sy="102000" algn="ctr" rotWithShape="0">
                <a:prstClr val="black">
                  <a:alpha val="40000"/>
                </a:prstClr>
              </a:outerShdw>
            </a:effectLst>
          </p:spPr>
        </p:pic>
        <p:pic>
          <p:nvPicPr>
            <p:cNvPr id="15" name="Picture 14">
              <a:extLst>
                <a:ext uri="{FF2B5EF4-FFF2-40B4-BE49-F238E27FC236}">
                  <a16:creationId xmlns:a16="http://schemas.microsoft.com/office/drawing/2014/main" id="{40335359-9939-590B-1292-AC17E91359C0}"/>
                </a:ext>
              </a:extLst>
            </p:cNvPr>
            <p:cNvPicPr>
              <a:picLocks noChangeAspect="1"/>
            </p:cNvPicPr>
            <p:nvPr/>
          </p:nvPicPr>
          <p:blipFill>
            <a:blip r:embed="rId13">
              <a:extLst>
                <a:ext uri="{BEBA8EAE-BF5A-486C-A8C5-ECC9F3942E4B}">
                  <a14:imgProps xmlns:a14="http://schemas.microsoft.com/office/drawing/2010/main">
                    <a14:imgLayer r:embed="rId14">
                      <a14:imgEffect>
                        <a14:saturation sat="0"/>
                      </a14:imgEffect>
                    </a14:imgLayer>
                  </a14:imgProps>
                </a:ext>
              </a:extLst>
            </a:blip>
            <a:stretch>
              <a:fillRect/>
            </a:stretch>
          </p:blipFill>
          <p:spPr>
            <a:xfrm>
              <a:off x="2264994" y="4551755"/>
              <a:ext cx="3028901" cy="715583"/>
            </a:xfrm>
            <a:prstGeom prst="rect">
              <a:avLst/>
            </a:prstGeom>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6945F415-5DF6-433F-F131-263FC5C26A40}"/>
                </a:ext>
              </a:extLst>
            </p:cNvPr>
            <p:cNvPicPr>
              <a:picLocks noChangeAspect="1"/>
            </p:cNvPicPr>
            <p:nvPr/>
          </p:nvPicPr>
          <p:blipFill>
            <a:blip r:embed="rId15">
              <a:extLst>
                <a:ext uri="{BEBA8EAE-BF5A-486C-A8C5-ECC9F3942E4B}">
                  <a14:imgProps xmlns:a14="http://schemas.microsoft.com/office/drawing/2010/main">
                    <a14:imgLayer r:embed="rId16">
                      <a14:imgEffect>
                        <a14:saturation sat="0"/>
                      </a14:imgEffect>
                    </a14:imgLayer>
                  </a14:imgProps>
                </a:ext>
              </a:extLst>
            </a:blip>
            <a:stretch>
              <a:fillRect/>
            </a:stretch>
          </p:blipFill>
          <p:spPr>
            <a:xfrm>
              <a:off x="419185" y="3630907"/>
              <a:ext cx="2057267" cy="1253254"/>
            </a:xfrm>
            <a:prstGeom prst="rect">
              <a:avLst/>
            </a:prstGeom>
            <a:effectLst>
              <a:outerShdw blurRad="63500" sx="102000" sy="102000" algn="ctr" rotWithShape="0">
                <a:prstClr val="black">
                  <a:alpha val="40000"/>
                </a:prstClr>
              </a:outerShdw>
            </a:effectLst>
          </p:spPr>
        </p:pic>
      </p:grpSp>
      <p:grpSp>
        <p:nvGrpSpPr>
          <p:cNvPr id="23" name="Group 22">
            <a:extLst>
              <a:ext uri="{FF2B5EF4-FFF2-40B4-BE49-F238E27FC236}">
                <a16:creationId xmlns:a16="http://schemas.microsoft.com/office/drawing/2014/main" id="{AA33D093-F8D2-1BB3-CCCC-A1270114E90F}"/>
              </a:ext>
            </a:extLst>
          </p:cNvPr>
          <p:cNvGrpSpPr/>
          <p:nvPr/>
        </p:nvGrpSpPr>
        <p:grpSpPr>
          <a:xfrm>
            <a:off x="6376565" y="2727698"/>
            <a:ext cx="5396250" cy="2391737"/>
            <a:chOff x="6376565" y="2727698"/>
            <a:chExt cx="5396250" cy="2391737"/>
          </a:xfrm>
        </p:grpSpPr>
        <p:pic>
          <p:nvPicPr>
            <p:cNvPr id="19" name="Picture 18">
              <a:extLst>
                <a:ext uri="{FF2B5EF4-FFF2-40B4-BE49-F238E27FC236}">
                  <a16:creationId xmlns:a16="http://schemas.microsoft.com/office/drawing/2014/main" id="{402B6828-6027-286D-F7DA-D8423EE185FF}"/>
                </a:ext>
              </a:extLst>
            </p:cNvPr>
            <p:cNvPicPr>
              <a:picLocks noChangeAspect="1"/>
            </p:cNvPicPr>
            <p:nvPr/>
          </p:nvPicPr>
          <p:blipFill>
            <a:blip r:embed="rId17">
              <a:extLst>
                <a:ext uri="{BEBA8EAE-BF5A-486C-A8C5-ECC9F3942E4B}">
                  <a14:imgProps xmlns:a14="http://schemas.microsoft.com/office/drawing/2010/main">
                    <a14:imgLayer r:embed="rId18">
                      <a14:imgEffect>
                        <a14:saturation sat="0"/>
                      </a14:imgEffect>
                    </a14:imgLayer>
                  </a14:imgProps>
                </a:ext>
              </a:extLst>
            </a:blip>
            <a:stretch>
              <a:fillRect/>
            </a:stretch>
          </p:blipFill>
          <p:spPr>
            <a:xfrm>
              <a:off x="6376565" y="2727698"/>
              <a:ext cx="4576607" cy="1270381"/>
            </a:xfrm>
            <a:prstGeom prst="rect">
              <a:avLst/>
            </a:prstGeom>
          </p:spPr>
        </p:pic>
        <p:pic>
          <p:nvPicPr>
            <p:cNvPr id="22" name="Picture 21">
              <a:extLst>
                <a:ext uri="{FF2B5EF4-FFF2-40B4-BE49-F238E27FC236}">
                  <a16:creationId xmlns:a16="http://schemas.microsoft.com/office/drawing/2014/main" id="{5E1793AC-A584-4386-3B9F-32340815283C}"/>
                </a:ext>
              </a:extLst>
            </p:cNvPr>
            <p:cNvPicPr>
              <a:picLocks noChangeAspect="1"/>
            </p:cNvPicPr>
            <p:nvPr/>
          </p:nvPicPr>
          <p:blipFill>
            <a:blip r:embed="rId19">
              <a:extLst>
                <a:ext uri="{BEBA8EAE-BF5A-486C-A8C5-ECC9F3942E4B}">
                  <a14:imgProps xmlns:a14="http://schemas.microsoft.com/office/drawing/2010/main">
                    <a14:imgLayer r:embed="rId20">
                      <a14:imgEffect>
                        <a14:saturation sat="10000"/>
                      </a14:imgEffect>
                    </a14:imgLayer>
                  </a14:imgProps>
                </a:ext>
              </a:extLst>
            </a:blip>
            <a:stretch>
              <a:fillRect/>
            </a:stretch>
          </p:blipFill>
          <p:spPr>
            <a:xfrm>
              <a:off x="7362778" y="3886409"/>
              <a:ext cx="4410037" cy="1233026"/>
            </a:xfrm>
            <a:prstGeom prst="rect">
              <a:avLst/>
            </a:prstGeom>
          </p:spPr>
        </p:pic>
      </p:grpSp>
    </p:spTree>
    <p:extLst>
      <p:ext uri="{BB962C8B-B14F-4D97-AF65-F5344CB8AC3E}">
        <p14:creationId xmlns:p14="http://schemas.microsoft.com/office/powerpoint/2010/main" val="1131278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205F0-51BA-46A0-AFB5-E98959D5174D}"/>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A5AEE46-0206-5243-6170-EA3D0381832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3A5AEE46-0206-5243-6170-EA3D0381832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5115A586-6C3A-893A-B669-71993D279151}"/>
              </a:ext>
            </a:extLst>
          </p:cNvPr>
          <p:cNvSpPr>
            <a:spLocks noGrp="1"/>
          </p:cNvSpPr>
          <p:nvPr>
            <p:ph type="body" sz="quarter" idx="10"/>
          </p:nvPr>
        </p:nvSpPr>
        <p:spPr>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latin typeface="Aptos" panose="020B0004020202020204" pitchFamily="34" charset="0"/>
              </a:rPr>
              <a:t>A Phased Execution Methodology</a:t>
            </a:r>
          </a:p>
        </p:txBody>
      </p:sp>
      <p:sp>
        <p:nvSpPr>
          <p:cNvPr id="3" name="Title 12">
            <a:extLst>
              <a:ext uri="{FF2B5EF4-FFF2-40B4-BE49-F238E27FC236}">
                <a16:creationId xmlns:a16="http://schemas.microsoft.com/office/drawing/2014/main" id="{0E04B405-F956-41A7-CC44-BDBD182FCC95}"/>
              </a:ext>
            </a:extLst>
          </p:cNvPr>
          <p:cNvSpPr>
            <a:spLocks noGrp="1"/>
          </p:cNvSpPr>
          <p:nvPr>
            <p:ph type="title"/>
          </p:nvPr>
        </p:nvSpPr>
        <p:spPr>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latin typeface="Aptos" panose="020B0004020202020204" pitchFamily="34" charset="0"/>
              </a:rPr>
              <a:t>Phase 3 - Sovereignty Maturity Report Generation</a:t>
            </a:r>
          </a:p>
        </p:txBody>
      </p:sp>
      <p:grpSp>
        <p:nvGrpSpPr>
          <p:cNvPr id="28" name="Group 27">
            <a:extLst>
              <a:ext uri="{FF2B5EF4-FFF2-40B4-BE49-F238E27FC236}">
                <a16:creationId xmlns:a16="http://schemas.microsoft.com/office/drawing/2014/main" id="{B2C9D553-F32E-5C90-6D23-5DC87EC49754}"/>
              </a:ext>
            </a:extLst>
          </p:cNvPr>
          <p:cNvGrpSpPr/>
          <p:nvPr/>
        </p:nvGrpSpPr>
        <p:grpSpPr>
          <a:xfrm>
            <a:off x="8664871" y="358023"/>
            <a:ext cx="3216394" cy="335309"/>
            <a:chOff x="8664871" y="358023"/>
            <a:chExt cx="3216394" cy="335309"/>
          </a:xfrm>
        </p:grpSpPr>
        <p:pic>
          <p:nvPicPr>
            <p:cNvPr id="56" name="Picture 55">
              <a:extLst>
                <a:ext uri="{FF2B5EF4-FFF2-40B4-BE49-F238E27FC236}">
                  <a16:creationId xmlns:a16="http://schemas.microsoft.com/office/drawing/2014/main" id="{E7A950BD-296D-65CE-F2B0-E3EC0231D189}"/>
                </a:ext>
              </a:extLst>
            </p:cNvPr>
            <p:cNvPicPr>
              <a:picLocks noChangeAspect="1"/>
            </p:cNvPicPr>
            <p:nvPr/>
          </p:nvPicPr>
          <p:blipFill>
            <a:blip r:embed="rId5">
              <a:alphaModFix amt="30000"/>
            </a:blip>
            <a:stretch>
              <a:fillRect/>
            </a:stretch>
          </p:blipFill>
          <p:spPr>
            <a:xfrm>
              <a:off x="8664871" y="358023"/>
              <a:ext cx="993734" cy="335309"/>
            </a:xfrm>
            <a:prstGeom prst="rect">
              <a:avLst/>
            </a:prstGeom>
          </p:spPr>
        </p:pic>
        <p:pic>
          <p:nvPicPr>
            <p:cNvPr id="59" name="Picture 58">
              <a:extLst>
                <a:ext uri="{FF2B5EF4-FFF2-40B4-BE49-F238E27FC236}">
                  <a16:creationId xmlns:a16="http://schemas.microsoft.com/office/drawing/2014/main" id="{C29210D5-646A-6F95-6F8C-05C7420E50B6}"/>
                </a:ext>
              </a:extLst>
            </p:cNvPr>
            <p:cNvPicPr>
              <a:picLocks noChangeAspect="1"/>
            </p:cNvPicPr>
            <p:nvPr/>
          </p:nvPicPr>
          <p:blipFill>
            <a:blip r:embed="rId6">
              <a:alphaModFix/>
            </a:blip>
            <a:stretch>
              <a:fillRect/>
            </a:stretch>
          </p:blipFill>
          <p:spPr>
            <a:xfrm>
              <a:off x="10887531" y="358023"/>
              <a:ext cx="993734" cy="335309"/>
            </a:xfrm>
            <a:prstGeom prst="rect">
              <a:avLst/>
            </a:prstGeom>
          </p:spPr>
        </p:pic>
        <p:pic>
          <p:nvPicPr>
            <p:cNvPr id="58" name="Picture 57">
              <a:extLst>
                <a:ext uri="{FF2B5EF4-FFF2-40B4-BE49-F238E27FC236}">
                  <a16:creationId xmlns:a16="http://schemas.microsoft.com/office/drawing/2014/main" id="{3C1F7B9E-49E6-E4C4-104E-FA51E7AC7033}"/>
                </a:ext>
              </a:extLst>
            </p:cNvPr>
            <p:cNvPicPr>
              <a:picLocks noChangeAspect="1"/>
            </p:cNvPicPr>
            <p:nvPr/>
          </p:nvPicPr>
          <p:blipFill>
            <a:blip r:embed="rId7">
              <a:alphaModFix amt="30000"/>
            </a:blip>
            <a:stretch>
              <a:fillRect/>
            </a:stretch>
          </p:blipFill>
          <p:spPr>
            <a:xfrm>
              <a:off x="9776201" y="358023"/>
              <a:ext cx="987638" cy="335309"/>
            </a:xfrm>
            <a:prstGeom prst="rect">
              <a:avLst/>
            </a:prstGeom>
          </p:spPr>
        </p:pic>
      </p:grpSp>
      <p:sp>
        <p:nvSpPr>
          <p:cNvPr id="63" name="CuadroTexto 92">
            <a:extLst>
              <a:ext uri="{FF2B5EF4-FFF2-40B4-BE49-F238E27FC236}">
                <a16:creationId xmlns:a16="http://schemas.microsoft.com/office/drawing/2014/main" id="{D2EA6081-7188-0BD5-6010-254425DC9A3C}"/>
              </a:ext>
            </a:extLst>
          </p:cNvPr>
          <p:cNvSpPr txBox="1"/>
          <p:nvPr/>
        </p:nvSpPr>
        <p:spPr>
          <a:xfrm>
            <a:off x="465722" y="1278491"/>
            <a:ext cx="11565335" cy="461665"/>
          </a:xfrm>
          <a:prstGeom prst="rect">
            <a:avLst/>
          </a:prstGeom>
          <a:noFill/>
        </p:spPr>
        <p:txBody>
          <a:bodyPr wrap="square" lIns="0" rtlCol="0" anchor="ctr">
            <a:spAutoFit/>
          </a:bodyPr>
          <a:lstStyle/>
          <a:p>
            <a:pPr lvl="0">
              <a:spcAft>
                <a:spcPts val="600"/>
              </a:spcAft>
              <a:buClr>
                <a:srgbClr val="2E404D"/>
              </a:buClr>
              <a:buSzPct val="107000"/>
              <a:defRPr/>
            </a:pPr>
            <a:r>
              <a:rPr lang="en-US" sz="1200" noProof="0">
                <a:solidFill>
                  <a:prstClr val="white"/>
                </a:solidFill>
                <a:latin typeface="Aptos" panose="020B0004020202020204" pitchFamily="34" charset="0"/>
              </a:rPr>
              <a:t>Translate assessment insights into a clear management view of IAG’s most material sovereignty risks, enabling informed decisions on which exposures to mitigate, how urgently, and through which practical actions.</a:t>
            </a:r>
          </a:p>
        </p:txBody>
      </p:sp>
      <p:sp>
        <p:nvSpPr>
          <p:cNvPr id="64" name="CuadroTexto 92">
            <a:extLst>
              <a:ext uri="{FF2B5EF4-FFF2-40B4-BE49-F238E27FC236}">
                <a16:creationId xmlns:a16="http://schemas.microsoft.com/office/drawing/2014/main" id="{C2DF8128-FB16-2C69-674E-872720908852}"/>
              </a:ext>
            </a:extLst>
          </p:cNvPr>
          <p:cNvSpPr txBox="1"/>
          <p:nvPr/>
        </p:nvSpPr>
        <p:spPr>
          <a:xfrm rot="16200000">
            <a:off x="-125912" y="1305757"/>
            <a:ext cx="753478" cy="338554"/>
          </a:xfrm>
          <a:prstGeom prst="rect">
            <a:avLst/>
          </a:prstGeom>
          <a:noFill/>
        </p:spPr>
        <p:txBody>
          <a:bodyPr wrap="square" l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Aptos" panose="020B0004020202020204" pitchFamily="34" charset="0"/>
                <a:ea typeface="+mn-ea"/>
                <a:cs typeface="+mn-cs"/>
              </a:rPr>
              <a:t>Goal</a:t>
            </a:r>
            <a:endParaRPr kumimoji="0" lang="en-US"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5" name="CuadroTexto 92">
            <a:extLst>
              <a:ext uri="{FF2B5EF4-FFF2-40B4-BE49-F238E27FC236}">
                <a16:creationId xmlns:a16="http://schemas.microsoft.com/office/drawing/2014/main" id="{C937E511-BF79-7EB2-4AD8-18CDF2EB247F}"/>
              </a:ext>
            </a:extLst>
          </p:cNvPr>
          <p:cNvSpPr txBox="1"/>
          <p:nvPr/>
        </p:nvSpPr>
        <p:spPr>
          <a:xfrm>
            <a:off x="250827" y="2017611"/>
            <a:ext cx="1140377" cy="338554"/>
          </a:xfrm>
          <a:prstGeom prst="rect">
            <a:avLst/>
          </a:prstGeom>
          <a:noFill/>
        </p:spPr>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72BC"/>
                </a:solidFill>
                <a:effectLst/>
                <a:uLnTx/>
                <a:uFillTx/>
                <a:latin typeface="Aptos" panose="020B0004020202020204" pitchFamily="34" charset="0"/>
                <a:ea typeface="+mn-ea"/>
                <a:cs typeface="+mn-cs"/>
              </a:rPr>
              <a:t>Activities</a:t>
            </a:r>
            <a:endParaRPr kumimoji="0" lang="en-US" sz="1200" b="0" i="0" u="none" strike="noStrike" kern="1200" cap="none" spc="0" normalizeH="0" baseline="0" noProof="0">
              <a:ln>
                <a:noFill/>
              </a:ln>
              <a:solidFill>
                <a:srgbClr val="0072BC"/>
              </a:solidFill>
              <a:effectLst/>
              <a:uLnTx/>
              <a:uFillTx/>
              <a:latin typeface="Aptos" panose="020B0004020202020204" pitchFamily="34" charset="0"/>
              <a:ea typeface="+mn-ea"/>
              <a:cs typeface="+mn-cs"/>
            </a:endParaRPr>
          </a:p>
        </p:txBody>
      </p:sp>
      <p:sp>
        <p:nvSpPr>
          <p:cNvPr id="32" name="Marcador de texto 38">
            <a:extLst>
              <a:ext uri="{FF2B5EF4-FFF2-40B4-BE49-F238E27FC236}">
                <a16:creationId xmlns:a16="http://schemas.microsoft.com/office/drawing/2014/main" id="{47AB1281-4F9B-151F-ED35-AF8DB6504847}"/>
              </a:ext>
            </a:extLst>
          </p:cNvPr>
          <p:cNvSpPr txBox="1">
            <a:spLocks/>
          </p:cNvSpPr>
          <p:nvPr/>
        </p:nvSpPr>
        <p:spPr>
          <a:xfrm>
            <a:off x="250827" y="2410386"/>
            <a:ext cx="6388326" cy="2539157"/>
          </a:xfrm>
          <a:prstGeom prst="rect">
            <a:avLst/>
          </a:prstGeom>
        </p:spPr>
        <p:txBody>
          <a:bodyPr wrap="square" lIns="0" tIns="0" rIns="0" bIns="0">
            <a:spAutoFit/>
          </a:bodyPr>
          <a:lstStyle>
            <a:defPPr>
              <a:defRPr lang="es-ES"/>
            </a:defPPr>
            <a:lvl1pPr marL="342898" indent="-342898" defTabSz="914396">
              <a:spcBef>
                <a:spcPts val="300"/>
              </a:spcBef>
              <a:buFont typeface="Arial" panose="020B0604020202020204" pitchFamily="34" charset="0"/>
              <a:buChar char="•"/>
              <a:defRPr sz="1400">
                <a:cs typeface="Arial" panose="020B0604020202020204" pitchFamily="34" charset="0"/>
              </a:defRPr>
            </a:lvl1pPr>
            <a:lvl2pPr marL="742947" indent="-285749"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2pPr>
            <a:lvl3pPr marL="1142994" indent="-228600"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3pPr>
            <a:lvl4pPr marL="1600192" indent="-228600"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4pPr>
            <a:lvl5pPr marL="2057390" indent="-228600" defTabSz="914396">
              <a:spcBef>
                <a:spcPct val="20000"/>
              </a:spcBef>
              <a:buFont typeface="Arial" panose="020B0604020202020204" pitchFamily="34" charset="0"/>
              <a:buChar char="»"/>
              <a:defRPr sz="1400">
                <a:latin typeface="Arial" panose="020B0604020202020204" pitchFamily="34" charset="0"/>
                <a:cs typeface="Arial" panose="020B0604020202020204" pitchFamily="34" charset="0"/>
              </a:defRPr>
            </a:lvl5pPr>
            <a:lvl6pPr marL="2514588" indent="-228600" defTabSz="914396">
              <a:spcBef>
                <a:spcPct val="20000"/>
              </a:spcBef>
              <a:buFont typeface="Arial" panose="020B0604020202020204" pitchFamily="34" charset="0"/>
              <a:buChar char="•"/>
              <a:defRPr sz="2000"/>
            </a:lvl6pPr>
            <a:lvl7pPr marL="2971784" indent="-228600" defTabSz="914396">
              <a:spcBef>
                <a:spcPct val="20000"/>
              </a:spcBef>
              <a:buFont typeface="Arial" panose="020B0604020202020204" pitchFamily="34" charset="0"/>
              <a:buChar char="•"/>
              <a:defRPr sz="2000"/>
            </a:lvl7pPr>
            <a:lvl8pPr marL="3428984" indent="-228600" defTabSz="914396">
              <a:spcBef>
                <a:spcPct val="20000"/>
              </a:spcBef>
              <a:buFont typeface="Arial" panose="020B0604020202020204" pitchFamily="34" charset="0"/>
              <a:buChar char="•"/>
              <a:defRPr sz="2000"/>
            </a:lvl8pPr>
            <a:lvl9pPr marL="3886182" indent="-228600" defTabSz="914396">
              <a:spcBef>
                <a:spcPct val="20000"/>
              </a:spcBef>
              <a:buFont typeface="Arial" panose="020B0604020202020204" pitchFamily="34" charset="0"/>
              <a:buChar char="•"/>
              <a:defRPr sz="2000"/>
            </a:lvl9pPr>
          </a:lstStyle>
          <a:p>
            <a:pPr marL="182563" lvl="0" indent="-182563">
              <a:spcBef>
                <a:spcPts val="0"/>
              </a:spcBef>
              <a:buFont typeface="+mj-lt"/>
              <a:buAutoNum type="arabicPeriod"/>
              <a:defRPr/>
            </a:pPr>
            <a:r>
              <a:rPr lang="en-US" sz="1100" b="1" noProof="0">
                <a:solidFill>
                  <a:srgbClr val="031F30"/>
                </a:solidFill>
                <a:latin typeface="Aptos" panose="020B0004020202020204" pitchFamily="34" charset="0"/>
              </a:rPr>
              <a:t>Scoring and maturity assessment</a:t>
            </a:r>
          </a:p>
          <a:p>
            <a:pPr marL="358775" lvl="1" indent="-176213">
              <a:spcBef>
                <a:spcPts val="0"/>
              </a:spcBef>
              <a:buFont typeface="Wingdings" panose="05000000000000000000" pitchFamily="2" charset="2"/>
              <a:buChar char="§"/>
              <a:defRPr/>
            </a:pPr>
            <a:r>
              <a:rPr lang="en-US" sz="1100" noProof="0">
                <a:solidFill>
                  <a:srgbClr val="031F30"/>
                </a:solidFill>
                <a:latin typeface="Aptos" panose="020B0004020202020204" pitchFamily="34" charset="0"/>
              </a:rPr>
              <a:t>Apply the agreed scoring methodology consistently across the selected assessment scope.</a:t>
            </a:r>
          </a:p>
          <a:p>
            <a:pPr marL="358775" lvl="1" indent="-176213">
              <a:spcBef>
                <a:spcPts val="0"/>
              </a:spcBef>
              <a:buFont typeface="Wingdings" panose="05000000000000000000" pitchFamily="2" charset="2"/>
              <a:buChar char="§"/>
              <a:defRPr/>
            </a:pPr>
            <a:r>
              <a:rPr lang="en-US" sz="1100" noProof="0">
                <a:solidFill>
                  <a:srgbClr val="031F30"/>
                </a:solidFill>
                <a:latin typeface="Aptos" panose="020B0004020202020204" pitchFamily="34" charset="0"/>
              </a:rPr>
              <a:t>Score each relevant assessment criterion based on evidence, interviews and stakeholder validation.</a:t>
            </a:r>
          </a:p>
          <a:p>
            <a:pPr marL="358775" lvl="1" indent="-176213">
              <a:spcBef>
                <a:spcPts val="0"/>
              </a:spcBef>
              <a:buFont typeface="Wingdings" panose="05000000000000000000" pitchFamily="2" charset="2"/>
              <a:buChar char="§"/>
              <a:defRPr/>
            </a:pPr>
            <a:r>
              <a:rPr lang="en-US" sz="1100" noProof="0">
                <a:solidFill>
                  <a:srgbClr val="031F30"/>
                </a:solidFill>
                <a:latin typeface="Aptos" panose="020B0004020202020204" pitchFamily="34" charset="0"/>
              </a:rPr>
              <a:t>Document the rationale behind each score, including evidence references, assumptions and limitations.</a:t>
            </a:r>
          </a:p>
          <a:p>
            <a:pPr marL="358775" lvl="1" indent="-176213">
              <a:spcBef>
                <a:spcPts val="0"/>
              </a:spcBef>
              <a:buFont typeface="Wingdings" panose="05000000000000000000" pitchFamily="2" charset="2"/>
              <a:buChar char="§"/>
              <a:defRPr/>
            </a:pPr>
            <a:r>
              <a:rPr lang="en-US" sz="1100" noProof="0">
                <a:solidFill>
                  <a:srgbClr val="031F30"/>
                </a:solidFill>
                <a:latin typeface="Aptos" panose="020B0004020202020204" pitchFamily="34" charset="0"/>
              </a:rPr>
              <a:t>Identify areas of strength, partial compliance, control gaps and material exposure.</a:t>
            </a:r>
          </a:p>
          <a:p>
            <a:pPr marL="358775" lvl="1" indent="-176213">
              <a:spcBef>
                <a:spcPts val="0"/>
              </a:spcBef>
              <a:buFont typeface="Wingdings" panose="05000000000000000000" pitchFamily="2" charset="2"/>
              <a:buChar char="§"/>
              <a:defRPr/>
            </a:pPr>
            <a:r>
              <a:rPr lang="en-US" sz="1100" noProof="0">
                <a:solidFill>
                  <a:srgbClr val="031F30"/>
                </a:solidFill>
                <a:latin typeface="Aptos" panose="020B0004020202020204" pitchFamily="34" charset="0"/>
              </a:rPr>
              <a:t>Consolidate results at system, supplier, OpCo and domain level.</a:t>
            </a:r>
          </a:p>
          <a:p>
            <a:pPr marL="358775" lvl="1" indent="-176213">
              <a:spcBef>
                <a:spcPts val="0"/>
              </a:spcBef>
              <a:buFont typeface="Wingdings" panose="05000000000000000000" pitchFamily="2" charset="2"/>
              <a:buChar char="§"/>
              <a:defRPr/>
            </a:pPr>
            <a:endParaRPr lang="en-US" sz="1100" noProof="0">
              <a:solidFill>
                <a:srgbClr val="031F30"/>
              </a:solidFill>
              <a:latin typeface="Aptos" panose="020B0004020202020204" pitchFamily="34" charset="0"/>
            </a:endParaRPr>
          </a:p>
          <a:p>
            <a:pPr marL="182563" marR="0" lvl="0" indent="-182563" algn="l" defTabSz="914396"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031F30"/>
                </a:solidFill>
                <a:effectLst/>
                <a:uLnTx/>
                <a:uFillTx/>
                <a:latin typeface="Aptos" panose="020B0004020202020204" pitchFamily="34" charset="0"/>
              </a:rPr>
              <a:t>Consolidation of assessment outcomes</a:t>
            </a:r>
          </a:p>
          <a:p>
            <a:pPr marL="358775" marR="0" lvl="1" indent="-168275" algn="l" defTabSz="914396"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31F30"/>
                </a:solidFill>
                <a:effectLst/>
                <a:uLnTx/>
                <a:uFillTx/>
                <a:latin typeface="Aptos" panose="020B0004020202020204" pitchFamily="34" charset="0"/>
              </a:rPr>
              <a:t>Consolidate assessment outcomes into a sovereignty baseline view.</a:t>
            </a:r>
          </a:p>
          <a:p>
            <a:pPr marL="358775" marR="0" lvl="1" indent="-168275" algn="l" defTabSz="914396"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31F30"/>
                </a:solidFill>
                <a:effectLst/>
                <a:uLnTx/>
                <a:uFillTx/>
                <a:latin typeface="Aptos" panose="020B0004020202020204" pitchFamily="34" charset="0"/>
              </a:rPr>
              <a:t>Produce heatmaps by domain, dimension, system, supplier and OpCo, where applicable.</a:t>
            </a:r>
          </a:p>
          <a:p>
            <a:pPr marL="358775" marR="0" lvl="1" indent="-168275" algn="l" defTabSz="914396"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31F30"/>
                </a:solidFill>
                <a:effectLst/>
                <a:uLnTx/>
                <a:uFillTx/>
                <a:latin typeface="Aptos" panose="020B0004020202020204" pitchFamily="34" charset="0"/>
              </a:rPr>
              <a:t>Identify recurring patterns, systemic gaps and high-risk concentration areas.</a:t>
            </a:r>
          </a:p>
          <a:p>
            <a:pPr marL="358775" marR="0" lvl="1" indent="-168275" algn="l" defTabSz="914396"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31F30"/>
                </a:solidFill>
                <a:effectLst/>
                <a:uLnTx/>
                <a:uFillTx/>
                <a:latin typeface="Aptos" panose="020B0004020202020204" pitchFamily="34" charset="0"/>
              </a:rPr>
              <a:t>Distinguish between localized issues and enterprise-wide sovereignty concerns.</a:t>
            </a:r>
          </a:p>
          <a:p>
            <a:pPr marL="358775" marR="0" lvl="1" indent="-168275" algn="l" defTabSz="914396"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31F30"/>
                </a:solidFill>
                <a:effectLst/>
                <a:uLnTx/>
                <a:uFillTx/>
                <a:latin typeface="Aptos" panose="020B0004020202020204" pitchFamily="34" charset="0"/>
              </a:rPr>
              <a:t>Develop final executive report with findings, observations and hypotheses for an integrated view of IAG’s sovereignty posture.</a:t>
            </a:r>
            <a:endParaRPr lang="en-US" sz="1100" noProof="0">
              <a:solidFill>
                <a:srgbClr val="031F30"/>
              </a:solidFill>
              <a:latin typeface="Aptos" panose="020B0004020202020204" pitchFamily="34" charset="0"/>
            </a:endParaRPr>
          </a:p>
        </p:txBody>
      </p:sp>
      <p:grpSp>
        <p:nvGrpSpPr>
          <p:cNvPr id="31" name="Grupo 15">
            <a:extLst>
              <a:ext uri="{FF2B5EF4-FFF2-40B4-BE49-F238E27FC236}">
                <a16:creationId xmlns:a16="http://schemas.microsoft.com/office/drawing/2014/main" id="{34F9D870-32C0-E240-C36C-74E9A063DA13}"/>
              </a:ext>
            </a:extLst>
          </p:cNvPr>
          <p:cNvGrpSpPr/>
          <p:nvPr/>
        </p:nvGrpSpPr>
        <p:grpSpPr>
          <a:xfrm>
            <a:off x="9555195" y="2094391"/>
            <a:ext cx="2449828" cy="257369"/>
            <a:chOff x="9809405" y="6465658"/>
            <a:chExt cx="2449828" cy="366723"/>
          </a:xfrm>
        </p:grpSpPr>
        <p:sp>
          <p:nvSpPr>
            <p:cNvPr id="42" name="CuadroTexto 20">
              <a:extLst>
                <a:ext uri="{FF2B5EF4-FFF2-40B4-BE49-F238E27FC236}">
                  <a16:creationId xmlns:a16="http://schemas.microsoft.com/office/drawing/2014/main" id="{DD31E772-275D-4014-A0C1-8E8F8C0405B0}"/>
                </a:ext>
              </a:extLst>
            </p:cNvPr>
            <p:cNvSpPr txBox="1"/>
            <p:nvPr/>
          </p:nvSpPr>
          <p:spPr>
            <a:xfrm>
              <a:off x="9809405" y="6465658"/>
              <a:ext cx="1744443" cy="366723"/>
            </a:xfrm>
            <a:prstGeom prst="rect">
              <a:avLst/>
            </a:prstGeom>
            <a:solidFill>
              <a:schemeClr val="tx2">
                <a:lumMod val="75000"/>
              </a:schemeClr>
            </a:solidFill>
          </p:spPr>
          <p:txBody>
            <a:bodyPr wrap="square" lIns="90000" tIns="36000" rIns="36000" bIns="36000" rtlCol="0" anchor="ctr">
              <a:spAutoFit/>
            </a:bodyPr>
            <a:lstStyle/>
            <a:p>
              <a:pPr marL="0" marR="0" lvl="0" indent="0" algn="l" defTabSz="91429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Aptos" panose="020B0004020202020204" pitchFamily="34" charset="0"/>
                </a:rPr>
                <a:t>IAG Implication</a:t>
              </a:r>
              <a:endParaRPr kumimoji="0" lang="en-US" sz="1200" b="1" i="0" u="none" strike="noStrike" kern="0" cap="none" spc="0" normalizeH="0" baseline="0" noProof="0">
                <a:ln>
                  <a:noFill/>
                </a:ln>
                <a:solidFill>
                  <a:srgbClr val="BD6F5A"/>
                </a:solidFill>
                <a:effectLst/>
                <a:uLnTx/>
                <a:uFillTx/>
                <a:latin typeface="Aptos" panose="020B0004020202020204" pitchFamily="34" charset="0"/>
              </a:endParaRPr>
            </a:p>
          </p:txBody>
        </p:sp>
        <p:sp>
          <p:nvSpPr>
            <p:cNvPr id="43" name="Rectángulo 21">
              <a:extLst>
                <a:ext uri="{FF2B5EF4-FFF2-40B4-BE49-F238E27FC236}">
                  <a16:creationId xmlns:a16="http://schemas.microsoft.com/office/drawing/2014/main" id="{59ACA686-45E0-E599-656B-22483984D5AA}"/>
                </a:ext>
              </a:extLst>
            </p:cNvPr>
            <p:cNvSpPr/>
            <p:nvPr/>
          </p:nvSpPr>
          <p:spPr>
            <a:xfrm>
              <a:off x="11247331" y="6465658"/>
              <a:ext cx="1011902" cy="366723"/>
            </a:xfrm>
            <a:prstGeom prst="rect">
              <a:avLst/>
            </a:prstGeom>
            <a:solidFill>
              <a:srgbClr val="C2CEE6"/>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31F30"/>
                  </a:solidFill>
                  <a:effectLst/>
                  <a:uLnTx/>
                  <a:uFillTx/>
                  <a:latin typeface="Aptos" panose="020B0004020202020204" pitchFamily="34" charset="0"/>
                </a:rPr>
                <a:t>Medium</a:t>
              </a:r>
            </a:p>
          </p:txBody>
        </p:sp>
      </p:grpSp>
      <p:grpSp>
        <p:nvGrpSpPr>
          <p:cNvPr id="44" name="Group 43">
            <a:extLst>
              <a:ext uri="{FF2B5EF4-FFF2-40B4-BE49-F238E27FC236}">
                <a16:creationId xmlns:a16="http://schemas.microsoft.com/office/drawing/2014/main" id="{0A8AB63A-95CB-C98A-F4D1-75DB509D3CDB}"/>
              </a:ext>
            </a:extLst>
          </p:cNvPr>
          <p:cNvGrpSpPr/>
          <p:nvPr/>
        </p:nvGrpSpPr>
        <p:grpSpPr>
          <a:xfrm>
            <a:off x="7353297" y="2094390"/>
            <a:ext cx="2053589" cy="257369"/>
            <a:chOff x="7105369" y="2974983"/>
            <a:chExt cx="2310537" cy="257369"/>
          </a:xfrm>
        </p:grpSpPr>
        <p:sp>
          <p:nvSpPr>
            <p:cNvPr id="45" name="CuadroTexto 20">
              <a:extLst>
                <a:ext uri="{FF2B5EF4-FFF2-40B4-BE49-F238E27FC236}">
                  <a16:creationId xmlns:a16="http://schemas.microsoft.com/office/drawing/2014/main" id="{EB42698A-4E0F-7CC3-D47F-E3D90E04FE69}"/>
                </a:ext>
              </a:extLst>
            </p:cNvPr>
            <p:cNvSpPr txBox="1"/>
            <p:nvPr/>
          </p:nvSpPr>
          <p:spPr>
            <a:xfrm>
              <a:off x="7105369" y="2974983"/>
              <a:ext cx="1384582" cy="257369"/>
            </a:xfrm>
            <a:prstGeom prst="rect">
              <a:avLst/>
            </a:prstGeom>
            <a:solidFill>
              <a:schemeClr val="tx2">
                <a:lumMod val="75000"/>
              </a:schemeClr>
            </a:solidFill>
          </p:spPr>
          <p:txBody>
            <a:bodyPr wrap="square" lIns="90000" tIns="36000" rIns="36000" bIns="36000" rtlCol="0" anchor="ctr">
              <a:spAutoFit/>
            </a:bodyPr>
            <a:lstStyle/>
            <a:p>
              <a:pPr marL="0" marR="0" lvl="0" indent="0" algn="l" defTabSz="91429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Aptos" panose="020B0004020202020204" pitchFamily="34" charset="0"/>
                </a:rPr>
                <a:t>Duration</a:t>
              </a:r>
              <a:endParaRPr kumimoji="0" lang="en-US" sz="1200" b="1" i="0" u="none" strike="noStrike" kern="0" cap="none" spc="0" normalizeH="0" baseline="0" noProof="0">
                <a:ln>
                  <a:noFill/>
                </a:ln>
                <a:solidFill>
                  <a:srgbClr val="BD6F5A"/>
                </a:solidFill>
                <a:effectLst/>
                <a:uLnTx/>
                <a:uFillTx/>
                <a:latin typeface="Aptos" panose="020B0004020202020204" pitchFamily="34" charset="0"/>
              </a:endParaRPr>
            </a:p>
          </p:txBody>
        </p:sp>
        <p:sp>
          <p:nvSpPr>
            <p:cNvPr id="46" name="Rectángulo 21">
              <a:extLst>
                <a:ext uri="{FF2B5EF4-FFF2-40B4-BE49-F238E27FC236}">
                  <a16:creationId xmlns:a16="http://schemas.microsoft.com/office/drawing/2014/main" id="{C690A171-8750-4C16-81C9-D6631F0CC21B}"/>
                </a:ext>
              </a:extLst>
            </p:cNvPr>
            <p:cNvSpPr/>
            <p:nvPr/>
          </p:nvSpPr>
          <p:spPr>
            <a:xfrm>
              <a:off x="8231121" y="2974983"/>
              <a:ext cx="1184785" cy="257369"/>
            </a:xfrm>
            <a:prstGeom prst="rect">
              <a:avLst/>
            </a:prstGeom>
            <a:solidFill>
              <a:srgbClr val="C2CEE6"/>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noProof="0">
                  <a:solidFill>
                    <a:srgbClr val="031F30"/>
                  </a:solidFill>
                  <a:latin typeface="Aptos" panose="020B0004020202020204" pitchFamily="34" charset="0"/>
                </a:rPr>
                <a:t>6 w</a:t>
              </a:r>
              <a:r>
                <a:rPr kumimoji="0" lang="en-US" sz="1200" b="1" i="0" u="none" strike="noStrike" kern="1200" cap="none" spc="0" normalizeH="0" baseline="0" noProof="0">
                  <a:ln>
                    <a:noFill/>
                  </a:ln>
                  <a:solidFill>
                    <a:srgbClr val="031F30"/>
                  </a:solidFill>
                  <a:effectLst/>
                  <a:uLnTx/>
                  <a:uFillTx/>
                  <a:latin typeface="Aptos" panose="020B0004020202020204" pitchFamily="34" charset="0"/>
                </a:rPr>
                <a:t>eeks</a:t>
              </a:r>
            </a:p>
          </p:txBody>
        </p:sp>
      </p:grpSp>
      <p:grpSp>
        <p:nvGrpSpPr>
          <p:cNvPr id="47" name="Group 46">
            <a:extLst>
              <a:ext uri="{FF2B5EF4-FFF2-40B4-BE49-F238E27FC236}">
                <a16:creationId xmlns:a16="http://schemas.microsoft.com/office/drawing/2014/main" id="{71D50BFB-333E-4276-B72E-94E03069CFA1}"/>
              </a:ext>
            </a:extLst>
          </p:cNvPr>
          <p:cNvGrpSpPr/>
          <p:nvPr/>
        </p:nvGrpSpPr>
        <p:grpSpPr>
          <a:xfrm>
            <a:off x="7278541" y="4149123"/>
            <a:ext cx="4753099" cy="1156891"/>
            <a:chOff x="7019880" y="3944059"/>
            <a:chExt cx="4753099" cy="1156891"/>
          </a:xfrm>
        </p:grpSpPr>
        <p:sp>
          <p:nvSpPr>
            <p:cNvPr id="48" name="CuadroTexto 3">
              <a:extLst>
                <a:ext uri="{FF2B5EF4-FFF2-40B4-BE49-F238E27FC236}">
                  <a16:creationId xmlns:a16="http://schemas.microsoft.com/office/drawing/2014/main" id="{B45D1DFE-06BD-DE2D-7B53-FFB28BF4757E}"/>
                </a:ext>
              </a:extLst>
            </p:cNvPr>
            <p:cNvSpPr txBox="1"/>
            <p:nvPr/>
          </p:nvSpPr>
          <p:spPr>
            <a:xfrm>
              <a:off x="7019880" y="3944059"/>
              <a:ext cx="2462978" cy="338554"/>
            </a:xfrm>
            <a:prstGeom prst="rect">
              <a:avLst/>
            </a:prstGeom>
            <a:noFill/>
          </p:spPr>
          <p:txBody>
            <a:bodyPr wrap="square" lIns="91440" tIns="45720" rIns="91440" bIns="45720" rtlCol="0" anchor="t">
              <a:spAutoFit/>
            </a:bodyPr>
            <a:lstStyle/>
            <a:p>
              <a:pPr marL="0" marR="0" lvl="0" indent="0" algn="l" defTabSz="91429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Aptos" panose="020B0004020202020204" pitchFamily="34" charset="0"/>
                </a:rPr>
                <a:t>Deliverables</a:t>
              </a:r>
            </a:p>
          </p:txBody>
        </p:sp>
        <p:sp>
          <p:nvSpPr>
            <p:cNvPr id="49" name="Marcador de texto 38">
              <a:extLst>
                <a:ext uri="{FF2B5EF4-FFF2-40B4-BE49-F238E27FC236}">
                  <a16:creationId xmlns:a16="http://schemas.microsoft.com/office/drawing/2014/main" id="{C0953AE5-5CEF-FF31-68A5-4E5442B2667D}"/>
                </a:ext>
              </a:extLst>
            </p:cNvPr>
            <p:cNvSpPr txBox="1">
              <a:spLocks/>
            </p:cNvSpPr>
            <p:nvPr/>
          </p:nvSpPr>
          <p:spPr>
            <a:xfrm>
              <a:off x="7096353" y="4238645"/>
              <a:ext cx="4676626" cy="862305"/>
            </a:xfrm>
            <a:prstGeom prst="rect">
              <a:avLst/>
            </a:prstGeom>
          </p:spPr>
          <p:txBody>
            <a:bodyPr lIns="36000" tIns="45720" rIns="36000" bIns="45720" anchor="t"/>
            <a:lstStyle>
              <a:lvl1pPr marL="342898" indent="-342898"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742947" indent="-285749"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2994"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192"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390"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588"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82"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defRPr/>
              </a:pPr>
              <a:r>
                <a:rPr kumimoji="0" lang="en-US" sz="1100" b="1" i="0" u="none" strike="noStrike" kern="1200" cap="none" spc="0" normalizeH="0" baseline="0" noProof="0">
                  <a:ln>
                    <a:noFill/>
                  </a:ln>
                  <a:solidFill>
                    <a:prstClr val="white"/>
                  </a:solidFill>
                  <a:effectLst/>
                  <a:uLnTx/>
                  <a:uFillTx/>
                  <a:latin typeface="Aptos"/>
                  <a:cs typeface="Arial"/>
                </a:rPr>
                <a:t>D3.1. </a:t>
              </a:r>
              <a:r>
                <a:rPr lang="en-US" sz="1100" noProof="0">
                  <a:solidFill>
                    <a:prstClr val="white"/>
                  </a:solidFill>
                  <a:latin typeface="Aptos"/>
                  <a:cs typeface="Arial"/>
                </a:rPr>
                <a:t>Sovereignty Maturity Report</a:t>
              </a:r>
            </a:p>
            <a:p>
              <a:pPr>
                <a:buNone/>
                <a:defRPr/>
              </a:pPr>
              <a:r>
                <a:rPr lang="en-US" sz="1100" b="1" noProof="0">
                  <a:solidFill>
                    <a:prstClr val="white"/>
                  </a:solidFill>
                  <a:latin typeface="Aptos"/>
                  <a:cs typeface="Arial"/>
                </a:rPr>
                <a:t>D3.2.</a:t>
              </a:r>
              <a:r>
                <a:rPr lang="en-US" sz="1100" noProof="0">
                  <a:solidFill>
                    <a:prstClr val="white"/>
                  </a:solidFill>
                  <a:latin typeface="Aptos"/>
                  <a:cs typeface="Arial"/>
                </a:rPr>
                <a:t> Main Findings Executive Summary</a:t>
              </a:r>
            </a:p>
            <a:p>
              <a:pPr>
                <a:buNone/>
                <a:defRPr/>
              </a:pPr>
              <a:endParaRPr lang="en-US" sz="1100" noProof="0">
                <a:solidFill>
                  <a:prstClr val="white"/>
                </a:solidFill>
                <a:latin typeface="Aptos"/>
                <a:cs typeface="Arial"/>
              </a:endParaRPr>
            </a:p>
            <a:p>
              <a:pPr marL="0" marR="0" lvl="0" indent="0" algn="l" defTabSz="914400">
                <a:lnSpc>
                  <a:spcPct val="100000"/>
                </a:lnSpc>
                <a:spcBef>
                  <a:spcPts val="0"/>
                </a:spcBef>
                <a:spcAft>
                  <a:spcPts val="600"/>
                </a:spcAft>
                <a:buClrTx/>
                <a:buSzTx/>
                <a:buFont typeface="Arial" panose="020B0604020202020204" pitchFamily="34" charset="0"/>
                <a:buNone/>
                <a:tabLst/>
                <a:defRPr/>
              </a:pPr>
              <a:endParaRPr lang="en-US" sz="1050" b="0" i="0" u="none" strike="noStrike" kern="1200" cap="none" spc="0" normalizeH="0" baseline="0" noProof="0">
                <a:ln>
                  <a:noFill/>
                </a:ln>
                <a:solidFill>
                  <a:prstClr val="white"/>
                </a:solidFill>
                <a:effectLst/>
                <a:uLnTx/>
                <a:uFillTx/>
                <a:latin typeface="Aptos" panose="020B0004020202020204" pitchFamily="34" charset="0"/>
              </a:endParaRPr>
            </a:p>
          </p:txBody>
        </p:sp>
      </p:grpSp>
      <p:grpSp>
        <p:nvGrpSpPr>
          <p:cNvPr id="50" name="Group 49">
            <a:extLst>
              <a:ext uri="{FF2B5EF4-FFF2-40B4-BE49-F238E27FC236}">
                <a16:creationId xmlns:a16="http://schemas.microsoft.com/office/drawing/2014/main" id="{E2870AD9-8F06-0BB6-D7D5-4F36E0D44220}"/>
              </a:ext>
            </a:extLst>
          </p:cNvPr>
          <p:cNvGrpSpPr/>
          <p:nvPr/>
        </p:nvGrpSpPr>
        <p:grpSpPr>
          <a:xfrm>
            <a:off x="7278541" y="2448613"/>
            <a:ext cx="4634057" cy="1495446"/>
            <a:chOff x="7019880" y="2448613"/>
            <a:chExt cx="4634057" cy="1495446"/>
          </a:xfrm>
        </p:grpSpPr>
        <p:sp>
          <p:nvSpPr>
            <p:cNvPr id="51" name="CuadroTexto 60">
              <a:extLst>
                <a:ext uri="{FF2B5EF4-FFF2-40B4-BE49-F238E27FC236}">
                  <a16:creationId xmlns:a16="http://schemas.microsoft.com/office/drawing/2014/main" id="{CB8B7CFB-A679-046A-C367-3468A2CFB93C}"/>
                </a:ext>
              </a:extLst>
            </p:cNvPr>
            <p:cNvSpPr txBox="1"/>
            <p:nvPr/>
          </p:nvSpPr>
          <p:spPr>
            <a:xfrm>
              <a:off x="7019880" y="2448613"/>
              <a:ext cx="3549662" cy="338554"/>
            </a:xfrm>
            <a:prstGeom prst="rect">
              <a:avLst/>
            </a:prstGeom>
            <a:noFill/>
          </p:spPr>
          <p:txBody>
            <a:bodyPr wrap="square" lIns="91440" tIns="45720" rIns="91440" bIns="45720" rtlCol="0" anchor="t">
              <a:spAutoFit/>
            </a:bodyPr>
            <a:lstStyle/>
            <a:p>
              <a:pPr marL="0" marR="0" lvl="0" indent="0" algn="l" defTabSz="91429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Aptos" panose="020B0004020202020204" pitchFamily="34" charset="0"/>
                </a:rPr>
                <a:t>Accelerators &amp; Mechanisms</a:t>
              </a:r>
            </a:p>
          </p:txBody>
        </p:sp>
        <p:sp>
          <p:nvSpPr>
            <p:cNvPr id="52" name="Marcador de texto 38">
              <a:extLst>
                <a:ext uri="{FF2B5EF4-FFF2-40B4-BE49-F238E27FC236}">
                  <a16:creationId xmlns:a16="http://schemas.microsoft.com/office/drawing/2014/main" id="{2ADF6279-E82B-AAC3-8472-9E01D32C0A8D}"/>
                </a:ext>
              </a:extLst>
            </p:cNvPr>
            <p:cNvSpPr txBox="1">
              <a:spLocks/>
            </p:cNvSpPr>
            <p:nvPr/>
          </p:nvSpPr>
          <p:spPr>
            <a:xfrm>
              <a:off x="7070434" y="2743200"/>
              <a:ext cx="4583503" cy="1200859"/>
            </a:xfrm>
            <a:prstGeom prst="rect">
              <a:avLst/>
            </a:prstGeom>
          </p:spPr>
          <p:txBody>
            <a:bodyPr lIns="36000" rIns="36000"/>
            <a:lstStyle>
              <a:lvl1pPr marL="342898" indent="-342898"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742947" indent="-285749"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2994"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192"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390"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588"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82"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82563" lvl="0" indent="-182563">
                <a:spcBef>
                  <a:spcPts val="0"/>
                </a:spcBef>
                <a:spcAft>
                  <a:spcPts val="600"/>
                </a:spcAft>
                <a:buFont typeface="Wingdings" panose="05000000000000000000" pitchFamily="2" charset="2"/>
                <a:buChar char="§"/>
                <a:defRPr/>
              </a:pPr>
              <a:r>
                <a:rPr lang="en-US" sz="1050" noProof="0">
                  <a:solidFill>
                    <a:prstClr val="white"/>
                  </a:solidFill>
                  <a:latin typeface="Aptos" panose="020B0004020202020204" pitchFamily="34" charset="0"/>
                </a:rPr>
                <a:t>Assessment scoring rubric</a:t>
              </a:r>
            </a:p>
            <a:p>
              <a:pPr marL="182563" lvl="0" indent="-182563">
                <a:spcBef>
                  <a:spcPts val="0"/>
                </a:spcBef>
                <a:spcAft>
                  <a:spcPts val="600"/>
                </a:spcAft>
                <a:buFont typeface="Wingdings" panose="05000000000000000000" pitchFamily="2" charset="2"/>
                <a:buChar char="§"/>
                <a:defRPr/>
              </a:pPr>
              <a:r>
                <a:rPr lang="en-US" sz="1050" noProof="0">
                  <a:solidFill>
                    <a:prstClr val="white"/>
                  </a:solidFill>
                  <a:latin typeface="Aptos" panose="020B0004020202020204" pitchFamily="34" charset="0"/>
                </a:rPr>
                <a:t>Heatmap visualization model</a:t>
              </a:r>
            </a:p>
            <a:p>
              <a:pPr marL="182563" lvl="0" indent="-182563">
                <a:spcBef>
                  <a:spcPts val="0"/>
                </a:spcBef>
                <a:spcAft>
                  <a:spcPts val="600"/>
                </a:spcAft>
                <a:buFont typeface="Wingdings" panose="05000000000000000000" pitchFamily="2" charset="2"/>
                <a:buChar char="§"/>
                <a:defRPr/>
              </a:pPr>
              <a:r>
                <a:rPr lang="en-US" sz="1050" noProof="0">
                  <a:solidFill>
                    <a:prstClr val="white"/>
                  </a:solidFill>
                  <a:latin typeface="Aptos" panose="020B0004020202020204" pitchFamily="34" charset="0"/>
                </a:rPr>
                <a:t>Findings validation workshops</a:t>
              </a:r>
            </a:p>
            <a:p>
              <a:pPr marL="182563" lvl="0" indent="-182563">
                <a:spcBef>
                  <a:spcPts val="0"/>
                </a:spcBef>
                <a:spcAft>
                  <a:spcPts val="600"/>
                </a:spcAft>
                <a:buFont typeface="Wingdings" panose="05000000000000000000" pitchFamily="2" charset="2"/>
                <a:buChar char="§"/>
                <a:defRPr/>
              </a:pPr>
              <a:r>
                <a:rPr kumimoji="0" lang="en-US" sz="1050" b="0" i="0" u="none" strike="noStrike" kern="1200" cap="none" spc="0" normalizeH="0" baseline="0" noProof="0">
                  <a:ln>
                    <a:noFill/>
                  </a:ln>
                  <a:solidFill>
                    <a:prstClr val="white"/>
                  </a:solidFill>
                  <a:effectLst/>
                  <a:uLnTx/>
                  <a:uFillTx/>
                  <a:latin typeface="Aptos" panose="020B0004020202020204" pitchFamily="34" charset="0"/>
                </a:rPr>
                <a:t>Prioritization matrix and Quick-Wins identification logics</a:t>
              </a:r>
            </a:p>
            <a:p>
              <a:pPr marL="182563" lvl="0" indent="-182563">
                <a:spcBef>
                  <a:spcPts val="0"/>
                </a:spcBef>
                <a:spcAft>
                  <a:spcPts val="600"/>
                </a:spcAft>
                <a:buFont typeface="Wingdings" panose="05000000000000000000" pitchFamily="2" charset="2"/>
                <a:buChar char="§"/>
                <a:defRPr/>
              </a:pPr>
              <a:r>
                <a:rPr kumimoji="0" lang="en-US" sz="1050" b="0" i="0" u="none" strike="noStrike" kern="1200" cap="none" spc="0" normalizeH="0" baseline="0" noProof="0">
                  <a:ln>
                    <a:noFill/>
                  </a:ln>
                  <a:solidFill>
                    <a:prstClr val="white"/>
                  </a:solidFill>
                  <a:effectLst/>
                  <a:uLnTx/>
                  <a:uFillTx/>
                  <a:latin typeface="Aptos" panose="020B0004020202020204" pitchFamily="34" charset="0"/>
                </a:rPr>
                <a:t>Executive Summary Templates</a:t>
              </a:r>
            </a:p>
          </p:txBody>
        </p:sp>
      </p:grpSp>
      <p:grpSp>
        <p:nvGrpSpPr>
          <p:cNvPr id="53" name="Group 52">
            <a:extLst>
              <a:ext uri="{FF2B5EF4-FFF2-40B4-BE49-F238E27FC236}">
                <a16:creationId xmlns:a16="http://schemas.microsoft.com/office/drawing/2014/main" id="{277DEEAB-D2F1-4390-0C06-E9C3CBAC447A}"/>
              </a:ext>
            </a:extLst>
          </p:cNvPr>
          <p:cNvGrpSpPr/>
          <p:nvPr/>
        </p:nvGrpSpPr>
        <p:grpSpPr>
          <a:xfrm>
            <a:off x="7278541" y="5196134"/>
            <a:ext cx="4634057" cy="1302379"/>
            <a:chOff x="7019880" y="5196134"/>
            <a:chExt cx="4634057" cy="1302379"/>
          </a:xfrm>
        </p:grpSpPr>
        <p:sp>
          <p:nvSpPr>
            <p:cNvPr id="54" name="CuadroTexto 22">
              <a:extLst>
                <a:ext uri="{FF2B5EF4-FFF2-40B4-BE49-F238E27FC236}">
                  <a16:creationId xmlns:a16="http://schemas.microsoft.com/office/drawing/2014/main" id="{42E1BEB6-B815-A15A-D4E5-9306C7C150DD}"/>
                </a:ext>
              </a:extLst>
            </p:cNvPr>
            <p:cNvSpPr txBox="1"/>
            <p:nvPr/>
          </p:nvSpPr>
          <p:spPr>
            <a:xfrm>
              <a:off x="7019880" y="5196134"/>
              <a:ext cx="2698477" cy="338554"/>
            </a:xfrm>
            <a:prstGeom prst="rect">
              <a:avLst/>
            </a:prstGeom>
            <a:noFill/>
          </p:spPr>
          <p:txBody>
            <a:bodyPr wrap="square" lIns="91440" tIns="45720" rIns="91440" bIns="45720" rtlCol="0" anchor="t">
              <a:spAutoFit/>
            </a:bodyPr>
            <a:lstStyle/>
            <a:p>
              <a:pPr marL="0" marR="0" lvl="0" indent="0" algn="l" defTabSz="91429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Aptos" panose="020B0004020202020204" pitchFamily="34" charset="0"/>
                </a:rPr>
                <a:t>IAG Resources</a:t>
              </a:r>
            </a:p>
          </p:txBody>
        </p:sp>
        <p:sp>
          <p:nvSpPr>
            <p:cNvPr id="55" name="Marcador de texto 38">
              <a:extLst>
                <a:ext uri="{FF2B5EF4-FFF2-40B4-BE49-F238E27FC236}">
                  <a16:creationId xmlns:a16="http://schemas.microsoft.com/office/drawing/2014/main" id="{3DC2FE87-5B97-8C12-A9A5-85B921CFAC0E}"/>
                </a:ext>
              </a:extLst>
            </p:cNvPr>
            <p:cNvSpPr txBox="1">
              <a:spLocks/>
            </p:cNvSpPr>
            <p:nvPr/>
          </p:nvSpPr>
          <p:spPr>
            <a:xfrm>
              <a:off x="7070434" y="5490721"/>
              <a:ext cx="4583503" cy="1007792"/>
            </a:xfrm>
            <a:prstGeom prst="rect">
              <a:avLst/>
            </a:prstGeom>
          </p:spPr>
          <p:txBody>
            <a:bodyPr lIns="36000" tIns="45720" rIns="36000" bIns="45720" numCol="2" anchor="t"/>
            <a:lstStyle>
              <a:lvl1pPr marL="342898" indent="-342898"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742947" indent="-285749"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2994"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192"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390" indent="-228600" algn="l" defTabSz="914396"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588"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84"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82" indent="-228600" algn="l" defTabSz="91439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82245" indent="-182245">
                <a:spcBef>
                  <a:spcPts val="0"/>
                </a:spcBef>
                <a:spcAft>
                  <a:spcPts val="600"/>
                </a:spcAft>
                <a:buFont typeface="Wingdings" panose="05000000000000000000" pitchFamily="2" charset="2"/>
                <a:buChar char="§"/>
                <a:defRPr/>
              </a:pPr>
              <a:r>
                <a:rPr lang="en-US" sz="1050" noProof="0">
                  <a:solidFill>
                    <a:prstClr val="white"/>
                  </a:solidFill>
                  <a:latin typeface="Aptos"/>
                  <a:cs typeface="Arial"/>
                </a:rPr>
                <a:t>Executive Sponsor / Project Lead</a:t>
              </a:r>
              <a:endParaRPr lang="en-US" noProof="0">
                <a:solidFill>
                  <a:srgbClr val="000000"/>
                </a:solidFill>
              </a:endParaRPr>
            </a:p>
            <a:p>
              <a:pPr marL="182245" indent="-182245">
                <a:spcBef>
                  <a:spcPts val="0"/>
                </a:spcBef>
                <a:spcAft>
                  <a:spcPts val="600"/>
                </a:spcAft>
                <a:buFont typeface="Wingdings" panose="05000000000000000000" pitchFamily="2" charset="2"/>
                <a:buChar char="§"/>
                <a:defRPr/>
              </a:pPr>
              <a:r>
                <a:rPr lang="en-US" sz="1050" noProof="0">
                  <a:solidFill>
                    <a:prstClr val="white"/>
                  </a:solidFill>
                  <a:latin typeface="Aptos"/>
                  <a:cs typeface="Arial"/>
                </a:rPr>
                <a:t>Enterprise Architects</a:t>
              </a:r>
            </a:p>
            <a:p>
              <a:pPr marL="182245" indent="-182245">
                <a:spcBef>
                  <a:spcPts val="0"/>
                </a:spcBef>
                <a:spcAft>
                  <a:spcPts val="600"/>
                </a:spcAft>
                <a:buFont typeface="Wingdings" panose="05000000000000000000" pitchFamily="2" charset="2"/>
                <a:buChar char="§"/>
                <a:defRPr/>
              </a:pPr>
              <a:r>
                <a:rPr lang="en-US" sz="1050" noProof="0">
                  <a:solidFill>
                    <a:prstClr val="white"/>
                  </a:solidFill>
                  <a:latin typeface="Aptos"/>
                  <a:cs typeface="Arial"/>
                </a:rPr>
                <a:t>System Owners</a:t>
              </a:r>
            </a:p>
          </p:txBody>
        </p:sp>
      </p:grpSp>
    </p:spTree>
    <p:extLst>
      <p:ext uri="{BB962C8B-B14F-4D97-AF65-F5344CB8AC3E}">
        <p14:creationId xmlns:p14="http://schemas.microsoft.com/office/powerpoint/2010/main" val="2337961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05BEF-8FB7-1F29-F95B-4D3187508F21}"/>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CB672A7-B780-DF72-CB62-13D5399BC65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9CB672A7-B780-DF72-CB62-13D5399BC6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98217D2E-CE16-6428-87C2-552607BA5718}"/>
              </a:ext>
            </a:extLst>
          </p:cNvPr>
          <p:cNvSpPr>
            <a:spLocks noGrp="1"/>
          </p:cNvSpPr>
          <p:nvPr>
            <p:ph type="body" sz="quarter" idx="10"/>
          </p:nvPr>
        </p:nvSpPr>
        <p:spPr>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a:latin typeface="Aptos" panose="020B0004020202020204" pitchFamily="34" charset="0"/>
              </a:rPr>
              <a:t>A Phased Execution Methodology</a:t>
            </a:r>
          </a:p>
        </p:txBody>
      </p:sp>
      <p:sp>
        <p:nvSpPr>
          <p:cNvPr id="3" name="Title 12">
            <a:extLst>
              <a:ext uri="{FF2B5EF4-FFF2-40B4-BE49-F238E27FC236}">
                <a16:creationId xmlns:a16="http://schemas.microsoft.com/office/drawing/2014/main" id="{6EF9A189-FE55-1E2A-59EB-8D2B63773706}"/>
              </a:ext>
            </a:extLst>
          </p:cNvPr>
          <p:cNvSpPr>
            <a:spLocks noGrp="1"/>
          </p:cNvSpPr>
          <p:nvPr>
            <p:ph type="title"/>
          </p:nvPr>
        </p:nvSpPr>
        <p:spPr>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latin typeface="Aptos" panose="020B0004020202020204" pitchFamily="34" charset="0"/>
              </a:rPr>
              <a:t>Phase 3 - Sovereignty Maturity Report Generation</a:t>
            </a:r>
          </a:p>
        </p:txBody>
      </p:sp>
      <p:sp>
        <p:nvSpPr>
          <p:cNvPr id="64" name="CuadroTexto 92">
            <a:extLst>
              <a:ext uri="{FF2B5EF4-FFF2-40B4-BE49-F238E27FC236}">
                <a16:creationId xmlns:a16="http://schemas.microsoft.com/office/drawing/2014/main" id="{057A75BD-5345-34C1-6487-C400EB0881E1}"/>
              </a:ext>
            </a:extLst>
          </p:cNvPr>
          <p:cNvSpPr txBox="1"/>
          <p:nvPr/>
        </p:nvSpPr>
        <p:spPr>
          <a:xfrm>
            <a:off x="3442244" y="1320701"/>
            <a:ext cx="5307512" cy="400110"/>
          </a:xfrm>
          <a:prstGeom prst="rect">
            <a:avLst/>
          </a:prstGeom>
          <a:noFill/>
        </p:spPr>
        <p:txBody>
          <a:bodyPr wrap="square" l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panose="020B0004020202020204" pitchFamily="34" charset="0"/>
                <a:ea typeface="+mn-ea"/>
                <a:cs typeface="+mn-cs"/>
              </a:rPr>
              <a:t>DELIVERABLES - ILLUSTRATIVE EXAMPLES</a:t>
            </a:r>
            <a:endParaRPr kumimoji="0" lang="en-US" sz="16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pic>
        <p:nvPicPr>
          <p:cNvPr id="28" name="Imagen 33">
            <a:extLst>
              <a:ext uri="{FF2B5EF4-FFF2-40B4-BE49-F238E27FC236}">
                <a16:creationId xmlns:a16="http://schemas.microsoft.com/office/drawing/2014/main" id="{09BAB082-AAD5-8804-7CE3-A1016210CBBB}"/>
              </a:ext>
            </a:extLst>
          </p:cNvPr>
          <p:cNvPicPr>
            <a:picLocks noChangeAspect="1"/>
          </p:cNvPicPr>
          <p:nvPr/>
        </p:nvPicPr>
        <p:blipFill>
          <a:blip r:embed="rId5"/>
          <a:stretch>
            <a:fillRect/>
          </a:stretch>
        </p:blipFill>
        <p:spPr>
          <a:xfrm>
            <a:off x="2872024" y="1244126"/>
            <a:ext cx="570220" cy="570220"/>
          </a:xfrm>
          <a:prstGeom prst="rect">
            <a:avLst/>
          </a:prstGeom>
        </p:spPr>
      </p:pic>
      <p:grpSp>
        <p:nvGrpSpPr>
          <p:cNvPr id="16" name="Group 15">
            <a:extLst>
              <a:ext uri="{FF2B5EF4-FFF2-40B4-BE49-F238E27FC236}">
                <a16:creationId xmlns:a16="http://schemas.microsoft.com/office/drawing/2014/main" id="{B7F131F8-3912-F4B2-D33D-3AD473714BDF}"/>
              </a:ext>
            </a:extLst>
          </p:cNvPr>
          <p:cNvGrpSpPr/>
          <p:nvPr/>
        </p:nvGrpSpPr>
        <p:grpSpPr>
          <a:xfrm>
            <a:off x="8664871" y="358023"/>
            <a:ext cx="3216394" cy="335309"/>
            <a:chOff x="8664871" y="358023"/>
            <a:chExt cx="3216394" cy="335309"/>
          </a:xfrm>
        </p:grpSpPr>
        <p:pic>
          <p:nvPicPr>
            <p:cNvPr id="29" name="Picture 28">
              <a:extLst>
                <a:ext uri="{FF2B5EF4-FFF2-40B4-BE49-F238E27FC236}">
                  <a16:creationId xmlns:a16="http://schemas.microsoft.com/office/drawing/2014/main" id="{0AC418AD-C8F6-C3D3-0124-00DDF6E99F9F}"/>
                </a:ext>
              </a:extLst>
            </p:cNvPr>
            <p:cNvPicPr>
              <a:picLocks noChangeAspect="1"/>
            </p:cNvPicPr>
            <p:nvPr/>
          </p:nvPicPr>
          <p:blipFill>
            <a:blip r:embed="rId6">
              <a:alphaModFix amt="30000"/>
            </a:blip>
            <a:stretch>
              <a:fillRect/>
            </a:stretch>
          </p:blipFill>
          <p:spPr>
            <a:xfrm>
              <a:off x="8664871" y="358023"/>
              <a:ext cx="993734" cy="335309"/>
            </a:xfrm>
            <a:prstGeom prst="rect">
              <a:avLst/>
            </a:prstGeom>
          </p:spPr>
        </p:pic>
        <p:pic>
          <p:nvPicPr>
            <p:cNvPr id="30" name="Picture 29">
              <a:extLst>
                <a:ext uri="{FF2B5EF4-FFF2-40B4-BE49-F238E27FC236}">
                  <a16:creationId xmlns:a16="http://schemas.microsoft.com/office/drawing/2014/main" id="{F294D51E-6CA7-3AF4-0845-24CFD12E40F4}"/>
                </a:ext>
              </a:extLst>
            </p:cNvPr>
            <p:cNvPicPr>
              <a:picLocks noChangeAspect="1"/>
            </p:cNvPicPr>
            <p:nvPr/>
          </p:nvPicPr>
          <p:blipFill>
            <a:blip r:embed="rId7">
              <a:alphaModFix/>
            </a:blip>
            <a:stretch>
              <a:fillRect/>
            </a:stretch>
          </p:blipFill>
          <p:spPr>
            <a:xfrm>
              <a:off x="10887531" y="358023"/>
              <a:ext cx="993734" cy="335309"/>
            </a:xfrm>
            <a:prstGeom prst="rect">
              <a:avLst/>
            </a:prstGeom>
          </p:spPr>
        </p:pic>
        <p:pic>
          <p:nvPicPr>
            <p:cNvPr id="31" name="Picture 30">
              <a:extLst>
                <a:ext uri="{FF2B5EF4-FFF2-40B4-BE49-F238E27FC236}">
                  <a16:creationId xmlns:a16="http://schemas.microsoft.com/office/drawing/2014/main" id="{B315F4EA-50C0-777D-9B7B-CD7915100833}"/>
                </a:ext>
              </a:extLst>
            </p:cNvPr>
            <p:cNvPicPr>
              <a:picLocks noChangeAspect="1"/>
            </p:cNvPicPr>
            <p:nvPr/>
          </p:nvPicPr>
          <p:blipFill>
            <a:blip r:embed="rId8">
              <a:alphaModFix amt="30000"/>
            </a:blip>
            <a:stretch>
              <a:fillRect/>
            </a:stretch>
          </p:blipFill>
          <p:spPr>
            <a:xfrm>
              <a:off x="9776201" y="358023"/>
              <a:ext cx="987638" cy="335309"/>
            </a:xfrm>
            <a:prstGeom prst="rect">
              <a:avLst/>
            </a:prstGeom>
          </p:spPr>
        </p:pic>
      </p:grpSp>
      <p:graphicFrame>
        <p:nvGraphicFramePr>
          <p:cNvPr id="5" name="Table 0">
            <a:extLst>
              <a:ext uri="{FF2B5EF4-FFF2-40B4-BE49-F238E27FC236}">
                <a16:creationId xmlns:a16="http://schemas.microsoft.com/office/drawing/2014/main" id="{4A465EEC-965C-B16D-B36E-7F6A9EEC0A57}"/>
              </a:ext>
            </a:extLst>
          </p:cNvPr>
          <p:cNvGraphicFramePr>
            <a:graphicFrameLocks noGrp="1"/>
          </p:cNvGraphicFramePr>
          <p:nvPr>
            <p:extLst>
              <p:ext uri="{D42A27DB-BD31-4B8C-83A1-F6EECF244321}">
                <p14:modId xmlns:p14="http://schemas.microsoft.com/office/powerpoint/2010/main" val="2699799801"/>
              </p:ext>
            </p:extLst>
          </p:nvPr>
        </p:nvGraphicFramePr>
        <p:xfrm>
          <a:off x="12804186" y="-1409042"/>
          <a:ext cx="5592779" cy="3474720"/>
        </p:xfrm>
        <a:graphic>
          <a:graphicData uri="http://schemas.openxmlformats.org/drawingml/2006/table">
            <a:tbl>
              <a:tblPr/>
              <a:tblGrid>
                <a:gridCol w="1747742">
                  <a:extLst>
                    <a:ext uri="{9D8B030D-6E8A-4147-A177-3AD203B41FA5}">
                      <a16:colId xmlns:a16="http://schemas.microsoft.com/office/drawing/2014/main" val="20000"/>
                    </a:ext>
                  </a:extLst>
                </a:gridCol>
                <a:gridCol w="549291">
                  <a:extLst>
                    <a:ext uri="{9D8B030D-6E8A-4147-A177-3AD203B41FA5}">
                      <a16:colId xmlns:a16="http://schemas.microsoft.com/office/drawing/2014/main" val="20001"/>
                    </a:ext>
                  </a:extLst>
                </a:gridCol>
                <a:gridCol w="549291">
                  <a:extLst>
                    <a:ext uri="{9D8B030D-6E8A-4147-A177-3AD203B41FA5}">
                      <a16:colId xmlns:a16="http://schemas.microsoft.com/office/drawing/2014/main" val="20002"/>
                    </a:ext>
                  </a:extLst>
                </a:gridCol>
                <a:gridCol w="549291">
                  <a:extLst>
                    <a:ext uri="{9D8B030D-6E8A-4147-A177-3AD203B41FA5}">
                      <a16:colId xmlns:a16="http://schemas.microsoft.com/office/drawing/2014/main" val="20003"/>
                    </a:ext>
                  </a:extLst>
                </a:gridCol>
                <a:gridCol w="549291">
                  <a:extLst>
                    <a:ext uri="{9D8B030D-6E8A-4147-A177-3AD203B41FA5}">
                      <a16:colId xmlns:a16="http://schemas.microsoft.com/office/drawing/2014/main" val="20004"/>
                    </a:ext>
                  </a:extLst>
                </a:gridCol>
                <a:gridCol w="549291">
                  <a:extLst>
                    <a:ext uri="{9D8B030D-6E8A-4147-A177-3AD203B41FA5}">
                      <a16:colId xmlns:a16="http://schemas.microsoft.com/office/drawing/2014/main" val="20005"/>
                    </a:ext>
                  </a:extLst>
                </a:gridCol>
                <a:gridCol w="549291">
                  <a:extLst>
                    <a:ext uri="{9D8B030D-6E8A-4147-A177-3AD203B41FA5}">
                      <a16:colId xmlns:a16="http://schemas.microsoft.com/office/drawing/2014/main" val="20006"/>
                    </a:ext>
                  </a:extLst>
                </a:gridCol>
                <a:gridCol w="549291">
                  <a:extLst>
                    <a:ext uri="{9D8B030D-6E8A-4147-A177-3AD203B41FA5}">
                      <a16:colId xmlns:a16="http://schemas.microsoft.com/office/drawing/2014/main" val="20007"/>
                    </a:ext>
                  </a:extLst>
                </a:gridCol>
              </a:tblGrid>
              <a:tr h="347472">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Objective</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5B96"/>
                    </a:solidFill>
                  </a:tcPr>
                </a:tc>
                <a:tc>
                  <a:txBody>
                    <a:bodyPr/>
                    <a:lstStyle/>
                    <a:p>
                      <a:pPr marL="0" indent="0" algn="ctr">
                        <a:buNone/>
                      </a:pP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4D8AB0"/>
                    </a:solidFill>
                  </a:tcPr>
                </a:tc>
                <a:tc>
                  <a:txBody>
                    <a:bodyPr/>
                    <a:lstStyle/>
                    <a:p>
                      <a:pPr marL="0" indent="0" algn="ctr">
                        <a:buNone/>
                      </a:pP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4D8AB0"/>
                    </a:solidFill>
                  </a:tcPr>
                </a:tc>
                <a:tc>
                  <a:txBody>
                    <a:bodyPr/>
                    <a:lstStyle/>
                    <a:p>
                      <a:pPr marL="0" indent="0" algn="ctr">
                        <a:buNone/>
                      </a:pP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4D8AB0"/>
                    </a:solidFill>
                  </a:tcPr>
                </a:tc>
                <a:tc>
                  <a:txBody>
                    <a:bodyPr/>
                    <a:lstStyle/>
                    <a:p>
                      <a:pPr marL="0" indent="0" algn="ctr">
                        <a:buNone/>
                      </a:pP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4D8AB0"/>
                    </a:solidFill>
                  </a:tcPr>
                </a:tc>
                <a:tc>
                  <a:txBody>
                    <a:bodyPr/>
                    <a:lstStyle/>
                    <a:p>
                      <a:pPr marL="0" indent="0" algn="ctr">
                        <a:buNone/>
                      </a:pP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4D8AB0"/>
                    </a:solidFill>
                  </a:tcPr>
                </a:tc>
                <a:tc>
                  <a:txBody>
                    <a:bodyPr/>
                    <a:lstStyle/>
                    <a:p>
                      <a:pPr marL="0" indent="0" algn="ctr">
                        <a:buNone/>
                      </a:pP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4D8AB0"/>
                    </a:solidFill>
                  </a:tcPr>
                </a:tc>
                <a:tc>
                  <a:txBody>
                    <a:bodyPr/>
                    <a:lstStyle/>
                    <a:p>
                      <a:pPr marL="0" indent="0" algn="ctr">
                        <a:buNone/>
                      </a:pP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4D8AB0"/>
                    </a:solidFill>
                  </a:tcPr>
                </a:tc>
                <a:extLst>
                  <a:ext uri="{0D108BD9-81ED-4DB2-BD59-A6C34878D82A}">
                    <a16:rowId xmlns:a16="http://schemas.microsoft.com/office/drawing/2014/main" val="10000"/>
                  </a:ext>
                </a:extLst>
              </a:tr>
              <a:tr h="347472">
                <a:tc>
                  <a:txBody>
                    <a:bodyPr/>
                    <a:lstStyle/>
                    <a:p>
                      <a:pPr marL="0" indent="0">
                        <a:buNone/>
                      </a:pP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F5FA"/>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58%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4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58%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4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67%</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ACD32"/>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67%</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ACD32"/>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58%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4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58%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4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58%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400"/>
                    </a:solidFill>
                  </a:tcPr>
                </a:tc>
                <a:extLst>
                  <a:ext uri="{0D108BD9-81ED-4DB2-BD59-A6C34878D82A}">
                    <a16:rowId xmlns:a16="http://schemas.microsoft.com/office/drawing/2014/main" val="10001"/>
                  </a:ext>
                </a:extLst>
              </a:tr>
              <a:tr h="347472">
                <a:tc>
                  <a:txBody>
                    <a:bodyPr/>
                    <a:lstStyle/>
                    <a:p>
                      <a:pPr marL="0" indent="0">
                        <a:buNone/>
                      </a:pP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F5FA"/>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extLst>
                  <a:ext uri="{0D108BD9-81ED-4DB2-BD59-A6C34878D82A}">
                    <a16:rowId xmlns:a16="http://schemas.microsoft.com/office/drawing/2014/main" val="10002"/>
                  </a:ext>
                </a:extLst>
              </a:tr>
              <a:tr h="347472">
                <a:tc>
                  <a:txBody>
                    <a:bodyPr/>
                    <a:lstStyle/>
                    <a:p>
                      <a:pPr marL="0" indent="0">
                        <a:buNone/>
                      </a:pP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F5FA"/>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44%</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47%</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41%</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31%</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7263D"/>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41%</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44%</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extLst>
                  <a:ext uri="{0D108BD9-81ED-4DB2-BD59-A6C34878D82A}">
                    <a16:rowId xmlns:a16="http://schemas.microsoft.com/office/drawing/2014/main" val="10003"/>
                  </a:ext>
                </a:extLst>
              </a:tr>
              <a:tr h="347472">
                <a:tc>
                  <a:txBody>
                    <a:bodyPr/>
                    <a:lstStyle/>
                    <a:p>
                      <a:pPr marL="0" indent="0">
                        <a:buNone/>
                      </a:pP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F5FA"/>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44%</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41%</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47%</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41%</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34%</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7263D"/>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41%</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44%</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extLst>
                  <a:ext uri="{0D108BD9-81ED-4DB2-BD59-A6C34878D82A}">
                    <a16:rowId xmlns:a16="http://schemas.microsoft.com/office/drawing/2014/main" val="10004"/>
                  </a:ext>
                </a:extLst>
              </a:tr>
              <a:tr h="347472">
                <a:tc>
                  <a:txBody>
                    <a:bodyPr/>
                    <a:lstStyle/>
                    <a:p>
                      <a:pPr marL="0" indent="0">
                        <a:buNone/>
                      </a:pP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F5FA"/>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31%</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7263D"/>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31%</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7263D"/>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31%</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7263D"/>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31%</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7263D"/>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25%</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7263D"/>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28%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7263D"/>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31%</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7263D"/>
                    </a:solidFill>
                  </a:tcPr>
                </a:tc>
                <a:extLst>
                  <a:ext uri="{0D108BD9-81ED-4DB2-BD59-A6C34878D82A}">
                    <a16:rowId xmlns:a16="http://schemas.microsoft.com/office/drawing/2014/main" val="10005"/>
                  </a:ext>
                </a:extLst>
              </a:tr>
              <a:tr h="347472">
                <a:tc>
                  <a:txBody>
                    <a:bodyPr/>
                    <a:lstStyle/>
                    <a:p>
                      <a:pPr marL="0" indent="0">
                        <a:buNone/>
                      </a:pP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F5FA"/>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41%</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44%</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41%</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extLst>
                  <a:ext uri="{0D108BD9-81ED-4DB2-BD59-A6C34878D82A}">
                    <a16:rowId xmlns:a16="http://schemas.microsoft.com/office/drawing/2014/main" val="10006"/>
                  </a:ext>
                </a:extLst>
              </a:tr>
              <a:tr h="347472">
                <a:tc>
                  <a:txBody>
                    <a:bodyPr/>
                    <a:lstStyle/>
                    <a:p>
                      <a:pPr marL="0" indent="0">
                        <a:buNone/>
                      </a:pP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F5FA"/>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68%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ACD32"/>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64%</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4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64%</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4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68%</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ACD32"/>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46%</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7A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54%</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4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64%</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400"/>
                    </a:solidFill>
                  </a:tcPr>
                </a:tc>
                <a:extLst>
                  <a:ext uri="{0D108BD9-81ED-4DB2-BD59-A6C34878D82A}">
                    <a16:rowId xmlns:a16="http://schemas.microsoft.com/office/drawing/2014/main" val="10007"/>
                  </a:ext>
                </a:extLst>
              </a:tr>
              <a:tr h="347472">
                <a:tc>
                  <a:txBody>
                    <a:bodyPr/>
                    <a:lstStyle/>
                    <a:p>
                      <a:pPr marL="0" indent="0">
                        <a:buNone/>
                      </a:pP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F5FA"/>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75%</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ACD32"/>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75%</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ACD32"/>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75%</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ACD32"/>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75%</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ACD32"/>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50%</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4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63%</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400"/>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75%</a:t>
                      </a:r>
                      <a:endParaRPr lang="en-US" sz="1000"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ACD32"/>
                    </a:solidFill>
                  </a:tcPr>
                </a:tc>
                <a:extLst>
                  <a:ext uri="{0D108BD9-81ED-4DB2-BD59-A6C34878D82A}">
                    <a16:rowId xmlns:a16="http://schemas.microsoft.com/office/drawing/2014/main" val="10008"/>
                  </a:ext>
                </a:extLst>
              </a:tr>
              <a:tr h="347472">
                <a:tc>
                  <a:txBody>
                    <a:bodyPr/>
                    <a:lstStyle/>
                    <a:p>
                      <a:pPr marL="0" indent="0" algn="r">
                        <a:buNone/>
                      </a:pPr>
                      <a:r>
                        <a:rPr lang="en-US" sz="1000" b="1" noProof="0">
                          <a:solidFill>
                            <a:srgbClr val="FFFFFF"/>
                          </a:solidFill>
                          <a:latin typeface="Aptos" panose="020B0004020202020204" pitchFamily="34" charset="0"/>
                          <a:ea typeface="Arial" pitchFamily="34" charset="-122"/>
                          <a:cs typeface="Arial" pitchFamily="34" charset="-120"/>
                        </a:rPr>
                        <a:t>Weighted score</a:t>
                      </a:r>
                      <a:endParaRPr lang="en-US" sz="1000" b="1"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5B96"/>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46%</a:t>
                      </a:r>
                      <a:endParaRPr lang="en-US" sz="1000" b="1"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5B96"/>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44%</a:t>
                      </a:r>
                      <a:endParaRPr lang="en-US" sz="1000" b="1"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5B96"/>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48%</a:t>
                      </a:r>
                      <a:endParaRPr lang="en-US" sz="1000" b="1"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5B96"/>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46%</a:t>
                      </a:r>
                      <a:endParaRPr lang="en-US" sz="1000" b="1"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5B96"/>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39%</a:t>
                      </a:r>
                      <a:endParaRPr lang="en-US" sz="1000" b="1"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5B96"/>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42%</a:t>
                      </a:r>
                      <a:endParaRPr lang="en-US" sz="1000" b="1"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5B96"/>
                    </a:solidFill>
                  </a:tcPr>
                </a:tc>
                <a:tc>
                  <a:txBody>
                    <a:bodyPr/>
                    <a:lstStyle/>
                    <a:p>
                      <a:pPr marL="0" indent="0" algn="ctr">
                        <a:buNone/>
                      </a:pPr>
                      <a:r>
                        <a:rPr lang="en-US" sz="1000" b="1" noProof="0">
                          <a:solidFill>
                            <a:srgbClr val="FFFFFF"/>
                          </a:solidFill>
                          <a:latin typeface="Aptos" panose="020B0004020202020204" pitchFamily="34" charset="0"/>
                          <a:ea typeface="Arial" pitchFamily="34" charset="-122"/>
                          <a:cs typeface="Arial" pitchFamily="34" charset="-120"/>
                        </a:rPr>
                        <a:t>46%</a:t>
                      </a:r>
                      <a:endParaRPr lang="en-US" sz="1000" b="1" noProof="0">
                        <a:latin typeface="Aptos" panose="020B0004020202020204" pitchFamily="34" charset="0"/>
                        <a:ea typeface="Arial" charset="0"/>
                        <a:cs typeface="Arial" charset="0"/>
                      </a:endParaRPr>
                    </a:p>
                  </a:txBody>
                  <a:tcPr marL="25400" marR="254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5B96"/>
                    </a:solidFill>
                  </a:tcPr>
                </a:tc>
                <a:extLst>
                  <a:ext uri="{0D108BD9-81ED-4DB2-BD59-A6C34878D82A}">
                    <a16:rowId xmlns:a16="http://schemas.microsoft.com/office/drawing/2014/main" val="10009"/>
                  </a:ext>
                </a:extLst>
              </a:tr>
            </a:tbl>
          </a:graphicData>
        </a:graphic>
      </p:graphicFrame>
      <p:grpSp>
        <p:nvGrpSpPr>
          <p:cNvPr id="65" name="Group 64">
            <a:extLst>
              <a:ext uri="{FF2B5EF4-FFF2-40B4-BE49-F238E27FC236}">
                <a16:creationId xmlns:a16="http://schemas.microsoft.com/office/drawing/2014/main" id="{088D3253-9932-D501-6157-35D0A79F89C0}"/>
              </a:ext>
            </a:extLst>
          </p:cNvPr>
          <p:cNvGrpSpPr/>
          <p:nvPr/>
        </p:nvGrpSpPr>
        <p:grpSpPr>
          <a:xfrm>
            <a:off x="12722905" y="-1729082"/>
            <a:ext cx="5639118" cy="4343400"/>
            <a:chOff x="12807406" y="473991"/>
            <a:chExt cx="5639118" cy="4343400"/>
          </a:xfrm>
        </p:grpSpPr>
        <p:sp>
          <p:nvSpPr>
            <p:cNvPr id="4" name="Text 4">
              <a:extLst>
                <a:ext uri="{FF2B5EF4-FFF2-40B4-BE49-F238E27FC236}">
                  <a16:creationId xmlns:a16="http://schemas.microsoft.com/office/drawing/2014/main" id="{77A01ACE-4335-8F55-DC49-5FD1E18D20DE}"/>
                </a:ext>
              </a:extLst>
            </p:cNvPr>
            <p:cNvSpPr/>
            <p:nvPr/>
          </p:nvSpPr>
          <p:spPr>
            <a:xfrm>
              <a:off x="12807406" y="473991"/>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2BC"/>
                  </a:solidFill>
                  <a:effectLst/>
                  <a:uLnTx/>
                  <a:uFillTx/>
                  <a:latin typeface="Aptos" panose="020B0004020202020204" pitchFamily="34" charset="0"/>
                  <a:ea typeface="Arial" pitchFamily="34" charset="-122"/>
                  <a:cs typeface="Arial" pitchFamily="34" charset="-120"/>
                </a:rPr>
                <a:t>Objective heatmap (SEAL-normalized, 0–100%)</a:t>
              </a: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6" name="Text 5">
              <a:extLst>
                <a:ext uri="{FF2B5EF4-FFF2-40B4-BE49-F238E27FC236}">
                  <a16:creationId xmlns:a16="http://schemas.microsoft.com/office/drawing/2014/main" id="{DF724A30-ED40-1A34-2B95-139203A4E0C1}"/>
                </a:ext>
              </a:extLst>
            </p:cNvPr>
            <p:cNvSpPr/>
            <p:nvPr/>
          </p:nvSpPr>
          <p:spPr>
            <a:xfrm>
              <a:off x="12888686" y="4360191"/>
              <a:ext cx="5334000" cy="45720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950" b="0" i="1" u="none" strike="noStrike" kern="1200" cap="none" spc="0" normalizeH="0" baseline="0" noProof="0">
                  <a:ln>
                    <a:noFill/>
                  </a:ln>
                  <a:solidFill>
                    <a:srgbClr val="7A8794"/>
                  </a:solidFill>
                  <a:effectLst/>
                  <a:uLnTx/>
                  <a:uFillTx/>
                  <a:latin typeface="Aptos" panose="020B0004020202020204" pitchFamily="34" charset="0"/>
                  <a:ea typeface="Arial" pitchFamily="34" charset="-122"/>
                  <a:cs typeface="Arial" pitchFamily="34" charset="-120"/>
                </a:rPr>
                <a:t>Supply-chain sovereignty (SOV-5, 20% weight) is the weakest area across all OpCos; Vueling shows the lowest overall posture.</a:t>
              </a:r>
              <a:endParaRPr kumimoji="0" lang="en-US" sz="95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8" name="CuadroTexto 36">
              <a:extLst>
                <a:ext uri="{FF2B5EF4-FFF2-40B4-BE49-F238E27FC236}">
                  <a16:creationId xmlns:a16="http://schemas.microsoft.com/office/drawing/2014/main" id="{08F5EA80-E879-2CDF-F674-565538BF26CD}"/>
                </a:ext>
              </a:extLst>
            </p:cNvPr>
            <p:cNvSpPr txBox="1"/>
            <p:nvPr/>
          </p:nvSpPr>
          <p:spPr>
            <a:xfrm>
              <a:off x="13731296" y="3541294"/>
              <a:ext cx="1066800" cy="400110"/>
            </a:xfrm>
            <a:prstGeom prst="rect">
              <a:avLst/>
            </a:prstGeom>
            <a:noFill/>
          </p:spPr>
          <p:txBody>
            <a:bodyPr wrap="square">
              <a:spAutoFit/>
            </a:bodyPr>
            <a:lstStyle/>
            <a:p>
              <a:r>
                <a:rPr lang="en-US" sz="1000" noProof="0">
                  <a:solidFill>
                    <a:prstClr val="black"/>
                  </a:solidFill>
                  <a:latin typeface="Aptos" panose="02110004020202020204"/>
                </a:rPr>
                <a:t>Environmental </a:t>
              </a:r>
            </a:p>
            <a:p>
              <a:r>
                <a:rPr lang="en-US" sz="1000" noProof="0">
                  <a:solidFill>
                    <a:prstClr val="black"/>
                  </a:solidFill>
                  <a:latin typeface="Aptos" panose="02110004020202020204"/>
                </a:rPr>
                <a:t>Sustainability</a:t>
              </a:r>
            </a:p>
          </p:txBody>
        </p:sp>
        <p:grpSp>
          <p:nvGrpSpPr>
            <p:cNvPr id="9" name="Group 8">
              <a:extLst>
                <a:ext uri="{FF2B5EF4-FFF2-40B4-BE49-F238E27FC236}">
                  <a16:creationId xmlns:a16="http://schemas.microsoft.com/office/drawing/2014/main" id="{F129EA5E-346E-436C-7257-2A201D6941CC}"/>
                </a:ext>
              </a:extLst>
            </p:cNvPr>
            <p:cNvGrpSpPr/>
            <p:nvPr/>
          </p:nvGrpSpPr>
          <p:grpSpPr>
            <a:xfrm>
              <a:off x="12933100" y="3604175"/>
              <a:ext cx="845821" cy="274348"/>
              <a:chOff x="392429" y="6079064"/>
              <a:chExt cx="845821" cy="274348"/>
            </a:xfrm>
          </p:grpSpPr>
          <p:sp>
            <p:nvSpPr>
              <p:cNvPr id="10" name="Rectángulo: esquinas redondeadas 35">
                <a:extLst>
                  <a:ext uri="{FF2B5EF4-FFF2-40B4-BE49-F238E27FC236}">
                    <a16:creationId xmlns:a16="http://schemas.microsoft.com/office/drawing/2014/main" id="{06793F38-6152-8310-E4CD-6D9E786BA6B0}"/>
                  </a:ext>
                </a:extLst>
              </p:cNvPr>
              <p:cNvSpPr/>
              <p:nvPr/>
            </p:nvSpPr>
            <p:spPr>
              <a:xfrm>
                <a:off x="392429" y="6079064"/>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SOV-8</a:t>
                </a:r>
              </a:p>
            </p:txBody>
          </p:sp>
          <p:pic>
            <p:nvPicPr>
              <p:cNvPr id="11" name="Gráfico 95" descr="Sostenibilidad con relleno sólido">
                <a:extLst>
                  <a:ext uri="{FF2B5EF4-FFF2-40B4-BE49-F238E27FC236}">
                    <a16:creationId xmlns:a16="http://schemas.microsoft.com/office/drawing/2014/main" id="{70185BDA-145C-25D5-6683-A3F9FC789F4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49302" y="6089631"/>
                <a:ext cx="253215" cy="253215"/>
              </a:xfrm>
              <a:prstGeom prst="rect">
                <a:avLst/>
              </a:prstGeom>
            </p:spPr>
          </p:pic>
        </p:grpSp>
        <p:sp>
          <p:nvSpPr>
            <p:cNvPr id="12" name="CuadroTexto 27">
              <a:extLst>
                <a:ext uri="{FF2B5EF4-FFF2-40B4-BE49-F238E27FC236}">
                  <a16:creationId xmlns:a16="http://schemas.microsoft.com/office/drawing/2014/main" id="{FE9B7C07-6900-2F69-3F4F-6B6056F5E745}"/>
                </a:ext>
              </a:extLst>
            </p:cNvPr>
            <p:cNvSpPr txBox="1"/>
            <p:nvPr/>
          </p:nvSpPr>
          <p:spPr>
            <a:xfrm>
              <a:off x="13731296" y="2582191"/>
              <a:ext cx="1066800" cy="246221"/>
            </a:xfrm>
            <a:prstGeom prst="rect">
              <a:avLst/>
            </a:prstGeom>
            <a:noFill/>
          </p:spPr>
          <p:txBody>
            <a:bodyPr wrap="square">
              <a:spAutoFit/>
            </a:bodyPr>
            <a:lstStyle/>
            <a:p>
              <a:r>
                <a:rPr lang="en-US" sz="1000" noProof="0">
                  <a:solidFill>
                    <a:prstClr val="black"/>
                  </a:solidFill>
                  <a:latin typeface="Aptos" panose="02110004020202020204"/>
                </a:rPr>
                <a:t>Supply Chain </a:t>
              </a:r>
            </a:p>
          </p:txBody>
        </p:sp>
        <p:grpSp>
          <p:nvGrpSpPr>
            <p:cNvPr id="13" name="Group 12">
              <a:extLst>
                <a:ext uri="{FF2B5EF4-FFF2-40B4-BE49-F238E27FC236}">
                  <a16:creationId xmlns:a16="http://schemas.microsoft.com/office/drawing/2014/main" id="{73C1A2BD-FCB6-D9A0-2D4F-974B5032B51C}"/>
                </a:ext>
              </a:extLst>
            </p:cNvPr>
            <p:cNvGrpSpPr/>
            <p:nvPr/>
          </p:nvGrpSpPr>
          <p:grpSpPr>
            <a:xfrm>
              <a:off x="12933100" y="2568127"/>
              <a:ext cx="845821" cy="274348"/>
              <a:chOff x="392429" y="4474564"/>
              <a:chExt cx="845821" cy="274348"/>
            </a:xfrm>
          </p:grpSpPr>
          <p:sp>
            <p:nvSpPr>
              <p:cNvPr id="14" name="Rectángulo: esquinas redondeadas 26">
                <a:extLst>
                  <a:ext uri="{FF2B5EF4-FFF2-40B4-BE49-F238E27FC236}">
                    <a16:creationId xmlns:a16="http://schemas.microsoft.com/office/drawing/2014/main" id="{2F9E0710-13E1-D36B-2714-49D41E336777}"/>
                  </a:ext>
                </a:extLst>
              </p:cNvPr>
              <p:cNvSpPr/>
              <p:nvPr/>
            </p:nvSpPr>
            <p:spPr>
              <a:xfrm>
                <a:off x="392429" y="4474564"/>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SOV-5</a:t>
                </a:r>
              </a:p>
            </p:txBody>
          </p:sp>
          <p:pic>
            <p:nvPicPr>
              <p:cNvPr id="15" name="Gráfico 87" descr="Conectado con relleno sólido">
                <a:extLst>
                  <a:ext uri="{FF2B5EF4-FFF2-40B4-BE49-F238E27FC236}">
                    <a16:creationId xmlns:a16="http://schemas.microsoft.com/office/drawing/2014/main" id="{46E92DEF-127D-4B46-307A-C2E3733E979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49302" y="4485131"/>
                <a:ext cx="253215" cy="253215"/>
              </a:xfrm>
              <a:prstGeom prst="rect">
                <a:avLst/>
              </a:prstGeom>
            </p:spPr>
          </p:pic>
        </p:grpSp>
        <p:sp>
          <p:nvSpPr>
            <p:cNvPr id="17" name="CuadroTexto 30">
              <a:extLst>
                <a:ext uri="{FF2B5EF4-FFF2-40B4-BE49-F238E27FC236}">
                  <a16:creationId xmlns:a16="http://schemas.microsoft.com/office/drawing/2014/main" id="{8876C2A8-55F4-1AB4-C486-9E45E6C86114}"/>
                </a:ext>
              </a:extLst>
            </p:cNvPr>
            <p:cNvSpPr txBox="1"/>
            <p:nvPr/>
          </p:nvSpPr>
          <p:spPr>
            <a:xfrm>
              <a:off x="13731296" y="2922906"/>
              <a:ext cx="1066800" cy="246221"/>
            </a:xfrm>
            <a:prstGeom prst="rect">
              <a:avLst/>
            </a:prstGeom>
            <a:noFill/>
          </p:spPr>
          <p:txBody>
            <a:bodyPr wrap="square">
              <a:spAutoFit/>
            </a:bodyPr>
            <a:lstStyle/>
            <a:p>
              <a:r>
                <a:rPr lang="en-US" sz="1000" noProof="0">
                  <a:solidFill>
                    <a:prstClr val="black"/>
                  </a:solidFill>
                  <a:latin typeface="Aptos" panose="02110004020202020204"/>
                </a:rPr>
                <a:t>Technology </a:t>
              </a:r>
            </a:p>
          </p:txBody>
        </p:sp>
        <p:grpSp>
          <p:nvGrpSpPr>
            <p:cNvPr id="18" name="Group 17">
              <a:extLst>
                <a:ext uri="{FF2B5EF4-FFF2-40B4-BE49-F238E27FC236}">
                  <a16:creationId xmlns:a16="http://schemas.microsoft.com/office/drawing/2014/main" id="{4BF99324-6BE4-CEBF-7E70-45F3E8FB640A}"/>
                </a:ext>
              </a:extLst>
            </p:cNvPr>
            <p:cNvGrpSpPr/>
            <p:nvPr/>
          </p:nvGrpSpPr>
          <p:grpSpPr>
            <a:xfrm>
              <a:off x="12933100" y="2908842"/>
              <a:ext cx="845821" cy="274348"/>
              <a:chOff x="392429" y="5049136"/>
              <a:chExt cx="845821" cy="274348"/>
            </a:xfrm>
          </p:grpSpPr>
          <p:sp>
            <p:nvSpPr>
              <p:cNvPr id="19" name="Rectángulo: esquinas redondeadas 29">
                <a:extLst>
                  <a:ext uri="{FF2B5EF4-FFF2-40B4-BE49-F238E27FC236}">
                    <a16:creationId xmlns:a16="http://schemas.microsoft.com/office/drawing/2014/main" id="{335F65A4-38A0-F420-58D1-D7F3F8A62AB9}"/>
                  </a:ext>
                </a:extLst>
              </p:cNvPr>
              <p:cNvSpPr/>
              <p:nvPr/>
            </p:nvSpPr>
            <p:spPr>
              <a:xfrm>
                <a:off x="392429" y="5049136"/>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SOV-6</a:t>
                </a:r>
              </a:p>
            </p:txBody>
          </p:sp>
          <p:pic>
            <p:nvPicPr>
              <p:cNvPr id="20" name="Gráfico 89" descr="Procesador con relleno sólido">
                <a:extLst>
                  <a:ext uri="{FF2B5EF4-FFF2-40B4-BE49-F238E27FC236}">
                    <a16:creationId xmlns:a16="http://schemas.microsoft.com/office/drawing/2014/main" id="{7F68379C-756D-CE3D-50F2-C0BBDD5A90D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49302" y="5059703"/>
                <a:ext cx="253215" cy="253215"/>
              </a:xfrm>
              <a:prstGeom prst="rect">
                <a:avLst/>
              </a:prstGeom>
            </p:spPr>
          </p:pic>
        </p:grpSp>
        <p:sp>
          <p:nvSpPr>
            <p:cNvPr id="21" name="CuadroTexto 20">
              <a:extLst>
                <a:ext uri="{FF2B5EF4-FFF2-40B4-BE49-F238E27FC236}">
                  <a16:creationId xmlns:a16="http://schemas.microsoft.com/office/drawing/2014/main" id="{D5E8E13D-CD39-79E7-0FB1-D21455E6CF75}"/>
                </a:ext>
              </a:extLst>
            </p:cNvPr>
            <p:cNvSpPr txBox="1"/>
            <p:nvPr/>
          </p:nvSpPr>
          <p:spPr>
            <a:xfrm>
              <a:off x="13731296" y="1890185"/>
              <a:ext cx="933450" cy="246221"/>
            </a:xfrm>
            <a:prstGeom prst="rect">
              <a:avLst/>
            </a:prstGeom>
            <a:noFill/>
          </p:spPr>
          <p:txBody>
            <a:bodyPr wrap="square">
              <a:spAutoFit/>
            </a:bodyPr>
            <a:lstStyle/>
            <a:p>
              <a:r>
                <a:rPr lang="en-US" sz="1000" noProof="0">
                  <a:solidFill>
                    <a:prstClr val="black"/>
                  </a:solidFill>
                  <a:latin typeface="Aptos" panose="02110004020202020204"/>
                </a:rPr>
                <a:t>Data &amp; AI</a:t>
              </a:r>
            </a:p>
          </p:txBody>
        </p:sp>
        <p:grpSp>
          <p:nvGrpSpPr>
            <p:cNvPr id="22" name="Group 21">
              <a:extLst>
                <a:ext uri="{FF2B5EF4-FFF2-40B4-BE49-F238E27FC236}">
                  <a16:creationId xmlns:a16="http://schemas.microsoft.com/office/drawing/2014/main" id="{071A51D9-295B-CCC2-F5B5-22E1CC6926FF}"/>
                </a:ext>
              </a:extLst>
            </p:cNvPr>
            <p:cNvGrpSpPr/>
            <p:nvPr/>
          </p:nvGrpSpPr>
          <p:grpSpPr>
            <a:xfrm>
              <a:off x="12933100" y="1876121"/>
              <a:ext cx="845821" cy="274348"/>
              <a:chOff x="392429" y="3412828"/>
              <a:chExt cx="845821" cy="274348"/>
            </a:xfrm>
          </p:grpSpPr>
          <p:sp>
            <p:nvSpPr>
              <p:cNvPr id="23" name="Rectángulo: esquinas redondeadas 19">
                <a:extLst>
                  <a:ext uri="{FF2B5EF4-FFF2-40B4-BE49-F238E27FC236}">
                    <a16:creationId xmlns:a16="http://schemas.microsoft.com/office/drawing/2014/main" id="{7FBB0AEE-BAD1-D8C3-51AE-58AB4F827AA1}"/>
                  </a:ext>
                </a:extLst>
              </p:cNvPr>
              <p:cNvSpPr/>
              <p:nvPr/>
            </p:nvSpPr>
            <p:spPr>
              <a:xfrm>
                <a:off x="392429" y="3412828"/>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SOV-3</a:t>
                </a:r>
              </a:p>
            </p:txBody>
          </p:sp>
          <p:pic>
            <p:nvPicPr>
              <p:cNvPr id="24" name="Gráfico 83" descr="Base de datos con relleno sólido">
                <a:extLst>
                  <a:ext uri="{FF2B5EF4-FFF2-40B4-BE49-F238E27FC236}">
                    <a16:creationId xmlns:a16="http://schemas.microsoft.com/office/drawing/2014/main" id="{FEB1AA1D-E788-5E08-8807-F1750D57153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49302" y="3423395"/>
                <a:ext cx="253215" cy="253215"/>
              </a:xfrm>
              <a:prstGeom prst="rect">
                <a:avLst/>
              </a:prstGeom>
            </p:spPr>
          </p:pic>
        </p:grpSp>
        <p:sp>
          <p:nvSpPr>
            <p:cNvPr id="25" name="CuadroTexto 17">
              <a:extLst>
                <a:ext uri="{FF2B5EF4-FFF2-40B4-BE49-F238E27FC236}">
                  <a16:creationId xmlns:a16="http://schemas.microsoft.com/office/drawing/2014/main" id="{3C6289F5-8178-4517-BB00-6B049C7699E5}"/>
                </a:ext>
              </a:extLst>
            </p:cNvPr>
            <p:cNvSpPr txBox="1"/>
            <p:nvPr/>
          </p:nvSpPr>
          <p:spPr>
            <a:xfrm>
              <a:off x="13731296" y="1457174"/>
              <a:ext cx="1137403" cy="400110"/>
            </a:xfrm>
            <a:prstGeom prst="rect">
              <a:avLst/>
            </a:prstGeom>
            <a:noFill/>
          </p:spPr>
          <p:txBody>
            <a:bodyPr wrap="square">
              <a:spAutoFit/>
            </a:bodyPr>
            <a:lstStyle/>
            <a:p>
              <a:r>
                <a:rPr lang="en-US" sz="1000" noProof="0">
                  <a:solidFill>
                    <a:prstClr val="black"/>
                  </a:solidFill>
                  <a:latin typeface="Aptos" panose="02110004020202020204"/>
                </a:rPr>
                <a:t>Legal &amp; Jurisdictional</a:t>
              </a:r>
            </a:p>
          </p:txBody>
        </p:sp>
        <p:grpSp>
          <p:nvGrpSpPr>
            <p:cNvPr id="26" name="Group 25">
              <a:extLst>
                <a:ext uri="{FF2B5EF4-FFF2-40B4-BE49-F238E27FC236}">
                  <a16:creationId xmlns:a16="http://schemas.microsoft.com/office/drawing/2014/main" id="{51F48AC2-400A-790A-4640-379573AD6BBC}"/>
                </a:ext>
              </a:extLst>
            </p:cNvPr>
            <p:cNvGrpSpPr/>
            <p:nvPr/>
          </p:nvGrpSpPr>
          <p:grpSpPr>
            <a:xfrm>
              <a:off x="12933100" y="1520055"/>
              <a:ext cx="845821" cy="274348"/>
              <a:chOff x="392429" y="2872069"/>
              <a:chExt cx="845821" cy="274348"/>
            </a:xfrm>
          </p:grpSpPr>
          <p:sp>
            <p:nvSpPr>
              <p:cNvPr id="27" name="Rectángulo: esquinas redondeadas 16">
                <a:extLst>
                  <a:ext uri="{FF2B5EF4-FFF2-40B4-BE49-F238E27FC236}">
                    <a16:creationId xmlns:a16="http://schemas.microsoft.com/office/drawing/2014/main" id="{E453719D-185F-E685-8A38-1D247CD58336}"/>
                  </a:ext>
                </a:extLst>
              </p:cNvPr>
              <p:cNvSpPr/>
              <p:nvPr/>
            </p:nvSpPr>
            <p:spPr>
              <a:xfrm>
                <a:off x="392429" y="2872069"/>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SOV-2</a:t>
                </a:r>
              </a:p>
            </p:txBody>
          </p:sp>
          <p:pic>
            <p:nvPicPr>
              <p:cNvPr id="32" name="Gráfico 81" descr="Martillo de juez con relleno sólido">
                <a:extLst>
                  <a:ext uri="{FF2B5EF4-FFF2-40B4-BE49-F238E27FC236}">
                    <a16:creationId xmlns:a16="http://schemas.microsoft.com/office/drawing/2014/main" id="{A079ED68-4FD3-3D8D-D73E-F57D0A1B7F1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49302" y="2882636"/>
                <a:ext cx="253215" cy="253215"/>
              </a:xfrm>
              <a:prstGeom prst="rect">
                <a:avLst/>
              </a:prstGeom>
            </p:spPr>
          </p:pic>
        </p:grpSp>
        <p:sp>
          <p:nvSpPr>
            <p:cNvPr id="33" name="CuadroTexto 24">
              <a:extLst>
                <a:ext uri="{FF2B5EF4-FFF2-40B4-BE49-F238E27FC236}">
                  <a16:creationId xmlns:a16="http://schemas.microsoft.com/office/drawing/2014/main" id="{3A0D44CF-46BF-2E99-F24D-D62844F04A0A}"/>
                </a:ext>
              </a:extLst>
            </p:cNvPr>
            <p:cNvSpPr txBox="1"/>
            <p:nvPr/>
          </p:nvSpPr>
          <p:spPr>
            <a:xfrm>
              <a:off x="13731296" y="2237980"/>
              <a:ext cx="933450" cy="246221"/>
            </a:xfrm>
            <a:prstGeom prst="rect">
              <a:avLst/>
            </a:prstGeom>
            <a:noFill/>
          </p:spPr>
          <p:txBody>
            <a:bodyPr wrap="square">
              <a:spAutoFit/>
            </a:bodyPr>
            <a:lstStyle/>
            <a:p>
              <a:r>
                <a:rPr lang="en-US" sz="1000" noProof="0">
                  <a:solidFill>
                    <a:prstClr val="black"/>
                  </a:solidFill>
                  <a:latin typeface="Aptos" panose="02110004020202020204"/>
                </a:rPr>
                <a:t>Operational</a:t>
              </a:r>
            </a:p>
          </p:txBody>
        </p:sp>
        <p:grpSp>
          <p:nvGrpSpPr>
            <p:cNvPr id="34" name="Group 33">
              <a:extLst>
                <a:ext uri="{FF2B5EF4-FFF2-40B4-BE49-F238E27FC236}">
                  <a16:creationId xmlns:a16="http://schemas.microsoft.com/office/drawing/2014/main" id="{F6F06B1F-628C-FF5D-D49C-A8F386DB7833}"/>
                </a:ext>
              </a:extLst>
            </p:cNvPr>
            <p:cNvGrpSpPr/>
            <p:nvPr/>
          </p:nvGrpSpPr>
          <p:grpSpPr>
            <a:xfrm>
              <a:off x="12933100" y="2223916"/>
              <a:ext cx="845821" cy="274348"/>
              <a:chOff x="392429" y="3935164"/>
              <a:chExt cx="845821" cy="274348"/>
            </a:xfrm>
          </p:grpSpPr>
          <p:sp>
            <p:nvSpPr>
              <p:cNvPr id="35" name="Rectángulo: esquinas redondeadas 23">
                <a:extLst>
                  <a:ext uri="{FF2B5EF4-FFF2-40B4-BE49-F238E27FC236}">
                    <a16:creationId xmlns:a16="http://schemas.microsoft.com/office/drawing/2014/main" id="{7C2F38B3-F9A6-3956-067C-4EF5BB79F991}"/>
                  </a:ext>
                </a:extLst>
              </p:cNvPr>
              <p:cNvSpPr/>
              <p:nvPr/>
            </p:nvSpPr>
            <p:spPr>
              <a:xfrm>
                <a:off x="392429" y="3935164"/>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SOV-4</a:t>
                </a:r>
              </a:p>
            </p:txBody>
          </p:sp>
          <p:pic>
            <p:nvPicPr>
              <p:cNvPr id="36" name="Gráfico 85" descr="Engranajes con relleno sólido">
                <a:extLst>
                  <a:ext uri="{FF2B5EF4-FFF2-40B4-BE49-F238E27FC236}">
                    <a16:creationId xmlns:a16="http://schemas.microsoft.com/office/drawing/2014/main" id="{1A4001CA-1006-75A2-7DA3-27A15120A42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49302" y="3945731"/>
                <a:ext cx="253215" cy="253215"/>
              </a:xfrm>
              <a:prstGeom prst="rect">
                <a:avLst/>
              </a:prstGeom>
            </p:spPr>
          </p:pic>
        </p:grpSp>
        <p:sp>
          <p:nvSpPr>
            <p:cNvPr id="37" name="CuadroTexto 33">
              <a:extLst>
                <a:ext uri="{FF2B5EF4-FFF2-40B4-BE49-F238E27FC236}">
                  <a16:creationId xmlns:a16="http://schemas.microsoft.com/office/drawing/2014/main" id="{060A5D9F-3AA6-827F-3E46-2A68A8E97787}"/>
                </a:ext>
              </a:extLst>
            </p:cNvPr>
            <p:cNvSpPr txBox="1"/>
            <p:nvPr/>
          </p:nvSpPr>
          <p:spPr>
            <a:xfrm>
              <a:off x="13731296" y="3214632"/>
              <a:ext cx="1066800" cy="400110"/>
            </a:xfrm>
            <a:prstGeom prst="rect">
              <a:avLst/>
            </a:prstGeom>
            <a:noFill/>
          </p:spPr>
          <p:txBody>
            <a:bodyPr wrap="square">
              <a:spAutoFit/>
            </a:bodyPr>
            <a:lstStyle/>
            <a:p>
              <a:r>
                <a:rPr lang="en-US" sz="1000" noProof="0">
                  <a:solidFill>
                    <a:prstClr val="black"/>
                  </a:solidFill>
                  <a:latin typeface="Aptos" panose="02110004020202020204"/>
                </a:rPr>
                <a:t>Security &amp; Compliance </a:t>
              </a:r>
            </a:p>
          </p:txBody>
        </p:sp>
        <p:grpSp>
          <p:nvGrpSpPr>
            <p:cNvPr id="38" name="Group 37">
              <a:extLst>
                <a:ext uri="{FF2B5EF4-FFF2-40B4-BE49-F238E27FC236}">
                  <a16:creationId xmlns:a16="http://schemas.microsoft.com/office/drawing/2014/main" id="{FD903436-ADCB-6472-7B0B-280D15CABD41}"/>
                </a:ext>
              </a:extLst>
            </p:cNvPr>
            <p:cNvGrpSpPr/>
            <p:nvPr/>
          </p:nvGrpSpPr>
          <p:grpSpPr>
            <a:xfrm>
              <a:off x="12933100" y="3277516"/>
              <a:ext cx="845821" cy="274348"/>
              <a:chOff x="392429" y="5488959"/>
              <a:chExt cx="845821" cy="274348"/>
            </a:xfrm>
          </p:grpSpPr>
          <p:sp>
            <p:nvSpPr>
              <p:cNvPr id="39" name="Rectángulo: esquinas redondeadas 32">
                <a:extLst>
                  <a:ext uri="{FF2B5EF4-FFF2-40B4-BE49-F238E27FC236}">
                    <a16:creationId xmlns:a16="http://schemas.microsoft.com/office/drawing/2014/main" id="{5E294FC7-806E-BD68-CCA4-0073BA87C16C}"/>
                  </a:ext>
                </a:extLst>
              </p:cNvPr>
              <p:cNvSpPr/>
              <p:nvPr/>
            </p:nvSpPr>
            <p:spPr>
              <a:xfrm>
                <a:off x="392429" y="5488959"/>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SOV-7</a:t>
                </a:r>
              </a:p>
            </p:txBody>
          </p:sp>
          <p:pic>
            <p:nvPicPr>
              <p:cNvPr id="40" name="Gráfico 91" descr="Marca de escudo con relleno sólido">
                <a:extLst>
                  <a:ext uri="{FF2B5EF4-FFF2-40B4-BE49-F238E27FC236}">
                    <a16:creationId xmlns:a16="http://schemas.microsoft.com/office/drawing/2014/main" id="{CC5D6E9A-3A80-3D62-429B-DCA2866E946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49302" y="5499526"/>
                <a:ext cx="253215" cy="253215"/>
              </a:xfrm>
              <a:prstGeom prst="rect">
                <a:avLst/>
              </a:prstGeom>
            </p:spPr>
          </p:pic>
        </p:grpSp>
        <p:sp>
          <p:nvSpPr>
            <p:cNvPr id="41" name="CuadroTexto 14">
              <a:extLst>
                <a:ext uri="{FF2B5EF4-FFF2-40B4-BE49-F238E27FC236}">
                  <a16:creationId xmlns:a16="http://schemas.microsoft.com/office/drawing/2014/main" id="{A91707F6-21A9-0351-33F1-36C8404BBD67}"/>
                </a:ext>
              </a:extLst>
            </p:cNvPr>
            <p:cNvSpPr txBox="1"/>
            <p:nvPr/>
          </p:nvSpPr>
          <p:spPr>
            <a:xfrm>
              <a:off x="13731296" y="1179511"/>
              <a:ext cx="933450" cy="246221"/>
            </a:xfrm>
            <a:prstGeom prst="rect">
              <a:avLst/>
            </a:prstGeom>
            <a:noFill/>
          </p:spPr>
          <p:txBody>
            <a:bodyPr wrap="square">
              <a:spAutoFit/>
            </a:bodyPr>
            <a:lstStyle/>
            <a:p>
              <a:r>
                <a:rPr lang="en-US" sz="1000" kern="1200" noProof="0">
                  <a:solidFill>
                    <a:prstClr val="black"/>
                  </a:solidFill>
                  <a:latin typeface="Aptos" panose="02110004020202020204"/>
                  <a:ea typeface="+mn-ea"/>
                  <a:cs typeface="+mn-cs"/>
                </a:rPr>
                <a:t>Strategic </a:t>
              </a:r>
            </a:p>
          </p:txBody>
        </p:sp>
        <p:grpSp>
          <p:nvGrpSpPr>
            <p:cNvPr id="42" name="Group 41">
              <a:extLst>
                <a:ext uri="{FF2B5EF4-FFF2-40B4-BE49-F238E27FC236}">
                  <a16:creationId xmlns:a16="http://schemas.microsoft.com/office/drawing/2014/main" id="{DB2532B3-B4E3-4175-CDD8-34BC8A542661}"/>
                </a:ext>
              </a:extLst>
            </p:cNvPr>
            <p:cNvGrpSpPr/>
            <p:nvPr/>
          </p:nvGrpSpPr>
          <p:grpSpPr>
            <a:xfrm>
              <a:off x="12933100" y="1165447"/>
              <a:ext cx="845821" cy="274348"/>
              <a:chOff x="392429" y="2317596"/>
              <a:chExt cx="845821" cy="274348"/>
            </a:xfrm>
          </p:grpSpPr>
          <p:sp>
            <p:nvSpPr>
              <p:cNvPr id="43" name="Rectángulo: esquinas redondeadas 12">
                <a:extLst>
                  <a:ext uri="{FF2B5EF4-FFF2-40B4-BE49-F238E27FC236}">
                    <a16:creationId xmlns:a16="http://schemas.microsoft.com/office/drawing/2014/main" id="{9FD6D319-FEE2-1415-1C33-A2E30C5702FA}"/>
                  </a:ext>
                </a:extLst>
              </p:cNvPr>
              <p:cNvSpPr/>
              <p:nvPr/>
            </p:nvSpPr>
            <p:spPr>
              <a:xfrm>
                <a:off x="392429" y="2317596"/>
                <a:ext cx="845821" cy="274348"/>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b="1" noProof="0">
                    <a:solidFill>
                      <a:schemeClr val="bg1"/>
                    </a:solidFill>
                    <a:latin typeface="Aptos" panose="02110004020202020204"/>
                  </a:rPr>
                  <a:t>SOV-1</a:t>
                </a:r>
              </a:p>
            </p:txBody>
          </p:sp>
          <p:pic>
            <p:nvPicPr>
              <p:cNvPr id="44" name="Gráfico 93" descr="Piezas de ajedrez con relleno sólido">
                <a:extLst>
                  <a:ext uri="{FF2B5EF4-FFF2-40B4-BE49-F238E27FC236}">
                    <a16:creationId xmlns:a16="http://schemas.microsoft.com/office/drawing/2014/main" id="{8D302209-C9E5-6495-0057-FB7BB5C454E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49302" y="2328163"/>
                <a:ext cx="253215" cy="253215"/>
              </a:xfrm>
              <a:prstGeom prst="rect">
                <a:avLst/>
              </a:prstGeom>
            </p:spPr>
          </p:pic>
        </p:grpSp>
        <p:pic>
          <p:nvPicPr>
            <p:cNvPr id="45" name="Picture 6">
              <a:extLst>
                <a:ext uri="{FF2B5EF4-FFF2-40B4-BE49-F238E27FC236}">
                  <a16:creationId xmlns:a16="http://schemas.microsoft.com/office/drawing/2014/main" id="{9074F11F-A298-86FE-7DCC-58EA5747C2E9}"/>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770934" y="926304"/>
              <a:ext cx="490255" cy="108392"/>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6" descr="Aer Lingus Logo, symbol, meaning, history, PNG, brand">
              <a:extLst>
                <a:ext uri="{FF2B5EF4-FFF2-40B4-BE49-F238E27FC236}">
                  <a16:creationId xmlns:a16="http://schemas.microsoft.com/office/drawing/2014/main" id="{2580B010-63EC-1CD9-40A3-E49A7EB6490B}"/>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t="31900" b="33328"/>
            <a:stretch>
              <a:fillRect/>
            </a:stretch>
          </p:blipFill>
          <p:spPr bwMode="auto">
            <a:xfrm>
              <a:off x="16327856" y="923496"/>
              <a:ext cx="474049" cy="92722"/>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8">
              <a:extLst>
                <a:ext uri="{FF2B5EF4-FFF2-40B4-BE49-F238E27FC236}">
                  <a16:creationId xmlns:a16="http://schemas.microsoft.com/office/drawing/2014/main" id="{AED42F6A-1885-B3A8-6E3D-2EB3CE76F94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889002" y="899905"/>
              <a:ext cx="440524" cy="142826"/>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2">
              <a:extLst>
                <a:ext uri="{FF2B5EF4-FFF2-40B4-BE49-F238E27FC236}">
                  <a16:creationId xmlns:a16="http://schemas.microsoft.com/office/drawing/2014/main" id="{D2B24F15-E3A3-89E4-DBBF-033E7398D98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433878" y="930240"/>
              <a:ext cx="453508" cy="85978"/>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14" descr="Elementor #6621 - Diversity in Tech">
              <a:extLst>
                <a:ext uri="{FF2B5EF4-FFF2-40B4-BE49-F238E27FC236}">
                  <a16:creationId xmlns:a16="http://schemas.microsoft.com/office/drawing/2014/main" id="{BE3726A8-7627-84CD-0C61-AEE02EB4CC00}"/>
                </a:ext>
              </a:extLst>
            </p:cNvPr>
            <p:cNvPicPr>
              <a:picLocks noChangeAspect="1" noChangeArrowheads="1"/>
            </p:cNvPicPr>
            <p:nvPr/>
          </p:nvPicPr>
          <p:blipFill rotWithShape="1">
            <a:blip r:embed="rId21">
              <a:extLst>
                <a:ext uri="{28A0092B-C50C-407E-A947-70E740481C1C}">
                  <a14:useLocalDpi xmlns:a14="http://schemas.microsoft.com/office/drawing/2010/main" val="0"/>
                </a:ext>
              </a:extLst>
            </a:blip>
            <a:srcRect l="9218" t="29498" r="9609" b="27096"/>
            <a:stretch>
              <a:fillRect/>
            </a:stretch>
          </p:blipFill>
          <p:spPr bwMode="auto">
            <a:xfrm>
              <a:off x="17974594" y="935519"/>
              <a:ext cx="471930" cy="81656"/>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Search for Jobs">
              <a:extLst>
                <a:ext uri="{FF2B5EF4-FFF2-40B4-BE49-F238E27FC236}">
                  <a16:creationId xmlns:a16="http://schemas.microsoft.com/office/drawing/2014/main" id="{4CDD7F4C-80FB-6478-0BEB-1151CFE28EE3}"/>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664746" y="935829"/>
              <a:ext cx="500415" cy="68056"/>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a:extLst>
                <a:ext uri="{FF2B5EF4-FFF2-40B4-BE49-F238E27FC236}">
                  <a16:creationId xmlns:a16="http://schemas.microsoft.com/office/drawing/2014/main" id="{358AE730-EEC8-6FC8-A28A-1383F6B738C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5215898" y="914307"/>
              <a:ext cx="500415" cy="7832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3" name="Group 62">
            <a:extLst>
              <a:ext uri="{FF2B5EF4-FFF2-40B4-BE49-F238E27FC236}">
                <a16:creationId xmlns:a16="http://schemas.microsoft.com/office/drawing/2014/main" id="{A8BD1078-C28B-CC07-D9AF-A6793417C069}"/>
              </a:ext>
            </a:extLst>
          </p:cNvPr>
          <p:cNvGrpSpPr/>
          <p:nvPr/>
        </p:nvGrpSpPr>
        <p:grpSpPr>
          <a:xfrm>
            <a:off x="12710333" y="2834539"/>
            <a:ext cx="5486400" cy="4832282"/>
            <a:chOff x="-5860876" y="1256302"/>
            <a:chExt cx="5486400" cy="4832282"/>
          </a:xfrm>
        </p:grpSpPr>
        <p:sp>
          <p:nvSpPr>
            <p:cNvPr id="53" name="Text 3">
              <a:extLst>
                <a:ext uri="{FF2B5EF4-FFF2-40B4-BE49-F238E27FC236}">
                  <a16:creationId xmlns:a16="http://schemas.microsoft.com/office/drawing/2014/main" id="{88D125E5-0DB1-E051-116D-94CE62AA9A8A}"/>
                </a:ext>
              </a:extLst>
            </p:cNvPr>
            <p:cNvSpPr/>
            <p:nvPr/>
          </p:nvSpPr>
          <p:spPr>
            <a:xfrm>
              <a:off x="-5860876" y="1256302"/>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2BC"/>
                  </a:solidFill>
                  <a:effectLst/>
                  <a:uLnTx/>
                  <a:uFillTx/>
                  <a:latin typeface="Aptos" panose="020B0004020202020204" pitchFamily="34" charset="0"/>
                  <a:ea typeface="Arial" pitchFamily="34" charset="-122"/>
                  <a:cs typeface="Arial" pitchFamily="34" charset="-120"/>
                </a:rPr>
                <a:t>Weighted Sovereignty Score by OpCo</a:t>
              </a: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graphicFrame>
          <p:nvGraphicFramePr>
            <p:cNvPr id="54" name="Chart 0">
              <a:extLst>
                <a:ext uri="{FF2B5EF4-FFF2-40B4-BE49-F238E27FC236}">
                  <a16:creationId xmlns:a16="http://schemas.microsoft.com/office/drawing/2014/main" id="{A82398C7-62AF-E827-2C87-843295FFCBEE}"/>
                </a:ext>
              </a:extLst>
            </p:cNvPr>
            <p:cNvGraphicFramePr/>
            <p:nvPr>
              <p:extLst>
                <p:ext uri="{D42A27DB-BD31-4B8C-83A1-F6EECF244321}">
                  <p14:modId xmlns:p14="http://schemas.microsoft.com/office/powerpoint/2010/main" val="18228339"/>
                </p:ext>
              </p:extLst>
            </p:nvPr>
          </p:nvGraphicFramePr>
          <p:xfrm>
            <a:off x="-5860876" y="1576342"/>
            <a:ext cx="5394960" cy="3566160"/>
          </p:xfrm>
          <a:graphic>
            <a:graphicData uri="http://schemas.openxmlformats.org/drawingml/2006/chart">
              <c:chart xmlns:c="http://schemas.openxmlformats.org/drawingml/2006/chart" xmlns:r="http://schemas.openxmlformats.org/officeDocument/2006/relationships" r:id="rId24"/>
            </a:graphicData>
          </a:graphic>
        </p:graphicFrame>
        <p:pic>
          <p:nvPicPr>
            <p:cNvPr id="55" name="Picture 4">
              <a:extLst>
                <a:ext uri="{FF2B5EF4-FFF2-40B4-BE49-F238E27FC236}">
                  <a16:creationId xmlns:a16="http://schemas.microsoft.com/office/drawing/2014/main" id="{7D81020A-BFDF-48A0-FC9A-B33E73C5DACE}"/>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rot="16200000">
              <a:off x="-4743502" y="5440941"/>
              <a:ext cx="888316" cy="139031"/>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6">
              <a:extLst>
                <a:ext uri="{FF2B5EF4-FFF2-40B4-BE49-F238E27FC236}">
                  <a16:creationId xmlns:a16="http://schemas.microsoft.com/office/drawing/2014/main" id="{9A347F3F-0388-5A85-9990-4212CCB8614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rot="16200000">
              <a:off x="-3965937" y="5324565"/>
              <a:ext cx="663151" cy="146618"/>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6" descr="Aer Lingus Logo, symbol, meaning, history, PNG, brand">
              <a:extLst>
                <a:ext uri="{FF2B5EF4-FFF2-40B4-BE49-F238E27FC236}">
                  <a16:creationId xmlns:a16="http://schemas.microsoft.com/office/drawing/2014/main" id="{E38EC477-1B9E-6FDB-6507-BE4ECFCEC7A9}"/>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t="31900" b="33328"/>
            <a:stretch>
              <a:fillRect/>
            </a:stretch>
          </p:blipFill>
          <p:spPr bwMode="auto">
            <a:xfrm rot="16200000">
              <a:off x="-3392050" y="5419456"/>
              <a:ext cx="878060" cy="171745"/>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8">
              <a:extLst>
                <a:ext uri="{FF2B5EF4-FFF2-40B4-BE49-F238E27FC236}">
                  <a16:creationId xmlns:a16="http://schemas.microsoft.com/office/drawing/2014/main" id="{959138AA-14AA-7E3B-695B-FC03956CB023}"/>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rot="16200000">
              <a:off x="-2512946" y="5234256"/>
              <a:ext cx="497075" cy="161161"/>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12">
              <a:extLst>
                <a:ext uri="{FF2B5EF4-FFF2-40B4-BE49-F238E27FC236}">
                  <a16:creationId xmlns:a16="http://schemas.microsoft.com/office/drawing/2014/main" id="{5A22B230-73FB-E7AA-69DC-DD31C34C288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6200000">
              <a:off x="-1934351" y="5338982"/>
              <a:ext cx="672942" cy="127578"/>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14" descr="Elementor #6621 - Diversity in Tech">
              <a:extLst>
                <a:ext uri="{FF2B5EF4-FFF2-40B4-BE49-F238E27FC236}">
                  <a16:creationId xmlns:a16="http://schemas.microsoft.com/office/drawing/2014/main" id="{FA0B2957-F172-0F75-11A3-062EC1B1F17B}"/>
                </a:ext>
              </a:extLst>
            </p:cNvPr>
            <p:cNvPicPr>
              <a:picLocks noChangeAspect="1" noChangeArrowheads="1"/>
            </p:cNvPicPr>
            <p:nvPr/>
          </p:nvPicPr>
          <p:blipFill rotWithShape="1">
            <a:blip r:embed="rId21">
              <a:extLst>
                <a:ext uri="{28A0092B-C50C-407E-A947-70E740481C1C}">
                  <a14:useLocalDpi xmlns:a14="http://schemas.microsoft.com/office/drawing/2010/main" val="0"/>
                </a:ext>
              </a:extLst>
            </a:blip>
            <a:srcRect l="9218" t="29498" r="9609" b="27096"/>
            <a:stretch>
              <a:fillRect/>
            </a:stretch>
          </p:blipFill>
          <p:spPr bwMode="auto">
            <a:xfrm rot="16200000">
              <a:off x="-1370802" y="5425170"/>
              <a:ext cx="867911" cy="150171"/>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Search for Jobs">
              <a:extLst>
                <a:ext uri="{FF2B5EF4-FFF2-40B4-BE49-F238E27FC236}">
                  <a16:creationId xmlns:a16="http://schemas.microsoft.com/office/drawing/2014/main" id="{A076BFE6-342A-A32C-E94C-37C93CF47C0C}"/>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rot="16200000">
              <a:off x="-5471676" y="5507926"/>
              <a:ext cx="1022284" cy="139031"/>
            </a:xfrm>
            <a:prstGeom prst="rect">
              <a:avLst/>
            </a:prstGeom>
            <a:noFill/>
            <a:extLst>
              <a:ext uri="{909E8E84-426E-40DD-AFC4-6F175D3DCCD1}">
                <a14:hiddenFill xmlns:a14="http://schemas.microsoft.com/office/drawing/2010/main">
                  <a:solidFill>
                    <a:srgbClr val="FFFFFF"/>
                  </a:solidFill>
                </a14:hiddenFill>
              </a:ext>
            </a:extLst>
          </p:spPr>
        </p:pic>
      </p:grpSp>
      <p:pic>
        <p:nvPicPr>
          <p:cNvPr id="62" name="Picture 61">
            <a:extLst>
              <a:ext uri="{FF2B5EF4-FFF2-40B4-BE49-F238E27FC236}">
                <a16:creationId xmlns:a16="http://schemas.microsoft.com/office/drawing/2014/main" id="{DCD5ABC5-D76D-EDD6-2D67-0F4C56F1F124}"/>
              </a:ext>
            </a:extLst>
          </p:cNvPr>
          <p:cNvPicPr>
            <a:picLocks noChangeAspect="1"/>
          </p:cNvPicPr>
          <p:nvPr/>
        </p:nvPicPr>
        <p:blipFill>
          <a:blip r:embed="rId25">
            <a:extLst>
              <a:ext uri="{BEBA8EAE-BF5A-486C-A8C5-ECC9F3942E4B}">
                <a14:imgProps xmlns:a14="http://schemas.microsoft.com/office/drawing/2010/main">
                  <a14:imgLayer r:embed="rId26">
                    <a14:imgEffect>
                      <a14:saturation sat="0"/>
                    </a14:imgEffect>
                  </a14:imgLayer>
                </a14:imgProps>
              </a:ext>
            </a:extLst>
          </a:blip>
          <a:stretch>
            <a:fillRect/>
          </a:stretch>
        </p:blipFill>
        <p:spPr>
          <a:xfrm>
            <a:off x="8643730" y="4245218"/>
            <a:ext cx="2165255" cy="1905713"/>
          </a:xfrm>
          <a:prstGeom prst="rect">
            <a:avLst/>
          </a:prstGeom>
          <a:solidFill>
            <a:schemeClr val="bg1"/>
          </a:solidFill>
          <a:effectLst>
            <a:outerShdw blurRad="63500" sx="102000" sy="102000" algn="ctr" rotWithShape="0">
              <a:prstClr val="black">
                <a:alpha val="40000"/>
              </a:prstClr>
            </a:outerShdw>
          </a:effectLst>
        </p:spPr>
      </p:pic>
      <p:pic>
        <p:nvPicPr>
          <p:cNvPr id="52" name="Picture 51">
            <a:extLst>
              <a:ext uri="{FF2B5EF4-FFF2-40B4-BE49-F238E27FC236}">
                <a16:creationId xmlns:a16="http://schemas.microsoft.com/office/drawing/2014/main" id="{B9F96A4D-B166-AC12-8F26-80630FE66C90}"/>
              </a:ext>
            </a:extLst>
          </p:cNvPr>
          <p:cNvPicPr>
            <a:picLocks noChangeAspect="1"/>
          </p:cNvPicPr>
          <p:nvPr/>
        </p:nvPicPr>
        <p:blipFill>
          <a:blip r:embed="rId27">
            <a:extLst>
              <a:ext uri="{BEBA8EAE-BF5A-486C-A8C5-ECC9F3942E4B}">
                <a14:imgProps xmlns:a14="http://schemas.microsoft.com/office/drawing/2010/main">
                  <a14:imgLayer r:embed="rId28">
                    <a14:imgEffect>
                      <a14:saturation sat="0"/>
                    </a14:imgEffect>
                  </a14:imgLayer>
                </a14:imgProps>
              </a:ext>
            </a:extLst>
          </a:blip>
          <a:stretch>
            <a:fillRect/>
          </a:stretch>
        </p:blipFill>
        <p:spPr>
          <a:xfrm>
            <a:off x="9418867" y="2807308"/>
            <a:ext cx="2493731" cy="1905713"/>
          </a:xfrm>
          <a:prstGeom prst="rect">
            <a:avLst/>
          </a:prstGeom>
          <a:solidFill>
            <a:schemeClr val="bg1"/>
          </a:solidFill>
          <a:effectLst>
            <a:outerShdw blurRad="63500" sx="102000" sy="102000" algn="ctr" rotWithShape="0">
              <a:prstClr val="black">
                <a:alpha val="40000"/>
              </a:prstClr>
            </a:outerShdw>
          </a:effectLst>
        </p:spPr>
      </p:pic>
      <p:sp>
        <p:nvSpPr>
          <p:cNvPr id="66" name="CuadroTexto 25">
            <a:extLst>
              <a:ext uri="{FF2B5EF4-FFF2-40B4-BE49-F238E27FC236}">
                <a16:creationId xmlns:a16="http://schemas.microsoft.com/office/drawing/2014/main" id="{340BF889-3330-8737-B387-9B340036030F}"/>
              </a:ext>
            </a:extLst>
          </p:cNvPr>
          <p:cNvSpPr txBox="1"/>
          <p:nvPr/>
        </p:nvSpPr>
        <p:spPr>
          <a:xfrm>
            <a:off x="1184781" y="2046704"/>
            <a:ext cx="36720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72BC"/>
                </a:solidFill>
                <a:effectLst/>
                <a:uLnTx/>
                <a:uFillTx/>
                <a:latin typeface="Aptos" panose="020B0004020202020204" pitchFamily="34" charset="0"/>
              </a:rPr>
              <a:t>D3.1. Sovereignty Maturity Report</a:t>
            </a:r>
          </a:p>
        </p:txBody>
      </p:sp>
      <p:sp>
        <p:nvSpPr>
          <p:cNvPr id="67" name="CuadroTexto 24">
            <a:extLst>
              <a:ext uri="{FF2B5EF4-FFF2-40B4-BE49-F238E27FC236}">
                <a16:creationId xmlns:a16="http://schemas.microsoft.com/office/drawing/2014/main" id="{A2072F0B-56E6-97D1-8B69-2F5D97167515}"/>
              </a:ext>
            </a:extLst>
          </p:cNvPr>
          <p:cNvSpPr txBox="1"/>
          <p:nvPr/>
        </p:nvSpPr>
        <p:spPr>
          <a:xfrm>
            <a:off x="1106269" y="2405299"/>
            <a:ext cx="3672001" cy="646331"/>
          </a:xfrm>
          <a:prstGeom prst="rect">
            <a:avLst/>
          </a:prstGeom>
          <a:noFill/>
        </p:spPr>
        <p:txBody>
          <a:bodyPr wrap="square">
            <a:spAutoFit/>
          </a:bodyPr>
          <a:lstStyle>
            <a:defPPr>
              <a:defRPr lang="en-US"/>
            </a:defPPr>
            <a:lvl1pPr algn="ctr">
              <a:defRPr sz="1200" i="1">
                <a:solidFill>
                  <a:schemeClr val="bg1"/>
                </a:solidFill>
                <a:latin typeface="Montserrat" panose="0000050000000000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70F26"/>
                </a:solidFill>
                <a:effectLst/>
                <a:uLnTx/>
                <a:uFillTx/>
                <a:latin typeface="Aptos" panose="020B0004020202020204" pitchFamily="34" charset="0"/>
              </a:rPr>
              <a:t>As Is view of IAG’s current sovereignty posture across the agreed assessment scope, including strengths, weaknesses and key exposures</a:t>
            </a:r>
            <a:r>
              <a:rPr lang="en-US" noProof="0">
                <a:solidFill>
                  <a:srgbClr val="070F26"/>
                </a:solidFill>
                <a:latin typeface="Aptos" panose="020B0004020202020204" pitchFamily="34" charset="0"/>
              </a:rPr>
              <a:t>:</a:t>
            </a:r>
          </a:p>
        </p:txBody>
      </p:sp>
      <p:sp>
        <p:nvSpPr>
          <p:cNvPr id="68" name="CuadroTexto 24">
            <a:extLst>
              <a:ext uri="{FF2B5EF4-FFF2-40B4-BE49-F238E27FC236}">
                <a16:creationId xmlns:a16="http://schemas.microsoft.com/office/drawing/2014/main" id="{51FB7EF3-6BF6-FE96-4555-29A3C91BE7FB}"/>
              </a:ext>
            </a:extLst>
          </p:cNvPr>
          <p:cNvSpPr txBox="1"/>
          <p:nvPr/>
        </p:nvSpPr>
        <p:spPr>
          <a:xfrm>
            <a:off x="681896" y="3417288"/>
            <a:ext cx="4597490" cy="2526814"/>
          </a:xfrm>
          <a:prstGeom prst="rect">
            <a:avLst/>
          </a:prstGeom>
          <a:noFill/>
        </p:spPr>
        <p:txBody>
          <a:bodyPr wrap="square" numCol="2">
            <a:noAutofit/>
          </a:bodyPr>
          <a:lstStyle>
            <a:defPPr>
              <a:defRPr lang="en-US"/>
            </a:defPPr>
            <a:lvl1pPr algn="ctr">
              <a:defRPr sz="1200" i="1">
                <a:solidFill>
                  <a:schemeClr val="bg1"/>
                </a:solidFill>
                <a:latin typeface="Montserrat" panose="00000500000000000000" pitchFamily="2" charset="0"/>
              </a:defRPr>
            </a:lvl1pPr>
          </a:lstStyle>
          <a:p>
            <a:pPr marL="261938" marR="0" lvl="0"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noProof="0">
                <a:solidFill>
                  <a:srgbClr val="070F26"/>
                </a:solidFill>
                <a:latin typeface="Aptos" panose="020B0004020202020204" pitchFamily="34" charset="0"/>
              </a:rPr>
              <a:t>Evidence-based SEAL rating of every criterion for each OpCo, with rationale and evidence.</a:t>
            </a:r>
          </a:p>
          <a:p>
            <a:pPr marL="87313" marR="0" lvl="0" algn="l" defTabSz="914400" rtl="0" eaLnBrk="1" fontAlgn="auto" latinLnBrk="0" hangingPunct="1">
              <a:lnSpc>
                <a:spcPct val="100000"/>
              </a:lnSpc>
              <a:spcBef>
                <a:spcPts val="0"/>
              </a:spcBef>
              <a:spcAft>
                <a:spcPts val="0"/>
              </a:spcAft>
              <a:buClrTx/>
              <a:buSzTx/>
              <a:tabLst/>
              <a:defRPr/>
            </a:pPr>
            <a:endParaRPr lang="en-US" noProof="0">
              <a:solidFill>
                <a:srgbClr val="070F26"/>
              </a:solidFill>
              <a:latin typeface="Aptos" panose="020B0004020202020204" pitchFamily="34" charset="0"/>
            </a:endParaRPr>
          </a:p>
          <a:p>
            <a:pPr marL="261938" marR="0" lvl="0"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noProof="0">
                <a:solidFill>
                  <a:srgbClr val="070F26"/>
                </a:solidFill>
                <a:latin typeface="Aptos" panose="020B0004020202020204" pitchFamily="34" charset="0"/>
              </a:rPr>
              <a:t>Visual representation of assessment results by domain, dimension, system, supplier and/or OpCo to highlight risk concentration areas.</a:t>
            </a:r>
          </a:p>
          <a:p>
            <a:pPr marL="261938" marR="0" lvl="0"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noProof="0">
              <a:solidFill>
                <a:srgbClr val="070F26"/>
              </a:solidFill>
              <a:latin typeface="Aptos" panose="020B0004020202020204" pitchFamily="34" charset="0"/>
            </a:endParaRPr>
          </a:p>
          <a:p>
            <a:pPr marL="87313" marR="0" lvl="0" algn="l" defTabSz="914400" rtl="0" eaLnBrk="1" fontAlgn="auto" latinLnBrk="0" hangingPunct="1">
              <a:lnSpc>
                <a:spcPct val="100000"/>
              </a:lnSpc>
              <a:spcBef>
                <a:spcPts val="0"/>
              </a:spcBef>
              <a:spcAft>
                <a:spcPts val="0"/>
              </a:spcAft>
              <a:buClrTx/>
              <a:buSzTx/>
              <a:tabLst/>
              <a:defRPr/>
            </a:pPr>
            <a:endParaRPr lang="en-US" noProof="0">
              <a:solidFill>
                <a:srgbClr val="070F26"/>
              </a:solidFill>
              <a:latin typeface="Aptos" panose="020B0004020202020204" pitchFamily="34" charset="0"/>
            </a:endParaRPr>
          </a:p>
          <a:p>
            <a:pPr marL="261938" marR="0" lvl="0"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noProof="0">
              <a:solidFill>
                <a:srgbClr val="070F26"/>
              </a:solidFill>
              <a:latin typeface="Aptos" panose="020B0004020202020204" pitchFamily="34" charset="0"/>
            </a:endParaRPr>
          </a:p>
          <a:p>
            <a:pPr marL="261938" marR="0" lvl="0"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noProof="0">
                <a:solidFill>
                  <a:srgbClr val="070F26"/>
                </a:solidFill>
                <a:latin typeface="Aptos" panose="020B0004020202020204" pitchFamily="34" charset="0"/>
              </a:rPr>
              <a:t>Structured list of validated findings, including description, affected scope, evidence, assessment score, impacted domain and initial risk implication.</a:t>
            </a:r>
          </a:p>
          <a:p>
            <a:pPr marL="261938" marR="0" lvl="0"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noProof="0">
              <a:solidFill>
                <a:srgbClr val="070F26"/>
              </a:solidFill>
              <a:latin typeface="Aptos" panose="020B0004020202020204" pitchFamily="34" charset="0"/>
            </a:endParaRPr>
          </a:p>
          <a:p>
            <a:pPr marL="261938" marR="0" lvl="0"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noProof="0">
                <a:solidFill>
                  <a:srgbClr val="070F26"/>
                </a:solidFill>
                <a:latin typeface="Aptos" panose="020B0004020202020204" pitchFamily="34" charset="0"/>
              </a:rPr>
              <a:t>Mapping of critical technology, supplier, jurisdictional, operational and data dependencies identified during the assessment.</a:t>
            </a:r>
          </a:p>
        </p:txBody>
      </p:sp>
      <p:pic>
        <p:nvPicPr>
          <p:cNvPr id="69" name="Imagen 28">
            <a:extLst>
              <a:ext uri="{FF2B5EF4-FFF2-40B4-BE49-F238E27FC236}">
                <a16:creationId xmlns:a16="http://schemas.microsoft.com/office/drawing/2014/main" id="{F7F81599-5A18-CAEA-6C0A-DA5451946FF3}"/>
              </a:ext>
            </a:extLst>
          </p:cNvPr>
          <p:cNvPicPr>
            <a:picLocks noChangeAspect="1"/>
          </p:cNvPicPr>
          <p:nvPr/>
        </p:nvPicPr>
        <p:blipFill>
          <a:blip r:embed="rId29">
            <a:extLst>
              <a:ext uri="{BEBA8EAE-BF5A-486C-A8C5-ECC9F3942E4B}">
                <a14:imgProps xmlns:a14="http://schemas.microsoft.com/office/drawing/2010/main">
                  <a14:imgLayer r:embed="rId30">
                    <a14:imgEffect>
                      <a14:saturation sat="0"/>
                    </a14:imgEffect>
                  </a14:imgLayer>
                </a14:imgProps>
              </a:ext>
            </a:extLst>
          </a:blip>
          <a:stretch>
            <a:fillRect/>
          </a:stretch>
        </p:blipFill>
        <p:spPr>
          <a:xfrm>
            <a:off x="5699646" y="3489858"/>
            <a:ext cx="2636030" cy="1481883"/>
          </a:xfrm>
          <a:prstGeom prst="rect">
            <a:avLst/>
          </a:prstGeom>
          <a:noFill/>
          <a:ln>
            <a:noFill/>
          </a:ln>
          <a:effectLst>
            <a:outerShdw blurRad="63500" sx="102000" sy="102000" algn="ctr" rotWithShape="0">
              <a:prstClr val="black">
                <a:alpha val="40000"/>
              </a:prstClr>
            </a:outerShdw>
          </a:effectLst>
        </p:spPr>
      </p:pic>
      <p:pic>
        <p:nvPicPr>
          <p:cNvPr id="70" name="Picture 69" descr="A screenshot of a computer&#10;&#10;AI-generated content may be incorrect.">
            <a:extLst>
              <a:ext uri="{FF2B5EF4-FFF2-40B4-BE49-F238E27FC236}">
                <a16:creationId xmlns:a16="http://schemas.microsoft.com/office/drawing/2014/main" id="{181FF7AB-7417-C683-96A8-664D032FE100}"/>
              </a:ext>
            </a:extLst>
          </p:cNvPr>
          <p:cNvPicPr>
            <a:picLocks noChangeAspect="1"/>
          </p:cNvPicPr>
          <p:nvPr/>
        </p:nvPicPr>
        <p:blipFill>
          <a:blip r:embed="rId31">
            <a:extLst>
              <a:ext uri="{BEBA8EAE-BF5A-486C-A8C5-ECC9F3942E4B}">
                <a14:imgProps xmlns:a14="http://schemas.microsoft.com/office/drawing/2010/main">
                  <a14:imgLayer r:embed="rId32">
                    <a14:imgEffect>
                      <a14:saturation sat="0"/>
                    </a14:imgEffect>
                  </a14:imgLayer>
                </a14:imgProps>
              </a:ext>
            </a:extLst>
          </a:blip>
          <a:stretch>
            <a:fillRect/>
          </a:stretch>
        </p:blipFill>
        <p:spPr>
          <a:xfrm>
            <a:off x="6298564" y="2219082"/>
            <a:ext cx="2812249" cy="1401544"/>
          </a:xfrm>
          <a:prstGeom prst="rect">
            <a:avLst/>
          </a:prstGeom>
          <a:noFill/>
          <a:ln>
            <a:no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921321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83AE6-2B49-3905-0415-07B5EBEFE03E}"/>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149A03E-305D-869F-40E6-B979E8A6118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7149A03E-305D-869F-40E6-B979E8A6118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D02ED1DC-F3F1-D83E-7AB6-90B3D74D3386}"/>
              </a:ext>
            </a:extLst>
          </p:cNvPr>
          <p:cNvSpPr>
            <a:spLocks noGrp="1"/>
          </p:cNvSpPr>
          <p:nvPr>
            <p:ph type="body" sz="quarter" idx="10"/>
          </p:nvPr>
        </p:nvSpPr>
        <p:spPr>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noProof="0">
                <a:latin typeface="Aptos" panose="020B0004020202020204" pitchFamily="34" charset="0"/>
              </a:rPr>
              <a:t>A Phased Execution Methodology</a:t>
            </a:r>
          </a:p>
        </p:txBody>
      </p:sp>
      <p:sp>
        <p:nvSpPr>
          <p:cNvPr id="3" name="Title 12">
            <a:extLst>
              <a:ext uri="{FF2B5EF4-FFF2-40B4-BE49-F238E27FC236}">
                <a16:creationId xmlns:a16="http://schemas.microsoft.com/office/drawing/2014/main" id="{CC779462-0F21-EBB4-BDAE-B4ADD4187064}"/>
              </a:ext>
            </a:extLst>
          </p:cNvPr>
          <p:cNvSpPr>
            <a:spLocks noGrp="1"/>
          </p:cNvSpPr>
          <p:nvPr>
            <p:ph type="title"/>
          </p:nvPr>
        </p:nvSpPr>
        <p:spPr>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latin typeface="Aptos" panose="020B0004020202020204" pitchFamily="34" charset="0"/>
              </a:rPr>
              <a:t>Phase 3 - Sovereignty Maturity Report Generation</a:t>
            </a:r>
          </a:p>
        </p:txBody>
      </p:sp>
      <p:sp>
        <p:nvSpPr>
          <p:cNvPr id="64" name="CuadroTexto 92">
            <a:extLst>
              <a:ext uri="{FF2B5EF4-FFF2-40B4-BE49-F238E27FC236}">
                <a16:creationId xmlns:a16="http://schemas.microsoft.com/office/drawing/2014/main" id="{D2BBBEEE-22F7-3654-D816-1717D6D5B707}"/>
              </a:ext>
            </a:extLst>
          </p:cNvPr>
          <p:cNvSpPr txBox="1"/>
          <p:nvPr/>
        </p:nvSpPr>
        <p:spPr>
          <a:xfrm>
            <a:off x="3442244" y="1320701"/>
            <a:ext cx="5307512" cy="400110"/>
          </a:xfrm>
          <a:prstGeom prst="rect">
            <a:avLst/>
          </a:prstGeom>
          <a:noFill/>
        </p:spPr>
        <p:txBody>
          <a:bodyPr wrap="square" l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panose="020B0004020202020204" pitchFamily="34" charset="0"/>
                <a:ea typeface="+mn-ea"/>
                <a:cs typeface="+mn-cs"/>
              </a:rPr>
              <a:t>DELIVERABLES - ILLUSTRATIVE EXAMPLES</a:t>
            </a:r>
            <a:endParaRPr kumimoji="0" lang="en-US" sz="16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pic>
        <p:nvPicPr>
          <p:cNvPr id="28" name="Imagen 33">
            <a:extLst>
              <a:ext uri="{FF2B5EF4-FFF2-40B4-BE49-F238E27FC236}">
                <a16:creationId xmlns:a16="http://schemas.microsoft.com/office/drawing/2014/main" id="{D04440B7-FBE7-97BE-BF6B-A9FA3082DA5D}"/>
              </a:ext>
            </a:extLst>
          </p:cNvPr>
          <p:cNvPicPr>
            <a:picLocks noChangeAspect="1"/>
          </p:cNvPicPr>
          <p:nvPr/>
        </p:nvPicPr>
        <p:blipFill>
          <a:blip r:embed="rId5"/>
          <a:stretch>
            <a:fillRect/>
          </a:stretch>
        </p:blipFill>
        <p:spPr>
          <a:xfrm>
            <a:off x="2872024" y="1244126"/>
            <a:ext cx="570220" cy="570220"/>
          </a:xfrm>
          <a:prstGeom prst="rect">
            <a:avLst/>
          </a:prstGeom>
        </p:spPr>
      </p:pic>
      <p:grpSp>
        <p:nvGrpSpPr>
          <p:cNvPr id="16" name="Group 15">
            <a:extLst>
              <a:ext uri="{FF2B5EF4-FFF2-40B4-BE49-F238E27FC236}">
                <a16:creationId xmlns:a16="http://schemas.microsoft.com/office/drawing/2014/main" id="{F7BD3023-907A-5253-6717-012B3CBD726E}"/>
              </a:ext>
            </a:extLst>
          </p:cNvPr>
          <p:cNvGrpSpPr/>
          <p:nvPr/>
        </p:nvGrpSpPr>
        <p:grpSpPr>
          <a:xfrm>
            <a:off x="8664871" y="358023"/>
            <a:ext cx="3216394" cy="335309"/>
            <a:chOff x="8664871" y="358023"/>
            <a:chExt cx="3216394" cy="335309"/>
          </a:xfrm>
        </p:grpSpPr>
        <p:pic>
          <p:nvPicPr>
            <p:cNvPr id="29" name="Picture 28">
              <a:extLst>
                <a:ext uri="{FF2B5EF4-FFF2-40B4-BE49-F238E27FC236}">
                  <a16:creationId xmlns:a16="http://schemas.microsoft.com/office/drawing/2014/main" id="{C2A53377-7A51-712C-891B-0565274608D4}"/>
                </a:ext>
              </a:extLst>
            </p:cNvPr>
            <p:cNvPicPr>
              <a:picLocks noChangeAspect="1"/>
            </p:cNvPicPr>
            <p:nvPr/>
          </p:nvPicPr>
          <p:blipFill>
            <a:blip r:embed="rId6">
              <a:alphaModFix amt="30000"/>
            </a:blip>
            <a:stretch>
              <a:fillRect/>
            </a:stretch>
          </p:blipFill>
          <p:spPr>
            <a:xfrm>
              <a:off x="8664871" y="358023"/>
              <a:ext cx="993734" cy="335309"/>
            </a:xfrm>
            <a:prstGeom prst="rect">
              <a:avLst/>
            </a:prstGeom>
          </p:spPr>
        </p:pic>
        <p:pic>
          <p:nvPicPr>
            <p:cNvPr id="30" name="Picture 29">
              <a:extLst>
                <a:ext uri="{FF2B5EF4-FFF2-40B4-BE49-F238E27FC236}">
                  <a16:creationId xmlns:a16="http://schemas.microsoft.com/office/drawing/2014/main" id="{88885ADC-DAC9-512E-3897-1526AD955C9F}"/>
                </a:ext>
              </a:extLst>
            </p:cNvPr>
            <p:cNvPicPr>
              <a:picLocks noChangeAspect="1"/>
            </p:cNvPicPr>
            <p:nvPr/>
          </p:nvPicPr>
          <p:blipFill>
            <a:blip r:embed="rId7">
              <a:alphaModFix/>
            </a:blip>
            <a:stretch>
              <a:fillRect/>
            </a:stretch>
          </p:blipFill>
          <p:spPr>
            <a:xfrm>
              <a:off x="10887531" y="358023"/>
              <a:ext cx="993734" cy="335309"/>
            </a:xfrm>
            <a:prstGeom prst="rect">
              <a:avLst/>
            </a:prstGeom>
          </p:spPr>
        </p:pic>
        <p:pic>
          <p:nvPicPr>
            <p:cNvPr id="31" name="Picture 30">
              <a:extLst>
                <a:ext uri="{FF2B5EF4-FFF2-40B4-BE49-F238E27FC236}">
                  <a16:creationId xmlns:a16="http://schemas.microsoft.com/office/drawing/2014/main" id="{341B9436-DCC5-CA24-42A0-A69B55768AAD}"/>
                </a:ext>
              </a:extLst>
            </p:cNvPr>
            <p:cNvPicPr>
              <a:picLocks noChangeAspect="1"/>
            </p:cNvPicPr>
            <p:nvPr/>
          </p:nvPicPr>
          <p:blipFill>
            <a:blip r:embed="rId8">
              <a:alphaModFix amt="30000"/>
            </a:blip>
            <a:stretch>
              <a:fillRect/>
            </a:stretch>
          </p:blipFill>
          <p:spPr>
            <a:xfrm>
              <a:off x="9776201" y="358023"/>
              <a:ext cx="987638" cy="335309"/>
            </a:xfrm>
            <a:prstGeom prst="rect">
              <a:avLst/>
            </a:prstGeom>
          </p:spPr>
        </p:pic>
      </p:grpSp>
      <p:sp>
        <p:nvSpPr>
          <p:cNvPr id="66" name="CuadroTexto 25">
            <a:extLst>
              <a:ext uri="{FF2B5EF4-FFF2-40B4-BE49-F238E27FC236}">
                <a16:creationId xmlns:a16="http://schemas.microsoft.com/office/drawing/2014/main" id="{F02339DC-DCA0-D4FE-592B-1614190C9668}"/>
              </a:ext>
            </a:extLst>
          </p:cNvPr>
          <p:cNvSpPr txBox="1"/>
          <p:nvPr/>
        </p:nvSpPr>
        <p:spPr>
          <a:xfrm>
            <a:off x="4259999" y="2123801"/>
            <a:ext cx="36720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72BC"/>
                </a:solidFill>
                <a:effectLst/>
                <a:uLnTx/>
                <a:uFillTx/>
                <a:latin typeface="Aptos" panose="020B0004020202020204" pitchFamily="34" charset="0"/>
              </a:rPr>
              <a:t>D3.2. Main Findings Executive Summary</a:t>
            </a:r>
          </a:p>
        </p:txBody>
      </p:sp>
      <p:sp>
        <p:nvSpPr>
          <p:cNvPr id="67" name="CuadroTexto 24">
            <a:extLst>
              <a:ext uri="{FF2B5EF4-FFF2-40B4-BE49-F238E27FC236}">
                <a16:creationId xmlns:a16="http://schemas.microsoft.com/office/drawing/2014/main" id="{B9515650-C899-1697-AAE1-520C54A1DAAA}"/>
              </a:ext>
            </a:extLst>
          </p:cNvPr>
          <p:cNvSpPr txBox="1"/>
          <p:nvPr/>
        </p:nvSpPr>
        <p:spPr>
          <a:xfrm>
            <a:off x="2623484" y="5739043"/>
            <a:ext cx="6945029" cy="461665"/>
          </a:xfrm>
          <a:prstGeom prst="rect">
            <a:avLst/>
          </a:prstGeom>
          <a:noFill/>
        </p:spPr>
        <p:txBody>
          <a:bodyPr wrap="square">
            <a:spAutoFit/>
          </a:bodyPr>
          <a:lstStyle>
            <a:defPPr>
              <a:defRPr lang="en-US"/>
            </a:defPPr>
            <a:lvl1pPr algn="ctr">
              <a:defRPr sz="1200" i="1">
                <a:solidFill>
                  <a:schemeClr val="bg1"/>
                </a:solidFill>
                <a:latin typeface="Montserrat" panose="0000050000000000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70F26"/>
                </a:solidFill>
                <a:effectLst/>
                <a:uLnTx/>
                <a:uFillTx/>
                <a:latin typeface="Aptos" panose="020B0004020202020204" pitchFamily="34" charset="0"/>
              </a:rPr>
              <a:t>Executive-level presentation summarizing conclusions as a synthesis of IAG’s current IT sovereignty posture, including strengths, key exposures and systemic concerns.</a:t>
            </a:r>
            <a:endParaRPr lang="en-US" noProof="0">
              <a:solidFill>
                <a:srgbClr val="070F26"/>
              </a:solidFill>
              <a:latin typeface="Aptos" panose="020B0004020202020204" pitchFamily="34" charset="0"/>
            </a:endParaRPr>
          </a:p>
        </p:txBody>
      </p:sp>
      <p:pic>
        <p:nvPicPr>
          <p:cNvPr id="69" name="Picture 68">
            <a:extLst>
              <a:ext uri="{FF2B5EF4-FFF2-40B4-BE49-F238E27FC236}">
                <a16:creationId xmlns:a16="http://schemas.microsoft.com/office/drawing/2014/main" id="{B80E2E5A-F414-0BD4-B8C4-A2A3735211FC}"/>
              </a:ext>
            </a:extLst>
          </p:cNvPr>
          <p:cNvPicPr>
            <a:picLocks noChangeAspect="1"/>
          </p:cNvPicPr>
          <p:nvPr/>
        </p:nvPicPr>
        <p:blipFill>
          <a:blip r:embed="rId9">
            <a:extLst>
              <a:ext uri="{BEBA8EAE-BF5A-486C-A8C5-ECC9F3942E4B}">
                <a14:imgProps xmlns:a14="http://schemas.microsoft.com/office/drawing/2010/main">
                  <a14:imgLayer r:embed="rId10">
                    <a14:imgEffect>
                      <a14:saturation sat="0"/>
                    </a14:imgEffect>
                  </a14:imgLayer>
                </a14:imgProps>
              </a:ext>
            </a:extLst>
          </a:blip>
          <a:stretch>
            <a:fillRect/>
          </a:stretch>
        </p:blipFill>
        <p:spPr>
          <a:xfrm>
            <a:off x="710739" y="2612464"/>
            <a:ext cx="3736321" cy="1878775"/>
          </a:xfrm>
          <a:prstGeom prst="rect">
            <a:avLst/>
          </a:prstGeom>
          <a:effectLst>
            <a:outerShdw blurRad="63500" sx="102000" sy="102000" algn="ctr" rotWithShape="0">
              <a:prstClr val="black">
                <a:alpha val="40000"/>
              </a:prstClr>
            </a:outerShdw>
          </a:effectLst>
        </p:spPr>
      </p:pic>
      <p:pic>
        <p:nvPicPr>
          <p:cNvPr id="71" name="Picture 70">
            <a:extLst>
              <a:ext uri="{FF2B5EF4-FFF2-40B4-BE49-F238E27FC236}">
                <a16:creationId xmlns:a16="http://schemas.microsoft.com/office/drawing/2014/main" id="{95934AB1-4D35-9903-4D96-F30C7FC7D238}"/>
              </a:ext>
            </a:extLst>
          </p:cNvPr>
          <p:cNvPicPr>
            <a:picLocks noChangeAspect="1"/>
          </p:cNvPicPr>
          <p:nvPr/>
        </p:nvPicPr>
        <p:blipFill>
          <a:blip r:embed="rId11">
            <a:extLst>
              <a:ext uri="{BEBA8EAE-BF5A-486C-A8C5-ECC9F3942E4B}">
                <a14:imgProps xmlns:a14="http://schemas.microsoft.com/office/drawing/2010/main">
                  <a14:imgLayer r:embed="rId12">
                    <a14:imgEffect>
                      <a14:saturation sat="0"/>
                    </a14:imgEffect>
                  </a14:imgLayer>
                </a14:imgProps>
              </a:ext>
            </a:extLst>
          </a:blip>
          <a:stretch>
            <a:fillRect/>
          </a:stretch>
        </p:blipFill>
        <p:spPr>
          <a:xfrm>
            <a:off x="1466010" y="3521582"/>
            <a:ext cx="3672000" cy="1986603"/>
          </a:xfrm>
          <a:prstGeom prst="rect">
            <a:avLst/>
          </a:prstGeom>
          <a:effectLst>
            <a:outerShdw blurRad="63500" sx="102000" sy="102000" algn="ctr" rotWithShape="0">
              <a:prstClr val="black">
                <a:alpha val="40000"/>
              </a:prstClr>
            </a:outerShdw>
          </a:effectLst>
        </p:spPr>
      </p:pic>
      <p:pic>
        <p:nvPicPr>
          <p:cNvPr id="73" name="Picture 72">
            <a:extLst>
              <a:ext uri="{FF2B5EF4-FFF2-40B4-BE49-F238E27FC236}">
                <a16:creationId xmlns:a16="http://schemas.microsoft.com/office/drawing/2014/main" id="{75B6C78C-B3E8-189C-643A-6B858505D782}"/>
              </a:ext>
            </a:extLst>
          </p:cNvPr>
          <p:cNvPicPr>
            <a:picLocks noChangeAspect="1"/>
          </p:cNvPicPr>
          <p:nvPr/>
        </p:nvPicPr>
        <p:blipFill>
          <a:blip r:embed="rId13">
            <a:extLst>
              <a:ext uri="{BEBA8EAE-BF5A-486C-A8C5-ECC9F3942E4B}">
                <a14:imgProps xmlns:a14="http://schemas.microsoft.com/office/drawing/2010/main">
                  <a14:imgLayer r:embed="rId14">
                    <a14:imgEffect>
                      <a14:saturation sat="0"/>
                    </a14:imgEffect>
                  </a14:imgLayer>
                </a14:imgProps>
              </a:ext>
            </a:extLst>
          </a:blip>
          <a:stretch>
            <a:fillRect/>
          </a:stretch>
        </p:blipFill>
        <p:spPr>
          <a:xfrm>
            <a:off x="7850691" y="2591419"/>
            <a:ext cx="4015293" cy="1872832"/>
          </a:xfrm>
          <a:prstGeom prst="rect">
            <a:avLst/>
          </a:prstGeom>
          <a:effectLst>
            <a:outerShdw blurRad="63500" sx="102000" sy="102000" algn="ctr" rotWithShape="0">
              <a:prstClr val="black">
                <a:alpha val="40000"/>
              </a:prstClr>
            </a:outerShdw>
          </a:effectLst>
        </p:spPr>
      </p:pic>
      <p:sp>
        <p:nvSpPr>
          <p:cNvPr id="78" name="TextBox 71">
            <a:extLst>
              <a:ext uri="{FF2B5EF4-FFF2-40B4-BE49-F238E27FC236}">
                <a16:creationId xmlns:a16="http://schemas.microsoft.com/office/drawing/2014/main" id="{F90A4A00-A123-5C54-4BB6-B6189BCA6881}"/>
              </a:ext>
            </a:extLst>
          </p:cNvPr>
          <p:cNvSpPr txBox="1"/>
          <p:nvPr/>
        </p:nvSpPr>
        <p:spPr>
          <a:xfrm>
            <a:off x="21543556" y="3721369"/>
            <a:ext cx="1276350" cy="277601"/>
          </a:xfrm>
          <a:prstGeom prst="rect">
            <a:avLst/>
          </a:prstGeom>
        </p:spPr>
        <p:txBody>
          <a:bodyPr vert="horz" wrap="none" lIns="0" tIns="0" rIns="0" bIns="0" rtlCol="0" anchor="ctr">
            <a:noAutofit/>
          </a:bodyPr>
          <a:lstStyle>
            <a:defPPr>
              <a:defRPr lang="en-US"/>
            </a:defPPr>
            <a:lvl1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pPr algn="ctr"/>
            <a:r>
              <a:rPr lang="en-US" sz="800" b="1" noProof="0">
                <a:solidFill>
                  <a:schemeClr val="bg1"/>
                </a:solidFill>
              </a:rPr>
              <a:t>Type</a:t>
            </a:r>
            <a:r>
              <a:rPr lang="en-US" sz="800" noProof="0">
                <a:solidFill>
                  <a:schemeClr val="bg1"/>
                </a:solidFill>
              </a:rPr>
              <a:t> (start time horizon)</a:t>
            </a:r>
          </a:p>
        </p:txBody>
      </p:sp>
      <p:grpSp>
        <p:nvGrpSpPr>
          <p:cNvPr id="79" name="Group 78">
            <a:extLst>
              <a:ext uri="{FF2B5EF4-FFF2-40B4-BE49-F238E27FC236}">
                <a16:creationId xmlns:a16="http://schemas.microsoft.com/office/drawing/2014/main" id="{1E3B5431-F18F-6231-85ED-7A9E4C0908C9}"/>
              </a:ext>
            </a:extLst>
          </p:cNvPr>
          <p:cNvGrpSpPr/>
          <p:nvPr/>
        </p:nvGrpSpPr>
        <p:grpSpPr>
          <a:xfrm>
            <a:off x="17740770" y="1648119"/>
            <a:ext cx="3513399" cy="2892071"/>
            <a:chOff x="5103845" y="2033034"/>
            <a:chExt cx="3513399" cy="2892071"/>
          </a:xfrm>
        </p:grpSpPr>
        <p:sp>
          <p:nvSpPr>
            <p:cNvPr id="103" name="Free-form: Shape 13">
              <a:extLst>
                <a:ext uri="{FF2B5EF4-FFF2-40B4-BE49-F238E27FC236}">
                  <a16:creationId xmlns:a16="http://schemas.microsoft.com/office/drawing/2014/main" id="{A4D4D94A-09DA-F7FF-A4FE-6BCDAFE81AF0}"/>
                </a:ext>
              </a:extLst>
            </p:cNvPr>
            <p:cNvSpPr/>
            <p:nvPr/>
          </p:nvSpPr>
          <p:spPr>
            <a:xfrm>
              <a:off x="5103845" y="2256160"/>
              <a:ext cx="3284375" cy="2668944"/>
            </a:xfrm>
            <a:custGeom>
              <a:avLst/>
              <a:gdLst>
                <a:gd name="connsiteX0" fmla="*/ 0 w 3284375"/>
                <a:gd name="connsiteY0" fmla="*/ 0 h 2659225"/>
                <a:gd name="connsiteX1" fmla="*/ 3275045 w 3284375"/>
                <a:gd name="connsiteY1" fmla="*/ 9331 h 2659225"/>
                <a:gd name="connsiteX2" fmla="*/ 3284375 w 3284375"/>
                <a:gd name="connsiteY2" fmla="*/ 2659225 h 2659225"/>
                <a:gd name="connsiteX3" fmla="*/ 1782147 w 3284375"/>
                <a:gd name="connsiteY3" fmla="*/ 2659225 h 2659225"/>
                <a:gd name="connsiteX4" fmla="*/ 1791477 w 3284375"/>
                <a:gd name="connsiteY4" fmla="*/ 1390262 h 2659225"/>
                <a:gd name="connsiteX5" fmla="*/ 9331 w 3284375"/>
                <a:gd name="connsiteY5" fmla="*/ 1390262 h 2659225"/>
                <a:gd name="connsiteX6" fmla="*/ 0 w 3284375"/>
                <a:gd name="connsiteY6" fmla="*/ 0 h 2659225"/>
                <a:gd name="connsiteX0" fmla="*/ 0 w 3284375"/>
                <a:gd name="connsiteY0" fmla="*/ 0 h 2663987"/>
                <a:gd name="connsiteX1" fmla="*/ 3275045 w 3284375"/>
                <a:gd name="connsiteY1" fmla="*/ 9331 h 2663987"/>
                <a:gd name="connsiteX2" fmla="*/ 3284375 w 3284375"/>
                <a:gd name="connsiteY2" fmla="*/ 2659225 h 2663987"/>
                <a:gd name="connsiteX3" fmla="*/ 1634509 w 3284375"/>
                <a:gd name="connsiteY3" fmla="*/ 2663987 h 2663987"/>
                <a:gd name="connsiteX4" fmla="*/ 1791477 w 3284375"/>
                <a:gd name="connsiteY4" fmla="*/ 1390262 h 2663987"/>
                <a:gd name="connsiteX5" fmla="*/ 9331 w 3284375"/>
                <a:gd name="connsiteY5" fmla="*/ 1390262 h 2663987"/>
                <a:gd name="connsiteX6" fmla="*/ 0 w 3284375"/>
                <a:gd name="connsiteY6" fmla="*/ 0 h 2663987"/>
                <a:gd name="connsiteX0" fmla="*/ 0 w 3284375"/>
                <a:gd name="connsiteY0" fmla="*/ 0 h 2663987"/>
                <a:gd name="connsiteX1" fmla="*/ 3275045 w 3284375"/>
                <a:gd name="connsiteY1" fmla="*/ 9331 h 2663987"/>
                <a:gd name="connsiteX2" fmla="*/ 3284375 w 3284375"/>
                <a:gd name="connsiteY2" fmla="*/ 2659225 h 2663987"/>
                <a:gd name="connsiteX3" fmla="*/ 1634509 w 3284375"/>
                <a:gd name="connsiteY3" fmla="*/ 2663987 h 2663987"/>
                <a:gd name="connsiteX4" fmla="*/ 1639077 w 3284375"/>
                <a:gd name="connsiteY4" fmla="*/ 1395024 h 2663987"/>
                <a:gd name="connsiteX5" fmla="*/ 9331 w 3284375"/>
                <a:gd name="connsiteY5" fmla="*/ 1390262 h 2663987"/>
                <a:gd name="connsiteX6" fmla="*/ 0 w 3284375"/>
                <a:gd name="connsiteY6" fmla="*/ 0 h 2663987"/>
                <a:gd name="connsiteX0" fmla="*/ 0 w 3284375"/>
                <a:gd name="connsiteY0" fmla="*/ 4957 h 2668944"/>
                <a:gd name="connsiteX1" fmla="*/ 3279807 w 3284375"/>
                <a:gd name="connsiteY1" fmla="*/ 0 h 2668944"/>
                <a:gd name="connsiteX2" fmla="*/ 3284375 w 3284375"/>
                <a:gd name="connsiteY2" fmla="*/ 2664182 h 2668944"/>
                <a:gd name="connsiteX3" fmla="*/ 1634509 w 3284375"/>
                <a:gd name="connsiteY3" fmla="*/ 2668944 h 2668944"/>
                <a:gd name="connsiteX4" fmla="*/ 1639077 w 3284375"/>
                <a:gd name="connsiteY4" fmla="*/ 1399981 h 2668944"/>
                <a:gd name="connsiteX5" fmla="*/ 9331 w 3284375"/>
                <a:gd name="connsiteY5" fmla="*/ 1395219 h 2668944"/>
                <a:gd name="connsiteX6" fmla="*/ 0 w 3284375"/>
                <a:gd name="connsiteY6" fmla="*/ 4957 h 2668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4375" h="2668944">
                  <a:moveTo>
                    <a:pt x="0" y="4957"/>
                  </a:moveTo>
                  <a:lnTo>
                    <a:pt x="3279807" y="0"/>
                  </a:lnTo>
                  <a:cubicBezTo>
                    <a:pt x="3281330" y="888061"/>
                    <a:pt x="3282852" y="1776121"/>
                    <a:pt x="3284375" y="2664182"/>
                  </a:cubicBezTo>
                  <a:lnTo>
                    <a:pt x="1634509" y="2668944"/>
                  </a:lnTo>
                  <a:cubicBezTo>
                    <a:pt x="1636032" y="2245956"/>
                    <a:pt x="1637554" y="1822969"/>
                    <a:pt x="1639077" y="1399981"/>
                  </a:cubicBezTo>
                  <a:lnTo>
                    <a:pt x="9331" y="1395219"/>
                  </a:lnTo>
                  <a:cubicBezTo>
                    <a:pt x="6221" y="931798"/>
                    <a:pt x="3110" y="468378"/>
                    <a:pt x="0" y="4957"/>
                  </a:cubicBezTo>
                  <a:close/>
                </a:path>
              </a:pathLst>
            </a:cu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en-US"/>
              </a:defPPr>
              <a:lvl1pPr marL="0" indent="0" algn="l" defTabSz="914400" rtl="0" eaLnBrk="1" latinLnBrk="0" hangingPunct="1">
                <a:lnSpc>
                  <a:spcPct val="110000"/>
                </a:lnSpc>
                <a:spcBef>
                  <a:spcPts val="600"/>
                </a:spcBef>
                <a:buFontTx/>
                <a:buNone/>
                <a:defRPr sz="1400" kern="1200">
                  <a:solidFill>
                    <a:schemeClr val="lt1"/>
                  </a:solidFill>
                  <a:latin typeface="+mn-lt"/>
                  <a:ea typeface="+mn-ea"/>
                  <a:cs typeface="+mn-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lt1"/>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9pPr>
            </a:lstStyle>
            <a:p>
              <a:pPr algn="ctr">
                <a:lnSpc>
                  <a:spcPct val="110000"/>
                </a:lnSpc>
                <a:spcBef>
                  <a:spcPts val="600"/>
                </a:spcBef>
              </a:pPr>
              <a:endParaRPr lang="en-US" noProof="0"/>
            </a:p>
          </p:txBody>
        </p:sp>
        <p:sp>
          <p:nvSpPr>
            <p:cNvPr id="104" name="TextBox 11">
              <a:extLst>
                <a:ext uri="{FF2B5EF4-FFF2-40B4-BE49-F238E27FC236}">
                  <a16:creationId xmlns:a16="http://schemas.microsoft.com/office/drawing/2014/main" id="{8C82AF60-BEB8-AA9C-53F2-DDDBCFC9FF29}"/>
                </a:ext>
              </a:extLst>
            </p:cNvPr>
            <p:cNvSpPr txBox="1"/>
            <p:nvPr/>
          </p:nvSpPr>
          <p:spPr>
            <a:xfrm>
              <a:off x="6752704" y="2033035"/>
              <a:ext cx="1656000" cy="218032"/>
            </a:xfrm>
            <a:prstGeom prst="roundRect">
              <a:avLst/>
            </a:prstGeom>
            <a:solidFill>
              <a:schemeClr val="accent5">
                <a:lumMod val="40000"/>
                <a:lumOff val="60000"/>
              </a:schemeClr>
            </a:solid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defPPr>
                <a:defRPr lang="en-US"/>
              </a:defPPr>
              <a:lvl1pPr marL="0" indent="0" algn="ctr" defTabSz="914400" rtl="0" eaLnBrk="1" latinLnBrk="0" hangingPunct="1">
                <a:lnSpc>
                  <a:spcPct val="110000"/>
                </a:lnSpc>
                <a:spcBef>
                  <a:spcPts val="600"/>
                </a:spcBef>
                <a:buFontTx/>
                <a:buNone/>
                <a:defRPr sz="800" b="1" kern="1200">
                  <a:solidFill>
                    <a:schemeClr val="accent1"/>
                  </a:solidFill>
                  <a:effectLst/>
                  <a:latin typeface="+mn-lt"/>
                  <a:ea typeface="+mn-ea"/>
                  <a:cs typeface="+mn-cs"/>
                </a:defRPr>
              </a:lvl1pPr>
              <a:lvl2pPr marL="457200" indent="0" algn="l" defTabSz="914400" rtl="0" eaLnBrk="1" latinLnBrk="0" hangingPunct="1">
                <a:lnSpc>
                  <a:spcPct val="90000"/>
                </a:lnSpc>
                <a:spcBef>
                  <a:spcPts val="600"/>
                </a:spcBef>
                <a:buClr>
                  <a:schemeClr val="accent1"/>
                </a:buClr>
                <a:buFont typeface="Wingdings" panose="05000000000000000000" pitchFamily="2" charset="2"/>
                <a:buChar char="§"/>
                <a:defRPr sz="1100" kern="1200">
                  <a:solidFill>
                    <a:schemeClr val="dk1"/>
                  </a:solidFill>
                  <a:latin typeface="+mn-lt"/>
                  <a:ea typeface="+mn-ea"/>
                  <a:cs typeface="+mn-cs"/>
                </a:defRPr>
              </a:lvl2pPr>
              <a:lvl3pPr marL="9144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3pPr>
              <a:lvl4pPr marL="13716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4pPr>
              <a:lvl5pPr marL="18288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5pPr>
              <a:lvl6pPr marL="22860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6pPr>
              <a:lvl7pPr marL="27432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7pPr>
              <a:lvl8pPr marL="32004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8pPr>
              <a:lvl9pPr marL="36576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9pPr>
            </a:lstStyle>
            <a:p>
              <a:r>
                <a:rPr lang="en-US" noProof="0"/>
                <a:t>IMPROVEMENTS Stability (10%)</a:t>
              </a:r>
            </a:p>
          </p:txBody>
        </p:sp>
        <p:sp>
          <p:nvSpPr>
            <p:cNvPr id="105" name="TextBox 11">
              <a:extLst>
                <a:ext uri="{FF2B5EF4-FFF2-40B4-BE49-F238E27FC236}">
                  <a16:creationId xmlns:a16="http://schemas.microsoft.com/office/drawing/2014/main" id="{43EAD7D1-027B-599B-B78E-5BA37E5A8C9A}"/>
                </a:ext>
              </a:extLst>
            </p:cNvPr>
            <p:cNvSpPr txBox="1"/>
            <p:nvPr/>
          </p:nvSpPr>
          <p:spPr>
            <a:xfrm>
              <a:off x="5116806" y="2033035"/>
              <a:ext cx="1620000" cy="218032"/>
            </a:xfrm>
            <a:prstGeom prst="roundRect">
              <a:avLst/>
            </a:prstGeom>
            <a:solidFill>
              <a:schemeClr val="accent5">
                <a:lumMod val="40000"/>
                <a:lumOff val="60000"/>
              </a:schemeClr>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defPPr>
                <a:defRPr lang="en-US"/>
              </a:defPPr>
              <a:lvl1pPr marL="0" indent="0" algn="l" defTabSz="914400" rtl="0" eaLnBrk="1" latinLnBrk="0" hangingPunct="1">
                <a:lnSpc>
                  <a:spcPct val="110000"/>
                </a:lnSpc>
                <a:spcBef>
                  <a:spcPts val="600"/>
                </a:spcBef>
                <a:buFontTx/>
                <a:buNone/>
                <a:defRPr sz="1100" kern="1200">
                  <a:solidFill>
                    <a:schemeClr val="dk1"/>
                  </a:solidFill>
                  <a:latin typeface="+mn-lt"/>
                  <a:ea typeface="+mn-ea"/>
                  <a:cs typeface="+mn-cs"/>
                </a:defRPr>
              </a:lvl1pPr>
              <a:lvl2pPr marL="457200" indent="0" algn="l" defTabSz="914400" rtl="0" eaLnBrk="1" latinLnBrk="0" hangingPunct="1">
                <a:lnSpc>
                  <a:spcPct val="90000"/>
                </a:lnSpc>
                <a:spcBef>
                  <a:spcPts val="600"/>
                </a:spcBef>
                <a:buClr>
                  <a:schemeClr val="accent1"/>
                </a:buClr>
                <a:buFont typeface="Wingdings" panose="05000000000000000000" pitchFamily="2" charset="2"/>
                <a:buChar char="§"/>
                <a:defRPr sz="1100" kern="1200">
                  <a:solidFill>
                    <a:schemeClr val="dk1"/>
                  </a:solidFill>
                  <a:latin typeface="+mn-lt"/>
                  <a:ea typeface="+mn-ea"/>
                  <a:cs typeface="+mn-cs"/>
                </a:defRPr>
              </a:lvl2pPr>
              <a:lvl3pPr marL="9144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3pPr>
              <a:lvl4pPr marL="13716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4pPr>
              <a:lvl5pPr marL="18288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5pPr>
              <a:lvl6pPr marL="22860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6pPr>
              <a:lvl7pPr marL="27432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7pPr>
              <a:lvl8pPr marL="32004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8pPr>
              <a:lvl9pPr marL="36576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9pPr>
            </a:lstStyle>
            <a:p>
              <a:pPr algn="ctr"/>
              <a:r>
                <a:rPr lang="en-US" sz="800" b="1" noProof="0">
                  <a:solidFill>
                    <a:schemeClr val="accent1"/>
                  </a:solidFill>
                  <a:effectLst/>
                  <a:latin typeface="+mn-lt"/>
                  <a:ea typeface="+mn-ea"/>
                  <a:cs typeface="+mn-cs"/>
                </a:rPr>
                <a:t>IMPORTANT IMPROVEMENTS (10%)</a:t>
              </a:r>
              <a:endParaRPr lang="en-US" sz="800" noProof="0">
                <a:solidFill>
                  <a:schemeClr val="accent1"/>
                </a:solidFill>
                <a:effectLst/>
              </a:endParaRPr>
            </a:p>
          </p:txBody>
        </p:sp>
        <p:sp>
          <p:nvSpPr>
            <p:cNvPr id="106" name="TextBox 11">
              <a:extLst>
                <a:ext uri="{FF2B5EF4-FFF2-40B4-BE49-F238E27FC236}">
                  <a16:creationId xmlns:a16="http://schemas.microsoft.com/office/drawing/2014/main" id="{210FA6D6-890D-6149-3B35-0E81FEC6CB85}"/>
                </a:ext>
              </a:extLst>
            </p:cNvPr>
            <p:cNvSpPr txBox="1"/>
            <p:nvPr/>
          </p:nvSpPr>
          <p:spPr>
            <a:xfrm rot="16200000">
              <a:off x="7062192" y="3370054"/>
              <a:ext cx="2892071" cy="218032"/>
            </a:xfrm>
            <a:prstGeom prst="roundRect">
              <a:avLst/>
            </a:prstGeom>
            <a:solidFill>
              <a:schemeClr val="accent5">
                <a:lumMod val="40000"/>
                <a:lumOff val="60000"/>
              </a:schemeClr>
            </a:solid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defPPr>
                <a:defRPr lang="en-US"/>
              </a:defPPr>
              <a:lvl1pPr marL="0" indent="0" algn="ctr" defTabSz="914400" rtl="0" eaLnBrk="1" latinLnBrk="0" hangingPunct="1">
                <a:lnSpc>
                  <a:spcPct val="110000"/>
                </a:lnSpc>
                <a:spcBef>
                  <a:spcPts val="600"/>
                </a:spcBef>
                <a:buFontTx/>
                <a:buNone/>
                <a:defRPr sz="800" b="1" kern="1200">
                  <a:solidFill>
                    <a:schemeClr val="accent1"/>
                  </a:solidFill>
                  <a:effectLst/>
                  <a:latin typeface="+mn-lt"/>
                  <a:ea typeface="+mn-ea"/>
                  <a:cs typeface="+mn-cs"/>
                </a:defRPr>
              </a:lvl1pPr>
              <a:lvl2pPr marL="457200" indent="0" algn="l" defTabSz="914400" rtl="0" eaLnBrk="1" latinLnBrk="0" hangingPunct="1">
                <a:lnSpc>
                  <a:spcPct val="90000"/>
                </a:lnSpc>
                <a:spcBef>
                  <a:spcPts val="600"/>
                </a:spcBef>
                <a:buClr>
                  <a:schemeClr val="accent1"/>
                </a:buClr>
                <a:buFont typeface="Wingdings" panose="05000000000000000000" pitchFamily="2" charset="2"/>
                <a:buChar char="§"/>
                <a:defRPr sz="1100" kern="1200">
                  <a:solidFill>
                    <a:schemeClr val="dk1"/>
                  </a:solidFill>
                  <a:latin typeface="+mn-lt"/>
                  <a:ea typeface="+mn-ea"/>
                  <a:cs typeface="+mn-cs"/>
                </a:defRPr>
              </a:lvl2pPr>
              <a:lvl3pPr marL="9144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3pPr>
              <a:lvl4pPr marL="13716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4pPr>
              <a:lvl5pPr marL="18288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5pPr>
              <a:lvl6pPr marL="22860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6pPr>
              <a:lvl7pPr marL="27432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7pPr>
              <a:lvl8pPr marL="32004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8pPr>
              <a:lvl9pPr marL="36576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9pPr>
            </a:lstStyle>
            <a:p>
              <a:r>
                <a:rPr lang="en-US" noProof="0"/>
                <a:t>IMPROVEMENTS Stability (10%)</a:t>
              </a:r>
            </a:p>
          </p:txBody>
        </p:sp>
      </p:grpSp>
      <p:grpSp>
        <p:nvGrpSpPr>
          <p:cNvPr id="80" name="Group 79">
            <a:extLst>
              <a:ext uri="{FF2B5EF4-FFF2-40B4-BE49-F238E27FC236}">
                <a16:creationId xmlns:a16="http://schemas.microsoft.com/office/drawing/2014/main" id="{E49FD9CF-52B3-C25C-70BA-1E144BEE0DAC}"/>
              </a:ext>
            </a:extLst>
          </p:cNvPr>
          <p:cNvGrpSpPr/>
          <p:nvPr/>
        </p:nvGrpSpPr>
        <p:grpSpPr>
          <a:xfrm>
            <a:off x="15850323" y="1648120"/>
            <a:ext cx="1890447" cy="4458295"/>
            <a:chOff x="3213398" y="2033035"/>
            <a:chExt cx="1890447" cy="4458295"/>
          </a:xfrm>
        </p:grpSpPr>
        <p:sp>
          <p:nvSpPr>
            <p:cNvPr id="99" name="Rectangle 98">
              <a:extLst>
                <a:ext uri="{FF2B5EF4-FFF2-40B4-BE49-F238E27FC236}">
                  <a16:creationId xmlns:a16="http://schemas.microsoft.com/office/drawing/2014/main" id="{AE8A85DF-8212-56A9-89ED-1601C0B61E18}"/>
                </a:ext>
              </a:extLst>
            </p:cNvPr>
            <p:cNvSpPr/>
            <p:nvPr/>
          </p:nvSpPr>
          <p:spPr>
            <a:xfrm>
              <a:off x="3442880" y="2261965"/>
              <a:ext cx="1660965" cy="4004810"/>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en-US"/>
              </a:defPPr>
              <a:lvl1pPr marL="0" indent="0" algn="l" defTabSz="914400" rtl="0" eaLnBrk="1" latinLnBrk="0" hangingPunct="1">
                <a:lnSpc>
                  <a:spcPct val="110000"/>
                </a:lnSpc>
                <a:spcBef>
                  <a:spcPts val="600"/>
                </a:spcBef>
                <a:buFontTx/>
                <a:buNone/>
                <a:defRPr sz="1400" kern="1200">
                  <a:solidFill>
                    <a:schemeClr val="lt1"/>
                  </a:solidFill>
                  <a:latin typeface="+mn-lt"/>
                  <a:ea typeface="+mn-ea"/>
                  <a:cs typeface="+mn-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lt1"/>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9pPr>
            </a:lstStyle>
            <a:p>
              <a:pPr algn="ctr">
                <a:lnSpc>
                  <a:spcPct val="110000"/>
                </a:lnSpc>
                <a:spcBef>
                  <a:spcPts val="600"/>
                </a:spcBef>
              </a:pPr>
              <a:endParaRPr lang="en-US" noProof="0"/>
            </a:p>
          </p:txBody>
        </p:sp>
        <p:sp>
          <p:nvSpPr>
            <p:cNvPr id="100" name="TextBox 11">
              <a:extLst>
                <a:ext uri="{FF2B5EF4-FFF2-40B4-BE49-F238E27FC236}">
                  <a16:creationId xmlns:a16="http://schemas.microsoft.com/office/drawing/2014/main" id="{D8A31DCA-377E-E36D-6B49-17A439E64842}"/>
                </a:ext>
              </a:extLst>
            </p:cNvPr>
            <p:cNvSpPr txBox="1"/>
            <p:nvPr/>
          </p:nvSpPr>
          <p:spPr>
            <a:xfrm rot="16200000">
              <a:off x="1312814" y="4162549"/>
              <a:ext cx="4019200" cy="218032"/>
            </a:xfrm>
            <a:prstGeom prst="roundRect">
              <a:avLst/>
            </a:prstGeom>
            <a:solidFill>
              <a:schemeClr val="accent3">
                <a:lumMod val="40000"/>
                <a:lumOff val="60000"/>
              </a:schemeClr>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defPPr>
                <a:defRPr lang="en-US"/>
              </a:defPPr>
              <a:lvl1pPr marL="0" indent="0" algn="l" defTabSz="914400" rtl="0" eaLnBrk="1" latinLnBrk="0" hangingPunct="1">
                <a:lnSpc>
                  <a:spcPct val="110000"/>
                </a:lnSpc>
                <a:spcBef>
                  <a:spcPts val="600"/>
                </a:spcBef>
                <a:buFontTx/>
                <a:buNone/>
                <a:defRPr sz="1100" kern="1200">
                  <a:solidFill>
                    <a:schemeClr val="dk1"/>
                  </a:solidFill>
                  <a:latin typeface="+mn-lt"/>
                  <a:ea typeface="+mn-ea"/>
                  <a:cs typeface="+mn-cs"/>
                </a:defRPr>
              </a:lvl1pPr>
              <a:lvl2pPr marL="457200" indent="0" algn="l" defTabSz="914400" rtl="0" eaLnBrk="1" latinLnBrk="0" hangingPunct="1">
                <a:lnSpc>
                  <a:spcPct val="90000"/>
                </a:lnSpc>
                <a:spcBef>
                  <a:spcPts val="600"/>
                </a:spcBef>
                <a:buClr>
                  <a:schemeClr val="accent1"/>
                </a:buClr>
                <a:buFont typeface="Wingdings" panose="05000000000000000000" pitchFamily="2" charset="2"/>
                <a:buChar char="§"/>
                <a:defRPr sz="1100" kern="1200">
                  <a:solidFill>
                    <a:schemeClr val="dk1"/>
                  </a:solidFill>
                  <a:latin typeface="+mn-lt"/>
                  <a:ea typeface="+mn-ea"/>
                  <a:cs typeface="+mn-cs"/>
                </a:defRPr>
              </a:lvl2pPr>
              <a:lvl3pPr marL="9144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3pPr>
              <a:lvl4pPr marL="13716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4pPr>
              <a:lvl5pPr marL="18288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5pPr>
              <a:lvl6pPr marL="22860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6pPr>
              <a:lvl7pPr marL="27432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7pPr>
              <a:lvl8pPr marL="32004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8pPr>
              <a:lvl9pPr marL="36576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9pPr>
            </a:lstStyle>
            <a:p>
              <a:pPr algn="ctr"/>
              <a:r>
                <a:rPr lang="en-US" sz="800" b="1" noProof="0">
                  <a:solidFill>
                    <a:schemeClr val="accent1"/>
                  </a:solidFill>
                  <a:effectLst/>
                  <a:latin typeface="+mn-lt"/>
                  <a:ea typeface="+mn-ea"/>
                  <a:cs typeface="+mn-cs"/>
                </a:rPr>
                <a:t>IMMEDIATE TO OPERATE (21%)</a:t>
              </a:r>
              <a:endParaRPr lang="en-US" sz="800" noProof="0">
                <a:solidFill>
                  <a:schemeClr val="accent1"/>
                </a:solidFill>
                <a:effectLst/>
              </a:endParaRPr>
            </a:p>
          </p:txBody>
        </p:sp>
        <p:sp>
          <p:nvSpPr>
            <p:cNvPr id="101" name="TextBox 11">
              <a:extLst>
                <a:ext uri="{FF2B5EF4-FFF2-40B4-BE49-F238E27FC236}">
                  <a16:creationId xmlns:a16="http://schemas.microsoft.com/office/drawing/2014/main" id="{8B1A04E4-3FA8-4099-ABB1-5EEF2AE37295}"/>
                </a:ext>
              </a:extLst>
            </p:cNvPr>
            <p:cNvSpPr txBox="1"/>
            <p:nvPr/>
          </p:nvSpPr>
          <p:spPr>
            <a:xfrm>
              <a:off x="3213398" y="6273298"/>
              <a:ext cx="1890446" cy="218032"/>
            </a:xfrm>
            <a:prstGeom prst="roundRect">
              <a:avLst/>
            </a:prstGeom>
            <a:solidFill>
              <a:schemeClr val="accent3">
                <a:lumMod val="40000"/>
                <a:lumOff val="60000"/>
              </a:schemeClr>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defPPr>
                <a:defRPr lang="en-US"/>
              </a:defPPr>
              <a:lvl1pPr marL="0" indent="0" algn="l" defTabSz="914400" rtl="0" eaLnBrk="1" latinLnBrk="0" hangingPunct="1">
                <a:lnSpc>
                  <a:spcPct val="110000"/>
                </a:lnSpc>
                <a:spcBef>
                  <a:spcPts val="600"/>
                </a:spcBef>
                <a:buFontTx/>
                <a:buNone/>
                <a:defRPr sz="1100" kern="1200">
                  <a:solidFill>
                    <a:schemeClr val="dk1"/>
                  </a:solidFill>
                  <a:latin typeface="+mn-lt"/>
                  <a:ea typeface="+mn-ea"/>
                  <a:cs typeface="+mn-cs"/>
                </a:defRPr>
              </a:lvl1pPr>
              <a:lvl2pPr marL="457200" indent="0" algn="l" defTabSz="914400" rtl="0" eaLnBrk="1" latinLnBrk="0" hangingPunct="1">
                <a:lnSpc>
                  <a:spcPct val="90000"/>
                </a:lnSpc>
                <a:spcBef>
                  <a:spcPts val="600"/>
                </a:spcBef>
                <a:buClr>
                  <a:schemeClr val="accent1"/>
                </a:buClr>
                <a:buFont typeface="Wingdings" panose="05000000000000000000" pitchFamily="2" charset="2"/>
                <a:buChar char="§"/>
                <a:defRPr sz="1100" kern="1200">
                  <a:solidFill>
                    <a:schemeClr val="dk1"/>
                  </a:solidFill>
                  <a:latin typeface="+mn-lt"/>
                  <a:ea typeface="+mn-ea"/>
                  <a:cs typeface="+mn-cs"/>
                </a:defRPr>
              </a:lvl2pPr>
              <a:lvl3pPr marL="9144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3pPr>
              <a:lvl4pPr marL="13716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4pPr>
              <a:lvl5pPr marL="18288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5pPr>
              <a:lvl6pPr marL="22860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6pPr>
              <a:lvl7pPr marL="27432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7pPr>
              <a:lvl8pPr marL="32004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8pPr>
              <a:lvl9pPr marL="36576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9pPr>
            </a:lstStyle>
            <a:p>
              <a:pPr algn="ctr"/>
              <a:r>
                <a:rPr lang="en-US" sz="800" b="1" noProof="0">
                  <a:solidFill>
                    <a:schemeClr val="accent1"/>
                  </a:solidFill>
                  <a:effectLst/>
                  <a:latin typeface="+mn-lt"/>
                  <a:ea typeface="+mn-ea"/>
                  <a:cs typeface="+mn-cs"/>
                </a:rPr>
                <a:t>IMMEDIATE TO OPERATE (21%)</a:t>
              </a:r>
              <a:endParaRPr lang="en-US" sz="800" noProof="0">
                <a:solidFill>
                  <a:schemeClr val="accent1"/>
                </a:solidFill>
                <a:effectLst/>
              </a:endParaRPr>
            </a:p>
          </p:txBody>
        </p:sp>
        <p:sp>
          <p:nvSpPr>
            <p:cNvPr id="102" name="TextBox 11">
              <a:extLst>
                <a:ext uri="{FF2B5EF4-FFF2-40B4-BE49-F238E27FC236}">
                  <a16:creationId xmlns:a16="http://schemas.microsoft.com/office/drawing/2014/main" id="{C738E607-5ABB-2949-9872-B877B1E2976E}"/>
                </a:ext>
              </a:extLst>
            </p:cNvPr>
            <p:cNvSpPr txBox="1"/>
            <p:nvPr/>
          </p:nvSpPr>
          <p:spPr>
            <a:xfrm>
              <a:off x="3213398" y="2033035"/>
              <a:ext cx="1890446" cy="218032"/>
            </a:xfrm>
            <a:prstGeom prst="roundRect">
              <a:avLst/>
            </a:prstGeom>
            <a:solidFill>
              <a:schemeClr val="accent3">
                <a:lumMod val="40000"/>
                <a:lumOff val="60000"/>
              </a:schemeClr>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defPPr>
                <a:defRPr lang="en-US"/>
              </a:defPPr>
              <a:lvl1pPr marL="0" indent="0" algn="l" defTabSz="914400" rtl="0" eaLnBrk="1" latinLnBrk="0" hangingPunct="1">
                <a:lnSpc>
                  <a:spcPct val="110000"/>
                </a:lnSpc>
                <a:spcBef>
                  <a:spcPts val="600"/>
                </a:spcBef>
                <a:buFontTx/>
                <a:buNone/>
                <a:defRPr sz="1100" kern="1200">
                  <a:solidFill>
                    <a:schemeClr val="dk1"/>
                  </a:solidFill>
                  <a:latin typeface="+mn-lt"/>
                  <a:ea typeface="+mn-ea"/>
                  <a:cs typeface="+mn-cs"/>
                </a:defRPr>
              </a:lvl1pPr>
              <a:lvl2pPr marL="457200" indent="0" algn="l" defTabSz="914400" rtl="0" eaLnBrk="1" latinLnBrk="0" hangingPunct="1">
                <a:lnSpc>
                  <a:spcPct val="90000"/>
                </a:lnSpc>
                <a:spcBef>
                  <a:spcPts val="600"/>
                </a:spcBef>
                <a:buClr>
                  <a:schemeClr val="accent1"/>
                </a:buClr>
                <a:buFont typeface="Wingdings" panose="05000000000000000000" pitchFamily="2" charset="2"/>
                <a:buChar char="§"/>
                <a:defRPr sz="1100" kern="1200">
                  <a:solidFill>
                    <a:schemeClr val="dk1"/>
                  </a:solidFill>
                  <a:latin typeface="+mn-lt"/>
                  <a:ea typeface="+mn-ea"/>
                  <a:cs typeface="+mn-cs"/>
                </a:defRPr>
              </a:lvl2pPr>
              <a:lvl3pPr marL="9144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3pPr>
              <a:lvl4pPr marL="13716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4pPr>
              <a:lvl5pPr marL="18288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5pPr>
              <a:lvl6pPr marL="22860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6pPr>
              <a:lvl7pPr marL="27432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7pPr>
              <a:lvl8pPr marL="32004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8pPr>
              <a:lvl9pPr marL="36576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9pPr>
            </a:lstStyle>
            <a:p>
              <a:pPr algn="ctr"/>
              <a:r>
                <a:rPr lang="en-US" sz="800" b="1" noProof="0">
                  <a:solidFill>
                    <a:schemeClr val="accent1"/>
                  </a:solidFill>
                  <a:effectLst/>
                  <a:latin typeface="+mn-lt"/>
                  <a:ea typeface="+mn-ea"/>
                  <a:cs typeface="+mn-cs"/>
                </a:rPr>
                <a:t>IMMEDIATE TO OPERATE (21%)</a:t>
              </a:r>
              <a:endParaRPr lang="en-US" sz="800" noProof="0">
                <a:solidFill>
                  <a:schemeClr val="accent1"/>
                </a:solidFill>
                <a:effectLst/>
              </a:endParaRPr>
            </a:p>
          </p:txBody>
        </p:sp>
      </p:grpSp>
      <p:cxnSp>
        <p:nvCxnSpPr>
          <p:cNvPr id="81" name="Straight Connector 80">
            <a:extLst>
              <a:ext uri="{FF2B5EF4-FFF2-40B4-BE49-F238E27FC236}">
                <a16:creationId xmlns:a16="http://schemas.microsoft.com/office/drawing/2014/main" id="{059D2922-910E-ADB7-991B-1BDAF7A67A27}"/>
              </a:ext>
            </a:extLst>
          </p:cNvPr>
          <p:cNvCxnSpPr/>
          <p:nvPr/>
        </p:nvCxnSpPr>
        <p:spPr>
          <a:xfrm>
            <a:off x="16056808" y="3872870"/>
            <a:ext cx="4968000" cy="0"/>
          </a:xfrm>
          <a:prstGeom prst="line">
            <a:avLst/>
          </a:prstGeom>
          <a:ln>
            <a:solidFill>
              <a:schemeClr val="tx1">
                <a:lumMod val="85000"/>
                <a:lumOff val="1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F30EB97E-3032-428D-34D1-0EADCF6FAC6B}"/>
              </a:ext>
            </a:extLst>
          </p:cNvPr>
          <p:cNvCxnSpPr>
            <a:cxnSpLocks/>
          </p:cNvCxnSpPr>
          <p:nvPr/>
        </p:nvCxnSpPr>
        <p:spPr>
          <a:xfrm>
            <a:off x="21025636" y="3872870"/>
            <a:ext cx="576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3" name="Slide Number Placeholder 4">
            <a:extLst>
              <a:ext uri="{FF2B5EF4-FFF2-40B4-BE49-F238E27FC236}">
                <a16:creationId xmlns:a16="http://schemas.microsoft.com/office/drawing/2014/main" id="{349D2651-391C-BA24-2EB9-93E4DA887F15}"/>
              </a:ext>
            </a:extLst>
          </p:cNvPr>
          <p:cNvSpPr>
            <a:spLocks noGrp="1" noRot="1" noMove="1" noResize="1" noEditPoints="1" noAdjustHandles="1" noChangeArrowheads="1" noChangeShapeType="1"/>
          </p:cNvSpPr>
          <p:nvPr/>
        </p:nvSpPr>
        <p:spPr bwMode="gray">
          <a:xfrm>
            <a:off x="5955060" y="6137024"/>
            <a:ext cx="304800" cy="88901"/>
          </a:xfrm>
          <a:prstGeom prst="rect">
            <a:avLst/>
          </a:prstGeom>
          <a:ln>
            <a:noFill/>
          </a:ln>
        </p:spPr>
        <p:txBody>
          <a:bodyPr vert="horz" lIns="0" tIns="0" rIns="0" bIns="0" rtlCol="0" anchor="ctr">
            <a:noAutofit/>
          </a:bodyPr>
          <a:lstStyle>
            <a:defPPr>
              <a:defRPr lang="en-US"/>
            </a:defPPr>
            <a:lvl1pPr marL="0" indent="0" algn="ctr" defTabSz="914400" rtl="0" eaLnBrk="1" latinLnBrk="0" hangingPunct="1">
              <a:lnSpc>
                <a:spcPct val="100000"/>
              </a:lnSpc>
              <a:spcBef>
                <a:spcPts val="600"/>
              </a:spcBef>
              <a:buFontTx/>
              <a:buNone/>
              <a:defRPr sz="800" kern="1200">
                <a:solidFill>
                  <a:schemeClr val="bg1"/>
                </a:solidFill>
                <a:latin typeface="+mn-lt"/>
                <a:ea typeface="+mn-ea"/>
                <a:cs typeface="+mn-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FFFFFF"/>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28</a:t>
            </a:fld>
            <a:endParaRPr kumimoji="0" lang="en-US" sz="800" b="0" i="0" u="none" strike="noStrike" kern="1200" cap="none" spc="0" normalizeH="0" baseline="0" noProof="0">
              <a:ln>
                <a:noFill/>
              </a:ln>
              <a:solidFill>
                <a:srgbClr val="FFFFFF"/>
              </a:solidFill>
              <a:effectLst/>
              <a:uLnTx/>
              <a:uFillTx/>
              <a:latin typeface="Arial"/>
              <a:ea typeface="+mn-ea"/>
              <a:cs typeface="+mn-cs"/>
            </a:endParaRPr>
          </a:p>
        </p:txBody>
      </p:sp>
      <p:grpSp>
        <p:nvGrpSpPr>
          <p:cNvPr id="84" name="Group 83">
            <a:extLst>
              <a:ext uri="{FF2B5EF4-FFF2-40B4-BE49-F238E27FC236}">
                <a16:creationId xmlns:a16="http://schemas.microsoft.com/office/drawing/2014/main" id="{9713DDFD-E8DA-B360-DCB8-39AC4C66F1A2}"/>
              </a:ext>
            </a:extLst>
          </p:cNvPr>
          <p:cNvGrpSpPr/>
          <p:nvPr/>
        </p:nvGrpSpPr>
        <p:grpSpPr>
          <a:xfrm>
            <a:off x="17740769" y="3277130"/>
            <a:ext cx="3513400" cy="2829285"/>
            <a:chOff x="5103844" y="3662045"/>
            <a:chExt cx="3513400" cy="2829285"/>
          </a:xfrm>
        </p:grpSpPr>
        <p:sp>
          <p:nvSpPr>
            <p:cNvPr id="96" name="TextBox 11">
              <a:extLst>
                <a:ext uri="{FF2B5EF4-FFF2-40B4-BE49-F238E27FC236}">
                  <a16:creationId xmlns:a16="http://schemas.microsoft.com/office/drawing/2014/main" id="{37F5A08C-1851-82AE-7658-4ED19D9A3EE1}"/>
                </a:ext>
              </a:extLst>
            </p:cNvPr>
            <p:cNvSpPr txBox="1"/>
            <p:nvPr/>
          </p:nvSpPr>
          <p:spPr>
            <a:xfrm>
              <a:off x="5103844" y="6273298"/>
              <a:ext cx="3308065" cy="218032"/>
            </a:xfrm>
            <a:prstGeom prst="roundRect">
              <a:avLst/>
            </a:prstGeom>
            <a:solidFill>
              <a:schemeClr val="bg1">
                <a:lumMod val="50000"/>
              </a:schemeClr>
            </a:solidFill>
            <a:ln w="9525" cmpd="sng">
              <a:solidFill>
                <a:srgbClr val="FFC400">
                  <a:alpha val="30196"/>
                </a:srgbClr>
              </a:solidFill>
            </a:ln>
          </p:spPr>
          <p:style>
            <a:lnRef idx="0">
              <a:scrgbClr r="0" g="0" b="0"/>
            </a:lnRef>
            <a:fillRef idx="0">
              <a:scrgbClr r="0" g="0" b="0"/>
            </a:fillRef>
            <a:effectRef idx="0">
              <a:scrgbClr r="0" g="0" b="0"/>
            </a:effectRef>
            <a:fontRef idx="minor">
              <a:schemeClr val="dk1"/>
            </a:fontRef>
          </p:style>
          <p:txBody>
            <a:bodyPr wrap="square" rtlCol="0" anchor="ctr"/>
            <a:lstStyle>
              <a:defPPr>
                <a:defRPr lang="en-US"/>
              </a:defPPr>
              <a:lvl1pPr marL="0" indent="0" algn="l" defTabSz="914400" rtl="0" eaLnBrk="1" latinLnBrk="0" hangingPunct="1">
                <a:lnSpc>
                  <a:spcPct val="110000"/>
                </a:lnSpc>
                <a:spcBef>
                  <a:spcPts val="600"/>
                </a:spcBef>
                <a:buFontTx/>
                <a:buNone/>
                <a:defRPr sz="1100" kern="1200">
                  <a:solidFill>
                    <a:schemeClr val="dk1"/>
                  </a:solidFill>
                  <a:latin typeface="+mn-lt"/>
                  <a:ea typeface="+mn-ea"/>
                  <a:cs typeface="+mn-cs"/>
                </a:defRPr>
              </a:lvl1pPr>
              <a:lvl2pPr marL="457200" indent="0" algn="l" defTabSz="914400" rtl="0" eaLnBrk="1" latinLnBrk="0" hangingPunct="1">
                <a:lnSpc>
                  <a:spcPct val="90000"/>
                </a:lnSpc>
                <a:spcBef>
                  <a:spcPts val="600"/>
                </a:spcBef>
                <a:buClr>
                  <a:schemeClr val="accent1"/>
                </a:buClr>
                <a:buFont typeface="Wingdings" panose="05000000000000000000" pitchFamily="2" charset="2"/>
                <a:buChar char="§"/>
                <a:defRPr sz="1100" kern="1200">
                  <a:solidFill>
                    <a:schemeClr val="dk1"/>
                  </a:solidFill>
                  <a:latin typeface="+mn-lt"/>
                  <a:ea typeface="+mn-ea"/>
                  <a:cs typeface="+mn-cs"/>
                </a:defRPr>
              </a:lvl2pPr>
              <a:lvl3pPr marL="9144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3pPr>
              <a:lvl4pPr marL="13716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4pPr>
              <a:lvl5pPr marL="18288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5pPr>
              <a:lvl6pPr marL="22860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6pPr>
              <a:lvl7pPr marL="27432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7pPr>
              <a:lvl8pPr marL="32004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8pPr>
              <a:lvl9pPr marL="36576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9pPr>
            </a:lstStyle>
            <a:p>
              <a:pPr algn="ctr"/>
              <a:r>
                <a:rPr lang="en-US" sz="800" b="1" noProof="0">
                  <a:solidFill>
                    <a:schemeClr val="bg1"/>
                  </a:solidFill>
                  <a:effectLst/>
                  <a:latin typeface="+mn-lt"/>
                  <a:ea typeface="+mn-ea"/>
                  <a:cs typeface="+mn-cs"/>
                </a:rPr>
                <a:t>CRITICAL PROJECT (59%)</a:t>
              </a:r>
              <a:endParaRPr lang="en-US" sz="800" noProof="0">
                <a:solidFill>
                  <a:schemeClr val="bg1"/>
                </a:solidFill>
                <a:effectLst/>
              </a:endParaRPr>
            </a:p>
          </p:txBody>
        </p:sp>
        <p:sp>
          <p:nvSpPr>
            <p:cNvPr id="97" name="Free-form: Shape 15">
              <a:extLst>
                <a:ext uri="{FF2B5EF4-FFF2-40B4-BE49-F238E27FC236}">
                  <a16:creationId xmlns:a16="http://schemas.microsoft.com/office/drawing/2014/main" id="{0FDB265A-C8DE-95E9-A4B3-FC56124C8CEE}"/>
                </a:ext>
              </a:extLst>
            </p:cNvPr>
            <p:cNvSpPr/>
            <p:nvPr/>
          </p:nvSpPr>
          <p:spPr>
            <a:xfrm>
              <a:off x="5109688" y="3662045"/>
              <a:ext cx="3346935" cy="2598380"/>
            </a:xfrm>
            <a:custGeom>
              <a:avLst/>
              <a:gdLst>
                <a:gd name="connsiteX0" fmla="*/ 0 w 3291840"/>
                <a:gd name="connsiteY0" fmla="*/ 0 h 2331720"/>
                <a:gd name="connsiteX1" fmla="*/ 1623060 w 3291840"/>
                <a:gd name="connsiteY1" fmla="*/ 0 h 2331720"/>
                <a:gd name="connsiteX2" fmla="*/ 1623060 w 3291840"/>
                <a:gd name="connsiteY2" fmla="*/ 1287780 h 2331720"/>
                <a:gd name="connsiteX3" fmla="*/ 3291840 w 3291840"/>
                <a:gd name="connsiteY3" fmla="*/ 1280160 h 2331720"/>
                <a:gd name="connsiteX4" fmla="*/ 3291840 w 3291840"/>
                <a:gd name="connsiteY4" fmla="*/ 2263140 h 2331720"/>
                <a:gd name="connsiteX5" fmla="*/ 68580 w 3291840"/>
                <a:gd name="connsiteY5" fmla="*/ 2331720 h 2331720"/>
                <a:gd name="connsiteX6" fmla="*/ 0 w 3291840"/>
                <a:gd name="connsiteY6" fmla="*/ 0 h 2331720"/>
                <a:gd name="connsiteX0" fmla="*/ 0 w 3291840"/>
                <a:gd name="connsiteY0" fmla="*/ 0 h 2586990"/>
                <a:gd name="connsiteX1" fmla="*/ 1623060 w 3291840"/>
                <a:gd name="connsiteY1" fmla="*/ 0 h 2586990"/>
                <a:gd name="connsiteX2" fmla="*/ 1623060 w 3291840"/>
                <a:gd name="connsiteY2" fmla="*/ 1287780 h 2586990"/>
                <a:gd name="connsiteX3" fmla="*/ 3291840 w 3291840"/>
                <a:gd name="connsiteY3" fmla="*/ 1280160 h 2586990"/>
                <a:gd name="connsiteX4" fmla="*/ 3279140 w 3291840"/>
                <a:gd name="connsiteY4" fmla="*/ 2586990 h 2586990"/>
                <a:gd name="connsiteX5" fmla="*/ 68580 w 3291840"/>
                <a:gd name="connsiteY5" fmla="*/ 2331720 h 2586990"/>
                <a:gd name="connsiteX6" fmla="*/ 0 w 3291840"/>
                <a:gd name="connsiteY6" fmla="*/ 0 h 2586990"/>
                <a:gd name="connsiteX0" fmla="*/ 0 w 3291840"/>
                <a:gd name="connsiteY0" fmla="*/ 0 h 2592070"/>
                <a:gd name="connsiteX1" fmla="*/ 1623060 w 3291840"/>
                <a:gd name="connsiteY1" fmla="*/ 0 h 2592070"/>
                <a:gd name="connsiteX2" fmla="*/ 1623060 w 3291840"/>
                <a:gd name="connsiteY2" fmla="*/ 1287780 h 2592070"/>
                <a:gd name="connsiteX3" fmla="*/ 3291840 w 3291840"/>
                <a:gd name="connsiteY3" fmla="*/ 1280160 h 2592070"/>
                <a:gd name="connsiteX4" fmla="*/ 3279140 w 3291840"/>
                <a:gd name="connsiteY4" fmla="*/ 2586990 h 2592070"/>
                <a:gd name="connsiteX5" fmla="*/ 17780 w 3291840"/>
                <a:gd name="connsiteY5" fmla="*/ 2592070 h 2592070"/>
                <a:gd name="connsiteX6" fmla="*/ 0 w 3291840"/>
                <a:gd name="connsiteY6" fmla="*/ 0 h 2592070"/>
                <a:gd name="connsiteX0" fmla="*/ 7620 w 3274060"/>
                <a:gd name="connsiteY0" fmla="*/ 0 h 2592070"/>
                <a:gd name="connsiteX1" fmla="*/ 1605280 w 3274060"/>
                <a:gd name="connsiteY1" fmla="*/ 0 h 2592070"/>
                <a:gd name="connsiteX2" fmla="*/ 1605280 w 3274060"/>
                <a:gd name="connsiteY2" fmla="*/ 1287780 h 2592070"/>
                <a:gd name="connsiteX3" fmla="*/ 3274060 w 3274060"/>
                <a:gd name="connsiteY3" fmla="*/ 1280160 h 2592070"/>
                <a:gd name="connsiteX4" fmla="*/ 3261360 w 3274060"/>
                <a:gd name="connsiteY4" fmla="*/ 2586990 h 2592070"/>
                <a:gd name="connsiteX5" fmla="*/ 0 w 3274060"/>
                <a:gd name="connsiteY5" fmla="*/ 2592070 h 2592070"/>
                <a:gd name="connsiteX6" fmla="*/ 7620 w 3274060"/>
                <a:gd name="connsiteY6" fmla="*/ 0 h 2592070"/>
                <a:gd name="connsiteX0" fmla="*/ 0 w 3266440"/>
                <a:gd name="connsiteY0" fmla="*/ 0 h 2592070"/>
                <a:gd name="connsiteX1" fmla="*/ 1597660 w 3266440"/>
                <a:gd name="connsiteY1" fmla="*/ 0 h 2592070"/>
                <a:gd name="connsiteX2" fmla="*/ 1597660 w 3266440"/>
                <a:gd name="connsiteY2" fmla="*/ 1287780 h 2592070"/>
                <a:gd name="connsiteX3" fmla="*/ 3266440 w 3266440"/>
                <a:gd name="connsiteY3" fmla="*/ 1280160 h 2592070"/>
                <a:gd name="connsiteX4" fmla="*/ 3253740 w 3266440"/>
                <a:gd name="connsiteY4" fmla="*/ 2586990 h 2592070"/>
                <a:gd name="connsiteX5" fmla="*/ 17780 w 3266440"/>
                <a:gd name="connsiteY5" fmla="*/ 2592070 h 2592070"/>
                <a:gd name="connsiteX6" fmla="*/ 0 w 3266440"/>
                <a:gd name="connsiteY6" fmla="*/ 0 h 2592070"/>
                <a:gd name="connsiteX0" fmla="*/ 1270 w 3267710"/>
                <a:gd name="connsiteY0" fmla="*/ 0 h 2592070"/>
                <a:gd name="connsiteX1" fmla="*/ 1598930 w 3267710"/>
                <a:gd name="connsiteY1" fmla="*/ 0 h 2592070"/>
                <a:gd name="connsiteX2" fmla="*/ 1598930 w 3267710"/>
                <a:gd name="connsiteY2" fmla="*/ 1287780 h 2592070"/>
                <a:gd name="connsiteX3" fmla="*/ 3267710 w 3267710"/>
                <a:gd name="connsiteY3" fmla="*/ 1280160 h 2592070"/>
                <a:gd name="connsiteX4" fmla="*/ 3255010 w 3267710"/>
                <a:gd name="connsiteY4" fmla="*/ 2586990 h 2592070"/>
                <a:gd name="connsiteX5" fmla="*/ 0 w 3267710"/>
                <a:gd name="connsiteY5" fmla="*/ 2592070 h 2592070"/>
                <a:gd name="connsiteX6" fmla="*/ 1270 w 3267710"/>
                <a:gd name="connsiteY6" fmla="*/ 0 h 2592070"/>
                <a:gd name="connsiteX0" fmla="*/ 1270 w 3267710"/>
                <a:gd name="connsiteY0" fmla="*/ 0 h 2592070"/>
                <a:gd name="connsiteX1" fmla="*/ 1573530 w 3267710"/>
                <a:gd name="connsiteY1" fmla="*/ 25400 h 2592070"/>
                <a:gd name="connsiteX2" fmla="*/ 1598930 w 3267710"/>
                <a:gd name="connsiteY2" fmla="*/ 1287780 h 2592070"/>
                <a:gd name="connsiteX3" fmla="*/ 3267710 w 3267710"/>
                <a:gd name="connsiteY3" fmla="*/ 1280160 h 2592070"/>
                <a:gd name="connsiteX4" fmla="*/ 3255010 w 3267710"/>
                <a:gd name="connsiteY4" fmla="*/ 2586990 h 2592070"/>
                <a:gd name="connsiteX5" fmla="*/ 0 w 3267710"/>
                <a:gd name="connsiteY5" fmla="*/ 2592070 h 2592070"/>
                <a:gd name="connsiteX6" fmla="*/ 1270 w 3267710"/>
                <a:gd name="connsiteY6" fmla="*/ 0 h 2592070"/>
                <a:gd name="connsiteX0" fmla="*/ 1270 w 3267710"/>
                <a:gd name="connsiteY0" fmla="*/ 0 h 2592070"/>
                <a:gd name="connsiteX1" fmla="*/ 1598930 w 3267710"/>
                <a:gd name="connsiteY1" fmla="*/ 0 h 2592070"/>
                <a:gd name="connsiteX2" fmla="*/ 1598930 w 3267710"/>
                <a:gd name="connsiteY2" fmla="*/ 1287780 h 2592070"/>
                <a:gd name="connsiteX3" fmla="*/ 3267710 w 3267710"/>
                <a:gd name="connsiteY3" fmla="*/ 1280160 h 2592070"/>
                <a:gd name="connsiteX4" fmla="*/ 3255010 w 3267710"/>
                <a:gd name="connsiteY4" fmla="*/ 2586990 h 2592070"/>
                <a:gd name="connsiteX5" fmla="*/ 0 w 3267710"/>
                <a:gd name="connsiteY5" fmla="*/ 2592070 h 2592070"/>
                <a:gd name="connsiteX6" fmla="*/ 1270 w 3267710"/>
                <a:gd name="connsiteY6" fmla="*/ 0 h 2592070"/>
                <a:gd name="connsiteX0" fmla="*/ 7620 w 3267710"/>
                <a:gd name="connsiteY0" fmla="*/ 19050 h 2592070"/>
                <a:gd name="connsiteX1" fmla="*/ 1598930 w 3267710"/>
                <a:gd name="connsiteY1" fmla="*/ 0 h 2592070"/>
                <a:gd name="connsiteX2" fmla="*/ 1598930 w 3267710"/>
                <a:gd name="connsiteY2" fmla="*/ 1287780 h 2592070"/>
                <a:gd name="connsiteX3" fmla="*/ 3267710 w 3267710"/>
                <a:gd name="connsiteY3" fmla="*/ 1280160 h 2592070"/>
                <a:gd name="connsiteX4" fmla="*/ 3255010 w 3267710"/>
                <a:gd name="connsiteY4" fmla="*/ 2586990 h 2592070"/>
                <a:gd name="connsiteX5" fmla="*/ 0 w 3267710"/>
                <a:gd name="connsiteY5" fmla="*/ 2592070 h 2592070"/>
                <a:gd name="connsiteX6" fmla="*/ 7620 w 3267710"/>
                <a:gd name="connsiteY6" fmla="*/ 19050 h 2592070"/>
                <a:gd name="connsiteX0" fmla="*/ 7620 w 3267710"/>
                <a:gd name="connsiteY0" fmla="*/ 0 h 2592070"/>
                <a:gd name="connsiteX1" fmla="*/ 1598930 w 3267710"/>
                <a:gd name="connsiteY1" fmla="*/ 0 h 2592070"/>
                <a:gd name="connsiteX2" fmla="*/ 1598930 w 3267710"/>
                <a:gd name="connsiteY2" fmla="*/ 1287780 h 2592070"/>
                <a:gd name="connsiteX3" fmla="*/ 3267710 w 3267710"/>
                <a:gd name="connsiteY3" fmla="*/ 1280160 h 2592070"/>
                <a:gd name="connsiteX4" fmla="*/ 3255010 w 3267710"/>
                <a:gd name="connsiteY4" fmla="*/ 2586990 h 2592070"/>
                <a:gd name="connsiteX5" fmla="*/ 0 w 3267710"/>
                <a:gd name="connsiteY5" fmla="*/ 2592070 h 2592070"/>
                <a:gd name="connsiteX6" fmla="*/ 7620 w 3267710"/>
                <a:gd name="connsiteY6" fmla="*/ 0 h 2592070"/>
                <a:gd name="connsiteX0" fmla="*/ 7620 w 3267710"/>
                <a:gd name="connsiteY0" fmla="*/ 0 h 2592070"/>
                <a:gd name="connsiteX1" fmla="*/ 1598930 w 3267710"/>
                <a:gd name="connsiteY1" fmla="*/ 0 h 2592070"/>
                <a:gd name="connsiteX2" fmla="*/ 1573530 w 3267710"/>
                <a:gd name="connsiteY2" fmla="*/ 1294130 h 2592070"/>
                <a:gd name="connsiteX3" fmla="*/ 3267710 w 3267710"/>
                <a:gd name="connsiteY3" fmla="*/ 1280160 h 2592070"/>
                <a:gd name="connsiteX4" fmla="*/ 3255010 w 3267710"/>
                <a:gd name="connsiteY4" fmla="*/ 2586990 h 2592070"/>
                <a:gd name="connsiteX5" fmla="*/ 0 w 3267710"/>
                <a:gd name="connsiteY5" fmla="*/ 2592070 h 2592070"/>
                <a:gd name="connsiteX6" fmla="*/ 7620 w 3267710"/>
                <a:gd name="connsiteY6" fmla="*/ 0 h 2592070"/>
                <a:gd name="connsiteX0" fmla="*/ 7620 w 3267710"/>
                <a:gd name="connsiteY0" fmla="*/ 0 h 2592070"/>
                <a:gd name="connsiteX1" fmla="*/ 1573530 w 3267710"/>
                <a:gd name="connsiteY1" fmla="*/ 12700 h 2592070"/>
                <a:gd name="connsiteX2" fmla="*/ 1573530 w 3267710"/>
                <a:gd name="connsiteY2" fmla="*/ 1294130 h 2592070"/>
                <a:gd name="connsiteX3" fmla="*/ 3267710 w 3267710"/>
                <a:gd name="connsiteY3" fmla="*/ 1280160 h 2592070"/>
                <a:gd name="connsiteX4" fmla="*/ 3255010 w 3267710"/>
                <a:gd name="connsiteY4" fmla="*/ 2586990 h 2592070"/>
                <a:gd name="connsiteX5" fmla="*/ 0 w 3267710"/>
                <a:gd name="connsiteY5" fmla="*/ 2592070 h 2592070"/>
                <a:gd name="connsiteX6" fmla="*/ 7620 w 3267710"/>
                <a:gd name="connsiteY6" fmla="*/ 0 h 2592070"/>
                <a:gd name="connsiteX0" fmla="*/ 13970 w 3267710"/>
                <a:gd name="connsiteY0" fmla="*/ 0 h 2579370"/>
                <a:gd name="connsiteX1" fmla="*/ 1573530 w 3267710"/>
                <a:gd name="connsiteY1" fmla="*/ 0 h 2579370"/>
                <a:gd name="connsiteX2" fmla="*/ 1573530 w 3267710"/>
                <a:gd name="connsiteY2" fmla="*/ 1281430 h 2579370"/>
                <a:gd name="connsiteX3" fmla="*/ 3267710 w 3267710"/>
                <a:gd name="connsiteY3" fmla="*/ 1267460 h 2579370"/>
                <a:gd name="connsiteX4" fmla="*/ 3255010 w 3267710"/>
                <a:gd name="connsiteY4" fmla="*/ 2574290 h 2579370"/>
                <a:gd name="connsiteX5" fmla="*/ 0 w 3267710"/>
                <a:gd name="connsiteY5" fmla="*/ 2579370 h 2579370"/>
                <a:gd name="connsiteX6" fmla="*/ 13970 w 3267710"/>
                <a:gd name="connsiteY6" fmla="*/ 0 h 2579370"/>
                <a:gd name="connsiteX0" fmla="*/ 21 w 3272811"/>
                <a:gd name="connsiteY0" fmla="*/ 0 h 2579370"/>
                <a:gd name="connsiteX1" fmla="*/ 1578631 w 3272811"/>
                <a:gd name="connsiteY1" fmla="*/ 0 h 2579370"/>
                <a:gd name="connsiteX2" fmla="*/ 1578631 w 3272811"/>
                <a:gd name="connsiteY2" fmla="*/ 1281430 h 2579370"/>
                <a:gd name="connsiteX3" fmla="*/ 3272811 w 3272811"/>
                <a:gd name="connsiteY3" fmla="*/ 1267460 h 2579370"/>
                <a:gd name="connsiteX4" fmla="*/ 3260111 w 3272811"/>
                <a:gd name="connsiteY4" fmla="*/ 2574290 h 2579370"/>
                <a:gd name="connsiteX5" fmla="*/ 5101 w 3272811"/>
                <a:gd name="connsiteY5" fmla="*/ 2579370 h 2579370"/>
                <a:gd name="connsiteX6" fmla="*/ 21 w 3272811"/>
                <a:gd name="connsiteY6" fmla="*/ 0 h 2579370"/>
                <a:gd name="connsiteX0" fmla="*/ 21 w 3260111"/>
                <a:gd name="connsiteY0" fmla="*/ 0 h 2579370"/>
                <a:gd name="connsiteX1" fmla="*/ 1578631 w 3260111"/>
                <a:gd name="connsiteY1" fmla="*/ 0 h 2579370"/>
                <a:gd name="connsiteX2" fmla="*/ 1578631 w 3260111"/>
                <a:gd name="connsiteY2" fmla="*/ 1281430 h 2579370"/>
                <a:gd name="connsiteX3" fmla="*/ 3258524 w 3260111"/>
                <a:gd name="connsiteY3" fmla="*/ 1267460 h 2579370"/>
                <a:gd name="connsiteX4" fmla="*/ 3260111 w 3260111"/>
                <a:gd name="connsiteY4" fmla="*/ 2574290 h 2579370"/>
                <a:gd name="connsiteX5" fmla="*/ 5101 w 3260111"/>
                <a:gd name="connsiteY5" fmla="*/ 2579370 h 2579370"/>
                <a:gd name="connsiteX6" fmla="*/ 21 w 3260111"/>
                <a:gd name="connsiteY6" fmla="*/ 0 h 2579370"/>
                <a:gd name="connsiteX0" fmla="*/ 21 w 3260111"/>
                <a:gd name="connsiteY0" fmla="*/ 0 h 2579370"/>
                <a:gd name="connsiteX1" fmla="*/ 1578631 w 3260111"/>
                <a:gd name="connsiteY1" fmla="*/ 0 h 2579370"/>
                <a:gd name="connsiteX2" fmla="*/ 1578631 w 3260111"/>
                <a:gd name="connsiteY2" fmla="*/ 1267143 h 2579370"/>
                <a:gd name="connsiteX3" fmla="*/ 3258524 w 3260111"/>
                <a:gd name="connsiteY3" fmla="*/ 1267460 h 2579370"/>
                <a:gd name="connsiteX4" fmla="*/ 3260111 w 3260111"/>
                <a:gd name="connsiteY4" fmla="*/ 2574290 h 2579370"/>
                <a:gd name="connsiteX5" fmla="*/ 5101 w 3260111"/>
                <a:gd name="connsiteY5" fmla="*/ 2579370 h 2579370"/>
                <a:gd name="connsiteX6" fmla="*/ 21 w 3260111"/>
                <a:gd name="connsiteY6" fmla="*/ 0 h 2579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0111" h="2579370">
                  <a:moveTo>
                    <a:pt x="21" y="0"/>
                  </a:moveTo>
                  <a:lnTo>
                    <a:pt x="1578631" y="0"/>
                  </a:lnTo>
                  <a:lnTo>
                    <a:pt x="1578631" y="1267143"/>
                  </a:lnTo>
                  <a:lnTo>
                    <a:pt x="3258524" y="1267460"/>
                  </a:lnTo>
                  <a:lnTo>
                    <a:pt x="3260111" y="2574290"/>
                  </a:lnTo>
                  <a:lnTo>
                    <a:pt x="5101" y="2579370"/>
                  </a:lnTo>
                  <a:cubicBezTo>
                    <a:pt x="5524" y="1715347"/>
                    <a:pt x="-402" y="864023"/>
                    <a:pt x="21" y="0"/>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en-US"/>
              </a:defPPr>
              <a:lvl1pPr marL="0" indent="0" algn="l" defTabSz="914400" rtl="0" eaLnBrk="1" latinLnBrk="0" hangingPunct="1">
                <a:lnSpc>
                  <a:spcPct val="110000"/>
                </a:lnSpc>
                <a:spcBef>
                  <a:spcPts val="600"/>
                </a:spcBef>
                <a:buFontTx/>
                <a:buNone/>
                <a:defRPr sz="1400" kern="1200">
                  <a:solidFill>
                    <a:schemeClr val="lt1"/>
                  </a:solidFill>
                  <a:latin typeface="+mn-lt"/>
                  <a:ea typeface="+mn-ea"/>
                  <a:cs typeface="+mn-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lt1"/>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9pPr>
            </a:lstStyle>
            <a:p>
              <a:pPr algn="ctr">
                <a:lnSpc>
                  <a:spcPct val="110000"/>
                </a:lnSpc>
                <a:spcBef>
                  <a:spcPts val="600"/>
                </a:spcBef>
              </a:pPr>
              <a:endParaRPr lang="en-US" noProof="0"/>
            </a:p>
          </p:txBody>
        </p:sp>
        <p:sp>
          <p:nvSpPr>
            <p:cNvPr id="98" name="TextBox 11">
              <a:extLst>
                <a:ext uri="{FF2B5EF4-FFF2-40B4-BE49-F238E27FC236}">
                  <a16:creationId xmlns:a16="http://schemas.microsoft.com/office/drawing/2014/main" id="{5B94E0F5-392E-9094-686B-6FAD6D5F5A35}"/>
                </a:ext>
              </a:extLst>
            </p:cNvPr>
            <p:cNvSpPr txBox="1"/>
            <p:nvPr/>
          </p:nvSpPr>
          <p:spPr>
            <a:xfrm rot="16200000">
              <a:off x="7729538" y="5603623"/>
              <a:ext cx="1557379" cy="218032"/>
            </a:xfrm>
            <a:prstGeom prst="roundRect">
              <a:avLst/>
            </a:prstGeom>
            <a:solidFill>
              <a:schemeClr val="bg1">
                <a:lumMod val="50000"/>
              </a:schemeClr>
            </a:solidFill>
            <a:ln w="9525" cmpd="sng">
              <a:solidFill>
                <a:srgbClr val="FFC400">
                  <a:alpha val="30196"/>
                </a:srgbClr>
              </a:solidFill>
            </a:ln>
          </p:spPr>
          <p:style>
            <a:lnRef idx="0">
              <a:scrgbClr r="0" g="0" b="0"/>
            </a:lnRef>
            <a:fillRef idx="0">
              <a:scrgbClr r="0" g="0" b="0"/>
            </a:fillRef>
            <a:effectRef idx="0">
              <a:scrgbClr r="0" g="0" b="0"/>
            </a:effectRef>
            <a:fontRef idx="minor">
              <a:schemeClr val="dk1"/>
            </a:fontRef>
          </p:style>
          <p:txBody>
            <a:bodyPr wrap="square" rtlCol="0" anchor="ctr"/>
            <a:lstStyle>
              <a:defPPr>
                <a:defRPr lang="en-US"/>
              </a:defPPr>
              <a:lvl1pPr marL="0" indent="0" algn="l" defTabSz="914400" rtl="0" eaLnBrk="1" latinLnBrk="0" hangingPunct="1">
                <a:lnSpc>
                  <a:spcPct val="110000"/>
                </a:lnSpc>
                <a:spcBef>
                  <a:spcPts val="600"/>
                </a:spcBef>
                <a:buFontTx/>
                <a:buNone/>
                <a:defRPr sz="1100" kern="1200">
                  <a:solidFill>
                    <a:schemeClr val="dk1"/>
                  </a:solidFill>
                  <a:latin typeface="+mn-lt"/>
                  <a:ea typeface="+mn-ea"/>
                  <a:cs typeface="+mn-cs"/>
                </a:defRPr>
              </a:lvl1pPr>
              <a:lvl2pPr marL="457200" indent="0" algn="l" defTabSz="914400" rtl="0" eaLnBrk="1" latinLnBrk="0" hangingPunct="1">
                <a:lnSpc>
                  <a:spcPct val="90000"/>
                </a:lnSpc>
                <a:spcBef>
                  <a:spcPts val="600"/>
                </a:spcBef>
                <a:buClr>
                  <a:schemeClr val="accent1"/>
                </a:buClr>
                <a:buFont typeface="Wingdings" panose="05000000000000000000" pitchFamily="2" charset="2"/>
                <a:buChar char="§"/>
                <a:defRPr sz="1100" kern="1200">
                  <a:solidFill>
                    <a:schemeClr val="dk1"/>
                  </a:solidFill>
                  <a:latin typeface="+mn-lt"/>
                  <a:ea typeface="+mn-ea"/>
                  <a:cs typeface="+mn-cs"/>
                </a:defRPr>
              </a:lvl2pPr>
              <a:lvl3pPr marL="9144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3pPr>
              <a:lvl4pPr marL="13716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4pPr>
              <a:lvl5pPr marL="18288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5pPr>
              <a:lvl6pPr marL="22860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6pPr>
              <a:lvl7pPr marL="27432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7pPr>
              <a:lvl8pPr marL="32004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8pPr>
              <a:lvl9pPr marL="3657600" indent="0" algn="l" defTabSz="914400" rtl="0" eaLnBrk="1" latinLnBrk="0" hangingPunct="1">
                <a:lnSpc>
                  <a:spcPct val="90000"/>
                </a:lnSpc>
                <a:spcBef>
                  <a:spcPts val="600"/>
                </a:spcBef>
                <a:buFont typeface="Roboto" panose="02000000000000000000" pitchFamily="2" charset="0"/>
                <a:buChar char="–"/>
                <a:defRPr sz="1100" kern="1200">
                  <a:solidFill>
                    <a:schemeClr val="dk1"/>
                  </a:solidFill>
                  <a:latin typeface="+mn-lt"/>
                  <a:ea typeface="+mn-ea"/>
                  <a:cs typeface="+mn-cs"/>
                </a:defRPr>
              </a:lvl9pPr>
            </a:lstStyle>
            <a:p>
              <a:pPr algn="ctr"/>
              <a:r>
                <a:rPr lang="en-US" sz="800" b="1" noProof="0">
                  <a:solidFill>
                    <a:schemeClr val="bg1"/>
                  </a:solidFill>
                  <a:effectLst/>
                  <a:latin typeface="+mn-lt"/>
                  <a:ea typeface="+mn-ea"/>
                  <a:cs typeface="+mn-cs"/>
                </a:rPr>
                <a:t>CRITICAL PROJECT (59%)</a:t>
              </a:r>
              <a:endParaRPr lang="en-US" sz="800" noProof="0">
                <a:solidFill>
                  <a:schemeClr val="bg1"/>
                </a:solidFill>
                <a:effectLst/>
              </a:endParaRPr>
            </a:p>
          </p:txBody>
        </p:sp>
      </p:grpSp>
      <p:cxnSp>
        <p:nvCxnSpPr>
          <p:cNvPr id="85" name="Straight Connector 84">
            <a:extLst>
              <a:ext uri="{FF2B5EF4-FFF2-40B4-BE49-F238E27FC236}">
                <a16:creationId xmlns:a16="http://schemas.microsoft.com/office/drawing/2014/main" id="{061A4142-5201-1890-53A1-11424C1CA92A}"/>
              </a:ext>
            </a:extLst>
          </p:cNvPr>
          <p:cNvCxnSpPr>
            <a:cxnSpLocks/>
          </p:cNvCxnSpPr>
          <p:nvPr/>
        </p:nvCxnSpPr>
        <p:spPr>
          <a:xfrm flipV="1">
            <a:off x="18553630" y="1845089"/>
            <a:ext cx="0" cy="4032000"/>
          </a:xfrm>
          <a:prstGeom prst="line">
            <a:avLst/>
          </a:prstGeom>
          <a:ln>
            <a:solidFill>
              <a:schemeClr val="tx1">
                <a:lumMod val="85000"/>
                <a:lumOff val="1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4EA2BCFD-03CC-B103-F875-0C6BF28C2D7D}"/>
              </a:ext>
            </a:extLst>
          </p:cNvPr>
          <p:cNvCxnSpPr>
            <a:cxnSpLocks/>
          </p:cNvCxnSpPr>
          <p:nvPr/>
        </p:nvCxnSpPr>
        <p:spPr>
          <a:xfrm flipV="1">
            <a:off x="18553070" y="1432119"/>
            <a:ext cx="0" cy="43200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30">
            <a:extLst>
              <a:ext uri="{FF2B5EF4-FFF2-40B4-BE49-F238E27FC236}">
                <a16:creationId xmlns:a16="http://schemas.microsoft.com/office/drawing/2014/main" id="{92AFCD0F-2F1D-869E-C11D-0E44E084D691}"/>
              </a:ext>
            </a:extLst>
          </p:cNvPr>
          <p:cNvSpPr txBox="1"/>
          <p:nvPr/>
        </p:nvSpPr>
        <p:spPr>
          <a:xfrm>
            <a:off x="18024628" y="1155926"/>
            <a:ext cx="1276350" cy="277601"/>
          </a:xfrm>
          <a:prstGeom prst="rect">
            <a:avLst/>
          </a:prstGeom>
        </p:spPr>
        <p:txBody>
          <a:bodyPr vert="horz" wrap="none" lIns="0" tIns="0" rIns="0" bIns="0" rtlCol="0" anchor="ctr">
            <a:noAutofit/>
          </a:bodyPr>
          <a:lstStyle>
            <a:defPPr>
              <a:defRPr lang="en-US"/>
            </a:defPPr>
            <a:lvl1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pPr algn="ctr"/>
            <a:r>
              <a:rPr lang="en-US" sz="800" b="1" noProof="0">
                <a:solidFill>
                  <a:schemeClr val="bg1"/>
                </a:solidFill>
              </a:rPr>
              <a:t>Priority</a:t>
            </a:r>
            <a:r>
              <a:rPr lang="en-US" sz="800" noProof="0">
                <a:solidFill>
                  <a:schemeClr val="bg1"/>
                </a:solidFill>
              </a:rPr>
              <a:t> (impact)</a:t>
            </a:r>
          </a:p>
        </p:txBody>
      </p:sp>
      <p:cxnSp>
        <p:nvCxnSpPr>
          <p:cNvPr id="88" name="Straight Connector 87">
            <a:extLst>
              <a:ext uri="{FF2B5EF4-FFF2-40B4-BE49-F238E27FC236}">
                <a16:creationId xmlns:a16="http://schemas.microsoft.com/office/drawing/2014/main" id="{48016B67-F68E-029B-297D-32B519BB0E0F}"/>
              </a:ext>
            </a:extLst>
          </p:cNvPr>
          <p:cNvCxnSpPr/>
          <p:nvPr/>
        </p:nvCxnSpPr>
        <p:spPr>
          <a:xfrm>
            <a:off x="15516276" y="3877125"/>
            <a:ext cx="540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62FB237-A4F9-1EBA-70C1-CB5BCB4495A5}"/>
              </a:ext>
            </a:extLst>
          </p:cNvPr>
          <p:cNvCxnSpPr>
            <a:cxnSpLocks/>
          </p:cNvCxnSpPr>
          <p:nvPr/>
        </p:nvCxnSpPr>
        <p:spPr>
          <a:xfrm>
            <a:off x="18562595" y="5885035"/>
            <a:ext cx="0" cy="324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0" name="TextBox 39">
            <a:extLst>
              <a:ext uri="{FF2B5EF4-FFF2-40B4-BE49-F238E27FC236}">
                <a16:creationId xmlns:a16="http://schemas.microsoft.com/office/drawing/2014/main" id="{3A5974EE-BD01-E93D-591C-D93927D9291F}"/>
              </a:ext>
            </a:extLst>
          </p:cNvPr>
          <p:cNvSpPr txBox="1"/>
          <p:nvPr/>
        </p:nvSpPr>
        <p:spPr>
          <a:xfrm>
            <a:off x="18094750" y="1359277"/>
            <a:ext cx="1276350" cy="277601"/>
          </a:xfrm>
          <a:prstGeom prst="rect">
            <a:avLst/>
          </a:prstGeom>
        </p:spPr>
        <p:txBody>
          <a:bodyPr vert="horz" wrap="none" lIns="0" tIns="0" rIns="0" bIns="0" rtlCol="0" anchor="ctr">
            <a:noAutofit/>
          </a:bodyPr>
          <a:lstStyle>
            <a:defPPr>
              <a:defRPr lang="en-US"/>
            </a:defPPr>
            <a:lvl1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pPr algn="ctr"/>
            <a:r>
              <a:rPr lang="en-US" sz="800" b="1" noProof="0">
                <a:solidFill>
                  <a:schemeClr val="bg1"/>
                </a:solidFill>
              </a:rPr>
              <a:t>-</a:t>
            </a:r>
            <a:endParaRPr lang="en-US" sz="800" noProof="0">
              <a:solidFill>
                <a:schemeClr val="bg1"/>
              </a:solidFill>
            </a:endParaRPr>
          </a:p>
        </p:txBody>
      </p:sp>
      <p:sp>
        <p:nvSpPr>
          <p:cNvPr id="91" name="Title 1">
            <a:extLst>
              <a:ext uri="{FF2B5EF4-FFF2-40B4-BE49-F238E27FC236}">
                <a16:creationId xmlns:a16="http://schemas.microsoft.com/office/drawing/2014/main" id="{DEB6EF3D-C3CD-E90A-26BA-063A04BAD803}"/>
              </a:ext>
            </a:extLst>
          </p:cNvPr>
          <p:cNvSpPr txBox="1">
            <a:spLocks/>
          </p:cNvSpPr>
          <p:nvPr/>
        </p:nvSpPr>
        <p:spPr>
          <a:xfrm>
            <a:off x="12972144" y="4077479"/>
            <a:ext cx="2686389" cy="1661273"/>
          </a:xfrm>
          <a:prstGeom prst="rect">
            <a:avLst/>
          </a:prstGeom>
          <a:solidFill>
            <a:srgbClr val="070F26"/>
          </a:solidFill>
        </p:spPr>
        <p:txBody>
          <a:bodyPr lIns="144000" tIns="108000" rIns="0" bIns="144000" anchor="ctr"/>
          <a:lstStyle>
            <a:defPPr>
              <a:defRPr lang="en-US"/>
            </a:defPPr>
            <a:lvl1pPr marL="0" indent="0" algn="l" defTabSz="914400" rtl="0" eaLnBrk="1" latinLnBrk="0" hangingPunct="1">
              <a:lnSpc>
                <a:spcPct val="90000"/>
              </a:lnSpc>
              <a:spcBef>
                <a:spcPct val="0"/>
              </a:spcBef>
              <a:buFontTx/>
              <a:buNone/>
              <a:defRPr sz="2600" b="0" kern="1200">
                <a:solidFill>
                  <a:schemeClr val="bg1"/>
                </a:solidFill>
                <a:latin typeface="+mj-lt"/>
                <a:ea typeface="+mj-ea"/>
                <a:cs typeface="+mj-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pPr>
              <a:lnSpc>
                <a:spcPct val="100000"/>
              </a:lnSpc>
              <a:spcBef>
                <a:spcPts val="0"/>
              </a:spcBef>
              <a:buClr>
                <a:srgbClr val="FF7A00"/>
              </a:buClr>
              <a:buSzPct val="150000"/>
              <a:defRPr/>
            </a:pPr>
            <a:r>
              <a:rPr lang="en-US" sz="800" b="1" noProof="0">
                <a:solidFill>
                  <a:srgbClr val="FFFFFF"/>
                </a:solidFill>
                <a:latin typeface="Arial"/>
              </a:rPr>
              <a:t>Grouped Distribution per area</a:t>
            </a:r>
            <a:r>
              <a:rPr lang="en-US" sz="800" noProof="0">
                <a:solidFill>
                  <a:srgbClr val="FFFFFF"/>
                </a:solidFill>
                <a:latin typeface="Arial"/>
              </a:rPr>
              <a:t>: </a:t>
            </a:r>
          </a:p>
          <a:p>
            <a:pPr lvl="0">
              <a:lnSpc>
                <a:spcPct val="100000"/>
              </a:lnSpc>
              <a:spcBef>
                <a:spcPts val="0"/>
              </a:spcBef>
              <a:buClr>
                <a:srgbClr val="FF7A00"/>
              </a:buClr>
              <a:buSzPct val="150000"/>
              <a:defRPr/>
            </a:pPr>
            <a:endParaRPr lang="en-US" sz="800" noProof="0">
              <a:solidFill>
                <a:srgbClr val="FFFFFF"/>
              </a:solidFill>
              <a:latin typeface="Arial"/>
            </a:endParaRPr>
          </a:p>
          <a:p>
            <a:pPr marL="285750" lvl="0" indent="-285750">
              <a:lnSpc>
                <a:spcPct val="100000"/>
              </a:lnSpc>
              <a:spcBef>
                <a:spcPts val="0"/>
              </a:spcBef>
              <a:buClr>
                <a:srgbClr val="FF7A00"/>
              </a:buClr>
              <a:buSzPct val="150000"/>
              <a:buFont typeface="Wingdings" panose="05000000000000000000" pitchFamily="2" charset="2"/>
              <a:buChar char="§"/>
              <a:defRPr/>
            </a:pPr>
            <a:r>
              <a:rPr lang="en-US" sz="800" noProof="0">
                <a:solidFill>
                  <a:srgbClr val="FFFFFF"/>
                </a:solidFill>
                <a:latin typeface="Arial"/>
              </a:rPr>
              <a:t>Solution Architecture / DevOps / Interoperability &amp; Integration (38.5%)</a:t>
            </a:r>
          </a:p>
          <a:p>
            <a:pPr marL="285750" lvl="0" indent="-285750">
              <a:lnSpc>
                <a:spcPct val="100000"/>
              </a:lnSpc>
              <a:spcBef>
                <a:spcPts val="0"/>
              </a:spcBef>
              <a:buClr>
                <a:srgbClr val="189350"/>
              </a:buClr>
              <a:buSzPct val="150000"/>
              <a:buFont typeface="Wingdings" panose="05000000000000000000" pitchFamily="2" charset="2"/>
              <a:buChar char="§"/>
              <a:defRPr/>
            </a:pPr>
            <a:r>
              <a:rPr lang="en-US" sz="800" noProof="0">
                <a:solidFill>
                  <a:srgbClr val="FFFFFF"/>
                </a:solidFill>
                <a:latin typeface="Arial"/>
              </a:rPr>
              <a:t>Scalability &amp; Resilience / Observability &amp; Monitoring (24%)</a:t>
            </a:r>
          </a:p>
          <a:p>
            <a:pPr marL="285750" indent="-285750">
              <a:lnSpc>
                <a:spcPct val="100000"/>
              </a:lnSpc>
              <a:spcBef>
                <a:spcPts val="0"/>
              </a:spcBef>
              <a:buClr>
                <a:srgbClr val="CA9F18"/>
              </a:buClr>
              <a:buSzPct val="150000"/>
              <a:buFont typeface="Wingdings" panose="05000000000000000000" pitchFamily="2" charset="2"/>
              <a:buChar char="§"/>
              <a:defRPr/>
            </a:pPr>
            <a:r>
              <a:rPr lang="en-US" sz="800" noProof="0">
                <a:solidFill>
                  <a:srgbClr val="FFFFFF"/>
                </a:solidFill>
                <a:latin typeface="Arial"/>
              </a:rPr>
              <a:t>Infrastructure Layer / OpenShift Platform / Networking (14.5%)</a:t>
            </a:r>
          </a:p>
          <a:p>
            <a:pPr marL="285750" lvl="0" indent="-285750">
              <a:lnSpc>
                <a:spcPct val="100000"/>
              </a:lnSpc>
              <a:spcBef>
                <a:spcPts val="0"/>
              </a:spcBef>
              <a:buClr>
                <a:srgbClr val="1893C0"/>
              </a:buClr>
              <a:buSzPct val="150000"/>
              <a:buFont typeface="Wingdings" panose="05000000000000000000" pitchFamily="2" charset="2"/>
              <a:buChar char="§"/>
              <a:defRPr/>
            </a:pPr>
            <a:r>
              <a:rPr lang="en-US" sz="800" noProof="0">
                <a:solidFill>
                  <a:srgbClr val="FFFFFF"/>
                </a:solidFill>
                <a:latin typeface="Arial"/>
              </a:rPr>
              <a:t>Processes &amp; Organization (13%)</a:t>
            </a:r>
          </a:p>
          <a:p>
            <a:pPr marL="285750" lvl="0" indent="-285750">
              <a:lnSpc>
                <a:spcPct val="100000"/>
              </a:lnSpc>
              <a:spcBef>
                <a:spcPts val="0"/>
              </a:spcBef>
              <a:buClr>
                <a:srgbClr val="663A88"/>
              </a:buClr>
              <a:buSzPct val="150000"/>
              <a:buFont typeface="Wingdings" panose="05000000000000000000" pitchFamily="2" charset="2"/>
              <a:buChar char="§"/>
              <a:defRPr/>
            </a:pPr>
            <a:r>
              <a:rPr lang="en-US" sz="800" noProof="0">
                <a:solidFill>
                  <a:srgbClr val="FFFFFF"/>
                </a:solidFill>
                <a:latin typeface="Arial"/>
              </a:rPr>
              <a:t>Business Continuity (10%)</a:t>
            </a:r>
          </a:p>
        </p:txBody>
      </p:sp>
      <p:sp>
        <p:nvSpPr>
          <p:cNvPr id="92" name="Rectangle 91">
            <a:extLst>
              <a:ext uri="{FF2B5EF4-FFF2-40B4-BE49-F238E27FC236}">
                <a16:creationId xmlns:a16="http://schemas.microsoft.com/office/drawing/2014/main" id="{54658BC3-6738-034B-BA96-3D4CFA39F0EA}"/>
              </a:ext>
            </a:extLst>
          </p:cNvPr>
          <p:cNvSpPr/>
          <p:nvPr/>
        </p:nvSpPr>
        <p:spPr>
          <a:xfrm>
            <a:off x="15814037" y="1607600"/>
            <a:ext cx="1958100" cy="4570839"/>
          </a:xfrm>
          <a:prstGeom prst="rect">
            <a:avLst/>
          </a:prstGeom>
          <a:noFill/>
          <a:ln w="38100">
            <a:solidFill>
              <a:srgbClr val="B22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defPPr>
              <a:defRPr lang="en-US"/>
            </a:defPPr>
            <a:lvl1pPr marL="0" indent="0" algn="l" defTabSz="914400" rtl="0" eaLnBrk="1" latinLnBrk="0" hangingPunct="1">
              <a:lnSpc>
                <a:spcPct val="110000"/>
              </a:lnSpc>
              <a:spcBef>
                <a:spcPts val="600"/>
              </a:spcBef>
              <a:buFontTx/>
              <a:buNone/>
              <a:defRPr sz="1400" kern="1200">
                <a:solidFill>
                  <a:schemeClr val="lt1"/>
                </a:solidFill>
                <a:latin typeface="+mn-lt"/>
                <a:ea typeface="+mn-ea"/>
                <a:cs typeface="+mn-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lt1"/>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lt1"/>
                </a:solidFill>
                <a:latin typeface="+mn-lt"/>
                <a:ea typeface="+mn-ea"/>
                <a:cs typeface="+mn-cs"/>
              </a:defRPr>
            </a:lvl9pPr>
          </a:lstStyle>
          <a:p>
            <a:pPr algn="ctr">
              <a:lnSpc>
                <a:spcPct val="110000"/>
              </a:lnSpc>
              <a:spcBef>
                <a:spcPts val="600"/>
              </a:spcBef>
            </a:pPr>
            <a:endParaRPr lang="en-US" noProof="0"/>
          </a:p>
        </p:txBody>
      </p:sp>
      <p:graphicFrame>
        <p:nvGraphicFramePr>
          <p:cNvPr id="93" name="Chart 92">
            <a:extLst>
              <a:ext uri="{FF2B5EF4-FFF2-40B4-BE49-F238E27FC236}">
                <a16:creationId xmlns:a16="http://schemas.microsoft.com/office/drawing/2014/main" id="{3113C58F-A695-F001-1B12-C489C8CE2C65}"/>
              </a:ext>
            </a:extLst>
          </p:cNvPr>
          <p:cNvGraphicFramePr>
            <a:graphicFrameLocks/>
          </p:cNvGraphicFramePr>
          <p:nvPr>
            <p:extLst>
              <p:ext uri="{D42A27DB-BD31-4B8C-83A1-F6EECF244321}">
                <p14:modId xmlns:p14="http://schemas.microsoft.com/office/powerpoint/2010/main" val="2338523657"/>
              </p:ext>
            </p:extLst>
          </p:nvPr>
        </p:nvGraphicFramePr>
        <p:xfrm>
          <a:off x="15956506" y="1737511"/>
          <a:ext cx="5194386" cy="4279906"/>
        </p:xfrm>
        <a:graphic>
          <a:graphicData uri="http://schemas.openxmlformats.org/drawingml/2006/chart">
            <c:chart xmlns:c="http://schemas.openxmlformats.org/drawingml/2006/chart" xmlns:r="http://schemas.openxmlformats.org/officeDocument/2006/relationships" r:id="rId15"/>
          </a:graphicData>
        </a:graphic>
      </p:graphicFrame>
      <p:sp>
        <p:nvSpPr>
          <p:cNvPr id="94" name="TextBox 46">
            <a:extLst>
              <a:ext uri="{FF2B5EF4-FFF2-40B4-BE49-F238E27FC236}">
                <a16:creationId xmlns:a16="http://schemas.microsoft.com/office/drawing/2014/main" id="{BB56FE6B-EE25-F691-779E-7E5F900506CD}"/>
              </a:ext>
            </a:extLst>
          </p:cNvPr>
          <p:cNvSpPr txBox="1"/>
          <p:nvPr/>
        </p:nvSpPr>
        <p:spPr>
          <a:xfrm>
            <a:off x="15008537" y="3855103"/>
            <a:ext cx="1276350" cy="277601"/>
          </a:xfrm>
          <a:prstGeom prst="rect">
            <a:avLst/>
          </a:prstGeom>
        </p:spPr>
        <p:txBody>
          <a:bodyPr vert="horz" wrap="none" lIns="0" tIns="0" rIns="0" bIns="0" rtlCol="0" anchor="ctr">
            <a:noAutofit/>
          </a:bodyPr>
          <a:lstStyle>
            <a:defPPr>
              <a:defRPr lang="en-US"/>
            </a:defPPr>
            <a:lvl1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pPr algn="ctr"/>
            <a:r>
              <a:rPr lang="en-US" sz="800" b="1" noProof="0">
                <a:solidFill>
                  <a:schemeClr val="bg1"/>
                </a:solidFill>
              </a:rPr>
              <a:t>+</a:t>
            </a:r>
            <a:endParaRPr lang="en-US" sz="800" noProof="0">
              <a:solidFill>
                <a:schemeClr val="bg1"/>
              </a:solidFill>
            </a:endParaRPr>
          </a:p>
        </p:txBody>
      </p:sp>
      <p:sp>
        <p:nvSpPr>
          <p:cNvPr id="95" name="TextBox 47">
            <a:extLst>
              <a:ext uri="{FF2B5EF4-FFF2-40B4-BE49-F238E27FC236}">
                <a16:creationId xmlns:a16="http://schemas.microsoft.com/office/drawing/2014/main" id="{D122ACD3-B6A1-FADD-1B96-1806CBC02DFB}"/>
              </a:ext>
            </a:extLst>
          </p:cNvPr>
          <p:cNvSpPr txBox="1"/>
          <p:nvPr/>
        </p:nvSpPr>
        <p:spPr>
          <a:xfrm>
            <a:off x="20735168" y="3855103"/>
            <a:ext cx="1276350" cy="277601"/>
          </a:xfrm>
          <a:prstGeom prst="rect">
            <a:avLst/>
          </a:prstGeom>
        </p:spPr>
        <p:txBody>
          <a:bodyPr vert="horz" wrap="none" lIns="0" tIns="0" rIns="0" bIns="0" rtlCol="0" anchor="ctr">
            <a:noAutofit/>
          </a:bodyPr>
          <a:lstStyle>
            <a:defPPr>
              <a:defRPr lang="en-US"/>
            </a:defPPr>
            <a:lvl1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pPr algn="ctr"/>
            <a:r>
              <a:rPr lang="en-US" sz="800" b="1" noProof="0">
                <a:solidFill>
                  <a:schemeClr val="bg1"/>
                </a:solidFill>
              </a:rPr>
              <a:t>-</a:t>
            </a:r>
            <a:endParaRPr lang="en-US" sz="800" noProof="0">
              <a:solidFill>
                <a:schemeClr val="bg1"/>
              </a:solidFill>
            </a:endParaRPr>
          </a:p>
        </p:txBody>
      </p:sp>
      <p:pic>
        <p:nvPicPr>
          <p:cNvPr id="107" name="Picture 106">
            <a:extLst>
              <a:ext uri="{FF2B5EF4-FFF2-40B4-BE49-F238E27FC236}">
                <a16:creationId xmlns:a16="http://schemas.microsoft.com/office/drawing/2014/main" id="{45A57E47-E4FC-27B6-DCCF-E9FE1C71C2CC}"/>
              </a:ext>
            </a:extLst>
          </p:cNvPr>
          <p:cNvPicPr>
            <a:picLocks noChangeAspect="1"/>
          </p:cNvPicPr>
          <p:nvPr/>
        </p:nvPicPr>
        <p:blipFill>
          <a:blip r:embed="rId16">
            <a:extLst>
              <a:ext uri="{BEBA8EAE-BF5A-486C-A8C5-ECC9F3942E4B}">
                <a14:imgProps xmlns:a14="http://schemas.microsoft.com/office/drawing/2010/main">
                  <a14:imgLayer r:embed="rId17">
                    <a14:imgEffect>
                      <a14:saturation sat="0"/>
                    </a14:imgEffect>
                  </a14:imgLayer>
                </a14:imgProps>
              </a:ext>
            </a:extLst>
          </a:blip>
          <a:stretch>
            <a:fillRect/>
          </a:stretch>
        </p:blipFill>
        <p:spPr>
          <a:xfrm>
            <a:off x="4014406" y="2766195"/>
            <a:ext cx="3563372" cy="1831331"/>
          </a:xfrm>
          <a:prstGeom prst="rect">
            <a:avLst/>
          </a:prstGeom>
          <a:solidFill>
            <a:srgbClr val="171717"/>
          </a:solidFill>
          <a:effectLst>
            <a:outerShdw blurRad="63500" sx="102000" sy="102000" algn="ctr" rotWithShape="0">
              <a:prstClr val="black">
                <a:alpha val="40000"/>
              </a:prstClr>
            </a:outerShdw>
          </a:effectLst>
        </p:spPr>
      </p:pic>
      <p:pic>
        <p:nvPicPr>
          <p:cNvPr id="108" name="Picture 107">
            <a:extLst>
              <a:ext uri="{FF2B5EF4-FFF2-40B4-BE49-F238E27FC236}">
                <a16:creationId xmlns:a16="http://schemas.microsoft.com/office/drawing/2014/main" id="{D50F84B9-DD19-87A6-2C4A-C8C718FBE678}"/>
              </a:ext>
            </a:extLst>
          </p:cNvPr>
          <p:cNvPicPr>
            <a:picLocks noChangeAspect="1"/>
          </p:cNvPicPr>
          <p:nvPr/>
        </p:nvPicPr>
        <p:blipFill>
          <a:blip r:embed="rId18">
            <a:extLst>
              <a:ext uri="{BEBA8EAE-BF5A-486C-A8C5-ECC9F3942E4B}">
                <a14:imgProps xmlns:a14="http://schemas.microsoft.com/office/drawing/2010/main">
                  <a14:imgLayer r:embed="rId19">
                    <a14:imgEffect>
                      <a14:saturation sat="0"/>
                    </a14:imgEffect>
                  </a14:imgLayer>
                </a14:imgProps>
              </a:ext>
            </a:extLst>
          </a:blip>
          <a:stretch>
            <a:fillRect/>
          </a:stretch>
        </p:blipFill>
        <p:spPr>
          <a:xfrm>
            <a:off x="5873844" y="3746764"/>
            <a:ext cx="4720105" cy="1792220"/>
          </a:xfrm>
          <a:prstGeom prst="rect">
            <a:avLst/>
          </a:prstGeom>
          <a:solidFill>
            <a:schemeClr val="bg1"/>
          </a:solidFill>
        </p:spPr>
      </p:pic>
    </p:spTree>
    <p:extLst>
      <p:ext uri="{BB962C8B-B14F-4D97-AF65-F5344CB8AC3E}">
        <p14:creationId xmlns:p14="http://schemas.microsoft.com/office/powerpoint/2010/main" val="36774201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0FB09-4B20-E1B2-9B52-277322D58DA7}"/>
            </a:ext>
          </a:extLst>
        </p:cNvPr>
        <p:cNvGrpSpPr/>
        <p:nvPr/>
      </p:nvGrpSpPr>
      <p:grpSpPr>
        <a:xfrm>
          <a:off x="0" y="0"/>
          <a:ext cx="0" cy="0"/>
          <a:chOff x="0" y="0"/>
          <a:chExt cx="0" cy="0"/>
        </a:xfrm>
      </p:grpSpPr>
      <p:sp>
        <p:nvSpPr>
          <p:cNvPr id="28" name="Rectángulo: esquinas redondeadas 1">
            <a:extLst>
              <a:ext uri="{FF2B5EF4-FFF2-40B4-BE49-F238E27FC236}">
                <a16:creationId xmlns:a16="http://schemas.microsoft.com/office/drawing/2014/main" id="{8637AFBC-E353-5052-5EF5-BBFAC2CF895F}"/>
              </a:ext>
            </a:extLst>
          </p:cNvPr>
          <p:cNvSpPr/>
          <p:nvPr/>
        </p:nvSpPr>
        <p:spPr>
          <a:xfrm>
            <a:off x="514350" y="2065535"/>
            <a:ext cx="11163300" cy="4125715"/>
          </a:xfrm>
          <a:prstGeom prst="roundRect">
            <a:avLst>
              <a:gd name="adj" fmla="val 5801"/>
            </a:avLst>
          </a:prstGeom>
          <a:solidFill>
            <a:srgbClr val="0072B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graphicFrame>
        <p:nvGraphicFramePr>
          <p:cNvPr id="7" name="think-cell data - do not delete" hidden="1">
            <a:extLst>
              <a:ext uri="{FF2B5EF4-FFF2-40B4-BE49-F238E27FC236}">
                <a16:creationId xmlns:a16="http://schemas.microsoft.com/office/drawing/2014/main" id="{F2BA55DD-14C4-0116-2340-0CBC72387CA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F2BA55DD-14C4-0116-2340-0CBC72387CA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1B30A07C-C659-77FC-4315-0AB53C6D91CB}"/>
              </a:ext>
            </a:extLst>
          </p:cNvPr>
          <p:cNvSpPr>
            <a:spLocks noGrp="1"/>
          </p:cNvSpPr>
          <p:nvPr>
            <p:ph type="body" sz="quarter" idx="10"/>
          </p:nvPr>
        </p:nvSpPr>
        <p:spPr>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noProof="0">
                <a:latin typeface="Aptos" panose="020B0004020202020204" pitchFamily="34" charset="0"/>
              </a:rPr>
              <a:t>AI-assisted IT Sovereignty Assessment</a:t>
            </a:r>
          </a:p>
        </p:txBody>
      </p:sp>
      <p:sp>
        <p:nvSpPr>
          <p:cNvPr id="3" name="Title 12">
            <a:extLst>
              <a:ext uri="{FF2B5EF4-FFF2-40B4-BE49-F238E27FC236}">
                <a16:creationId xmlns:a16="http://schemas.microsoft.com/office/drawing/2014/main" id="{96792D4B-E83C-F816-3805-A242098B850C}"/>
              </a:ext>
            </a:extLst>
          </p:cNvPr>
          <p:cNvSpPr>
            <a:spLocks noGrp="1"/>
          </p:cNvSpPr>
          <p:nvPr>
            <p:ph type="title"/>
          </p:nvPr>
        </p:nvSpPr>
        <p:spPr>
          <a:xfrm>
            <a:off x="465722" y="794031"/>
            <a:ext cx="11446876" cy="830997"/>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algn="l"/>
            <a:r>
              <a:rPr lang="en-US" noProof="0"/>
              <a:t>AI will be used as a </a:t>
            </a:r>
            <a:r>
              <a:rPr lang="en-US" b="1" noProof="0"/>
              <a:t>controlled accelerator</a:t>
            </a:r>
            <a:r>
              <a:rPr lang="en-US" noProof="0"/>
              <a:t> across the assessment lifecycle: supporting </a:t>
            </a:r>
            <a:r>
              <a:rPr lang="en-US" b="1" noProof="0"/>
              <a:t>evidence classification, pattern detection, traceability, scoring preparation and consolidation of findings</a:t>
            </a:r>
            <a:r>
              <a:rPr lang="en-US" noProof="0"/>
              <a:t>. All conclusions, SEAL ratings and recommendations remain under NTT DATA expert review and IAG stakeholder validation.</a:t>
            </a:r>
          </a:p>
        </p:txBody>
      </p:sp>
      <p:grpSp>
        <p:nvGrpSpPr>
          <p:cNvPr id="5" name="Group 4">
            <a:extLst>
              <a:ext uri="{FF2B5EF4-FFF2-40B4-BE49-F238E27FC236}">
                <a16:creationId xmlns:a16="http://schemas.microsoft.com/office/drawing/2014/main" id="{549DCB4A-A997-5545-D745-20A198BCF8AE}"/>
              </a:ext>
            </a:extLst>
          </p:cNvPr>
          <p:cNvGrpSpPr/>
          <p:nvPr/>
        </p:nvGrpSpPr>
        <p:grpSpPr>
          <a:xfrm>
            <a:off x="913765" y="5140610"/>
            <a:ext cx="2302350" cy="633191"/>
            <a:chOff x="913765" y="5097701"/>
            <a:chExt cx="2302350" cy="633191"/>
          </a:xfrm>
        </p:grpSpPr>
        <p:pic>
          <p:nvPicPr>
            <p:cNvPr id="56" name="Graphic 55" descr="Artificial Intelligence outline">
              <a:extLst>
                <a:ext uri="{FF2B5EF4-FFF2-40B4-BE49-F238E27FC236}">
                  <a16:creationId xmlns:a16="http://schemas.microsoft.com/office/drawing/2014/main" id="{412F5720-A20E-6BB2-A672-3825EE8A2C9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28018" y="5097701"/>
              <a:ext cx="273844" cy="273844"/>
            </a:xfrm>
            <a:prstGeom prst="rect">
              <a:avLst/>
            </a:prstGeom>
          </p:spPr>
        </p:pic>
        <p:sp>
          <p:nvSpPr>
            <p:cNvPr id="59" name="Rectangle 24">
              <a:extLst>
                <a:ext uri="{FF2B5EF4-FFF2-40B4-BE49-F238E27FC236}">
                  <a16:creationId xmlns:a16="http://schemas.microsoft.com/office/drawing/2014/main" id="{BDA6E850-341C-3130-720F-4A68701C946A}"/>
                </a:ext>
              </a:extLst>
            </p:cNvPr>
            <p:cNvSpPr/>
            <p:nvPr/>
          </p:nvSpPr>
          <p:spPr bwMode="gray">
            <a:xfrm>
              <a:off x="913765" y="5285310"/>
              <a:ext cx="2302350" cy="445582"/>
            </a:xfrm>
            <a:prstGeom prst="rect">
              <a:avLst/>
            </a:prstGeom>
            <a:noFill/>
            <a:ln w="19050" algn="ctr">
              <a:noFill/>
              <a:miter lim="800000"/>
              <a:headEnd/>
              <a:tailEnd/>
            </a:ln>
          </p:spPr>
          <p:txBody>
            <a:bodyPr wrap="square" lIns="88900" tIns="889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rgbClr val="031F30"/>
                  </a:solidFill>
                  <a:effectLst/>
                  <a:uLnTx/>
                  <a:uFillTx/>
                  <a:latin typeface="Aptos" panose="020B0004020202020204" pitchFamily="34" charset="0"/>
                  <a:ea typeface="Calibri" panose="020F0502020204030204" pitchFamily="34" charset="0"/>
                  <a:cs typeface="Arial" panose="020B0604020202020204" pitchFamily="34" charset="0"/>
                </a:rPr>
                <a:t>No autonomous judgement</a:t>
              </a:r>
            </a:p>
          </p:txBody>
        </p:sp>
      </p:grpSp>
      <p:grpSp>
        <p:nvGrpSpPr>
          <p:cNvPr id="11" name="Group 10">
            <a:extLst>
              <a:ext uri="{FF2B5EF4-FFF2-40B4-BE49-F238E27FC236}">
                <a16:creationId xmlns:a16="http://schemas.microsoft.com/office/drawing/2014/main" id="{A23743D8-E824-1CFC-008F-239835D5B678}"/>
              </a:ext>
            </a:extLst>
          </p:cNvPr>
          <p:cNvGrpSpPr/>
          <p:nvPr/>
        </p:nvGrpSpPr>
        <p:grpSpPr>
          <a:xfrm>
            <a:off x="9305472" y="5140610"/>
            <a:ext cx="1849572" cy="633191"/>
            <a:chOff x="8384282" y="5441131"/>
            <a:chExt cx="1849572" cy="633191"/>
          </a:xfrm>
        </p:grpSpPr>
        <p:sp>
          <p:nvSpPr>
            <p:cNvPr id="63" name="Rectangle 24">
              <a:extLst>
                <a:ext uri="{FF2B5EF4-FFF2-40B4-BE49-F238E27FC236}">
                  <a16:creationId xmlns:a16="http://schemas.microsoft.com/office/drawing/2014/main" id="{24CF74E3-CC98-7EEB-F502-B142D0AB1737}"/>
                </a:ext>
              </a:extLst>
            </p:cNvPr>
            <p:cNvSpPr/>
            <p:nvPr/>
          </p:nvSpPr>
          <p:spPr bwMode="gray">
            <a:xfrm>
              <a:off x="8384282" y="5628740"/>
              <a:ext cx="1849572" cy="445582"/>
            </a:xfrm>
            <a:prstGeom prst="rect">
              <a:avLst/>
            </a:prstGeom>
            <a:noFill/>
            <a:ln w="19050" algn="ctr">
              <a:noFill/>
              <a:miter lim="800000"/>
              <a:headEnd/>
              <a:tailEnd/>
            </a:ln>
          </p:spPr>
          <p:txBody>
            <a:bodyPr wrap="square" lIns="88900" tIns="889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rgbClr val="031F30"/>
                  </a:solidFill>
                  <a:effectLst/>
                  <a:uLnTx/>
                  <a:uFillTx/>
                  <a:latin typeface="Aptos" panose="020B0004020202020204" pitchFamily="34" charset="0"/>
                  <a:ea typeface="Calibri" panose="020F0502020204030204" pitchFamily="34" charset="0"/>
                  <a:cs typeface="Arial" panose="020B0604020202020204" pitchFamily="34" charset="0"/>
                </a:rPr>
                <a:t>IAG-controlled usage</a:t>
              </a:r>
            </a:p>
          </p:txBody>
        </p:sp>
        <p:pic>
          <p:nvPicPr>
            <p:cNvPr id="65" name="Graphic 64" descr="Board Of Directors outline">
              <a:extLst>
                <a:ext uri="{FF2B5EF4-FFF2-40B4-BE49-F238E27FC236}">
                  <a16:creationId xmlns:a16="http://schemas.microsoft.com/office/drawing/2014/main" id="{F91507BE-E5E2-588C-80D7-6E97F407BB5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72268" y="5441131"/>
              <a:ext cx="273600" cy="273600"/>
            </a:xfrm>
            <a:prstGeom prst="rect">
              <a:avLst/>
            </a:prstGeom>
          </p:spPr>
        </p:pic>
      </p:grpSp>
      <p:grpSp>
        <p:nvGrpSpPr>
          <p:cNvPr id="9" name="Group 8">
            <a:extLst>
              <a:ext uri="{FF2B5EF4-FFF2-40B4-BE49-F238E27FC236}">
                <a16:creationId xmlns:a16="http://schemas.microsoft.com/office/drawing/2014/main" id="{CB9DD04B-63AC-19F1-2B1B-CEC45050EB83}"/>
              </a:ext>
            </a:extLst>
          </p:cNvPr>
          <p:cNvGrpSpPr/>
          <p:nvPr/>
        </p:nvGrpSpPr>
        <p:grpSpPr>
          <a:xfrm>
            <a:off x="6618099" y="5140610"/>
            <a:ext cx="1849572" cy="633191"/>
            <a:chOff x="6245696" y="5441131"/>
            <a:chExt cx="1849572" cy="633191"/>
          </a:xfrm>
        </p:grpSpPr>
        <p:sp>
          <p:nvSpPr>
            <p:cNvPr id="62" name="Rectangle 24">
              <a:extLst>
                <a:ext uri="{FF2B5EF4-FFF2-40B4-BE49-F238E27FC236}">
                  <a16:creationId xmlns:a16="http://schemas.microsoft.com/office/drawing/2014/main" id="{207E5F73-A8D6-7623-E264-F79208FA0B62}"/>
                </a:ext>
              </a:extLst>
            </p:cNvPr>
            <p:cNvSpPr/>
            <p:nvPr/>
          </p:nvSpPr>
          <p:spPr bwMode="gray">
            <a:xfrm>
              <a:off x="6245696" y="5628740"/>
              <a:ext cx="1849572" cy="445582"/>
            </a:xfrm>
            <a:prstGeom prst="rect">
              <a:avLst/>
            </a:prstGeom>
            <a:noFill/>
            <a:ln w="19050" algn="ctr">
              <a:noFill/>
              <a:miter lim="800000"/>
              <a:headEnd/>
              <a:tailEnd/>
            </a:ln>
          </p:spPr>
          <p:txBody>
            <a:bodyPr wrap="square" lIns="88900" tIns="889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rgbClr val="031F30"/>
                  </a:solidFill>
                  <a:effectLst/>
                  <a:uLnTx/>
                  <a:uFillTx/>
                  <a:latin typeface="Aptos" panose="020B0004020202020204" pitchFamily="34" charset="0"/>
                  <a:ea typeface="Calibri" panose="020F0502020204030204" pitchFamily="34" charset="0"/>
                  <a:cs typeface="Arial" panose="020B0604020202020204" pitchFamily="34" charset="0"/>
                </a:rPr>
                <a:t>Expert validation</a:t>
              </a:r>
            </a:p>
          </p:txBody>
        </p:sp>
        <p:pic>
          <p:nvPicPr>
            <p:cNvPr id="67" name="Graphic 66" descr="Customer review outline">
              <a:extLst>
                <a:ext uri="{FF2B5EF4-FFF2-40B4-BE49-F238E27FC236}">
                  <a16:creationId xmlns:a16="http://schemas.microsoft.com/office/drawing/2014/main" id="{1CB1BB44-DFF7-6749-2F9B-6E2B1F46EA0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033682" y="5441131"/>
              <a:ext cx="273600" cy="273600"/>
            </a:xfrm>
            <a:prstGeom prst="rect">
              <a:avLst/>
            </a:prstGeom>
          </p:spPr>
        </p:pic>
      </p:grpSp>
      <p:grpSp>
        <p:nvGrpSpPr>
          <p:cNvPr id="6" name="Group 5">
            <a:extLst>
              <a:ext uri="{FF2B5EF4-FFF2-40B4-BE49-F238E27FC236}">
                <a16:creationId xmlns:a16="http://schemas.microsoft.com/office/drawing/2014/main" id="{D2F98D3B-9B3B-710C-3F71-AE65BDBCDF45}"/>
              </a:ext>
            </a:extLst>
          </p:cNvPr>
          <p:cNvGrpSpPr/>
          <p:nvPr/>
        </p:nvGrpSpPr>
        <p:grpSpPr>
          <a:xfrm>
            <a:off x="3930726" y="5140610"/>
            <a:ext cx="1849572" cy="633191"/>
            <a:chOff x="4107109" y="5441131"/>
            <a:chExt cx="1849572" cy="633191"/>
          </a:xfrm>
        </p:grpSpPr>
        <p:sp>
          <p:nvSpPr>
            <p:cNvPr id="61" name="Rectangle 24">
              <a:extLst>
                <a:ext uri="{FF2B5EF4-FFF2-40B4-BE49-F238E27FC236}">
                  <a16:creationId xmlns:a16="http://schemas.microsoft.com/office/drawing/2014/main" id="{16D6BC7A-41DB-6EB3-45B4-A4D01396D870}"/>
                </a:ext>
              </a:extLst>
            </p:cNvPr>
            <p:cNvSpPr/>
            <p:nvPr/>
          </p:nvSpPr>
          <p:spPr bwMode="gray">
            <a:xfrm>
              <a:off x="4107109" y="5628740"/>
              <a:ext cx="1849572" cy="445582"/>
            </a:xfrm>
            <a:prstGeom prst="rect">
              <a:avLst/>
            </a:prstGeom>
            <a:noFill/>
            <a:ln w="19050" algn="ctr">
              <a:noFill/>
              <a:miter lim="800000"/>
              <a:headEnd/>
              <a:tailEnd/>
            </a:ln>
          </p:spPr>
          <p:txBody>
            <a:bodyPr wrap="square" lIns="88900" tIns="889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rgbClr val="031F30"/>
                  </a:solidFill>
                  <a:effectLst/>
                  <a:uLnTx/>
                  <a:uFillTx/>
                  <a:latin typeface="Aptos" panose="020B0004020202020204" pitchFamily="34" charset="0"/>
                  <a:ea typeface="Calibri" panose="020F0502020204030204" pitchFamily="34" charset="0"/>
                  <a:cs typeface="Arial" panose="020B0604020202020204" pitchFamily="34" charset="0"/>
                </a:rPr>
                <a:t>Evidence traceability</a:t>
              </a:r>
            </a:p>
          </p:txBody>
        </p:sp>
        <p:pic>
          <p:nvPicPr>
            <p:cNvPr id="69" name="Graphic 68" descr="Connected outline">
              <a:extLst>
                <a:ext uri="{FF2B5EF4-FFF2-40B4-BE49-F238E27FC236}">
                  <a16:creationId xmlns:a16="http://schemas.microsoft.com/office/drawing/2014/main" id="{9BEF8DEE-8D6C-94F2-401C-27ED527A4DE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95095" y="5441131"/>
              <a:ext cx="273600" cy="273600"/>
            </a:xfrm>
            <a:prstGeom prst="rect">
              <a:avLst/>
            </a:prstGeom>
          </p:spPr>
        </p:pic>
      </p:grpSp>
      <p:sp>
        <p:nvSpPr>
          <p:cNvPr id="77" name="Rectángulo 35">
            <a:extLst>
              <a:ext uri="{FF2B5EF4-FFF2-40B4-BE49-F238E27FC236}">
                <a16:creationId xmlns:a16="http://schemas.microsoft.com/office/drawing/2014/main" id="{24DE0529-A436-2EA0-ACB3-4C3B5C4C2D91}"/>
              </a:ext>
            </a:extLst>
          </p:cNvPr>
          <p:cNvSpPr/>
          <p:nvPr/>
        </p:nvSpPr>
        <p:spPr>
          <a:xfrm>
            <a:off x="511013" y="2065536"/>
            <a:ext cx="11163300" cy="1601155"/>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8" name="Text 16">
            <a:extLst>
              <a:ext uri="{FF2B5EF4-FFF2-40B4-BE49-F238E27FC236}">
                <a16:creationId xmlns:a16="http://schemas.microsoft.com/office/drawing/2014/main" id="{878DE651-0AA0-3BAE-9EC0-04E8AB9AD176}"/>
              </a:ext>
            </a:extLst>
          </p:cNvPr>
          <p:cNvSpPr/>
          <p:nvPr/>
        </p:nvSpPr>
        <p:spPr>
          <a:xfrm>
            <a:off x="4398685" y="1773932"/>
            <a:ext cx="3394630" cy="25603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5B96"/>
                </a:solidFill>
                <a:effectLst/>
                <a:uLnTx/>
                <a:uFillTx/>
                <a:latin typeface="Aptos" panose="020B0004020202020204" pitchFamily="34" charset="0"/>
                <a:ea typeface="Arial" pitchFamily="34" charset="-122"/>
                <a:cs typeface="Arial" pitchFamily="34" charset="-120"/>
              </a:rPr>
              <a:t>How AI Supports the Execution</a:t>
            </a:r>
            <a:endParaRPr kumimoji="0" lang="en-US" sz="16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80" name="Text 16">
            <a:extLst>
              <a:ext uri="{FF2B5EF4-FFF2-40B4-BE49-F238E27FC236}">
                <a16:creationId xmlns:a16="http://schemas.microsoft.com/office/drawing/2014/main" id="{F21D55DF-7A1B-01BF-5F20-7002B5A9F883}"/>
              </a:ext>
            </a:extLst>
          </p:cNvPr>
          <p:cNvSpPr/>
          <p:nvPr/>
        </p:nvSpPr>
        <p:spPr>
          <a:xfrm>
            <a:off x="5127071" y="3646741"/>
            <a:ext cx="1937859" cy="25603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5B96"/>
                </a:solidFill>
                <a:effectLst/>
                <a:uLnTx/>
                <a:uFillTx/>
                <a:latin typeface="Aptos" panose="020B0004020202020204" pitchFamily="34" charset="0"/>
                <a:ea typeface="Arial" pitchFamily="34" charset="-122"/>
                <a:cs typeface="Arial" pitchFamily="34" charset="-120"/>
              </a:rPr>
              <a:t>AI-Enabled Output</a:t>
            </a:r>
            <a:endParaRPr kumimoji="0" lang="en-US" sz="11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79" name="Rectángulo 35">
            <a:extLst>
              <a:ext uri="{FF2B5EF4-FFF2-40B4-BE49-F238E27FC236}">
                <a16:creationId xmlns:a16="http://schemas.microsoft.com/office/drawing/2014/main" id="{7AEFC68A-B339-4B02-FEE7-5EBF30EA7FD9}"/>
              </a:ext>
            </a:extLst>
          </p:cNvPr>
          <p:cNvSpPr/>
          <p:nvPr/>
        </p:nvSpPr>
        <p:spPr>
          <a:xfrm>
            <a:off x="514350" y="3884020"/>
            <a:ext cx="11163300" cy="770818"/>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81" name="Text 17">
            <a:extLst>
              <a:ext uri="{FF2B5EF4-FFF2-40B4-BE49-F238E27FC236}">
                <a16:creationId xmlns:a16="http://schemas.microsoft.com/office/drawing/2014/main" id="{A32A9B79-B950-0641-F92A-7800FB6FD60B}"/>
              </a:ext>
            </a:extLst>
          </p:cNvPr>
          <p:cNvSpPr/>
          <p:nvPr/>
        </p:nvSpPr>
        <p:spPr>
          <a:xfrm>
            <a:off x="1036956" y="4081044"/>
            <a:ext cx="3110703" cy="376770"/>
          </a:xfrm>
          <a:prstGeom prst="rect">
            <a:avLst/>
          </a:prstGeom>
          <a:noFill/>
          <a:ln/>
        </p:spPr>
        <p:txBody>
          <a:bodyPr wrap="square" rtlCol="0" anchor="t"/>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000" b="0" i="0" u="none" strike="noStrike" kern="1200" cap="none" spc="0" normalizeH="0" baseline="0" noProof="0">
                <a:ln>
                  <a:noFill/>
                </a:ln>
                <a:solidFill>
                  <a:srgbClr val="1A2333"/>
                </a:solidFill>
                <a:effectLst/>
                <a:uLnTx/>
                <a:uFillTx/>
                <a:latin typeface="Aptos" panose="020B0004020202020204" pitchFamily="34" charset="0"/>
                <a:ea typeface="Arial" pitchFamily="34" charset="-122"/>
                <a:cs typeface="Arial" pitchFamily="34" charset="-120"/>
              </a:rPr>
              <a:t>Structured source map, evidence gap list, prioritized inventory support and tailored assessment materials.</a:t>
            </a:r>
            <a:endParaRPr kumimoji="0" lang="en-US" sz="10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82" name="Text 17">
            <a:extLst>
              <a:ext uri="{FF2B5EF4-FFF2-40B4-BE49-F238E27FC236}">
                <a16:creationId xmlns:a16="http://schemas.microsoft.com/office/drawing/2014/main" id="{0D626DC6-8F89-5CB2-E523-68D4CCFA1E08}"/>
              </a:ext>
            </a:extLst>
          </p:cNvPr>
          <p:cNvSpPr/>
          <p:nvPr/>
        </p:nvSpPr>
        <p:spPr>
          <a:xfrm>
            <a:off x="4528248" y="3968106"/>
            <a:ext cx="3516093" cy="602647"/>
          </a:xfrm>
          <a:prstGeom prst="rect">
            <a:avLst/>
          </a:prstGeom>
          <a:noFill/>
          <a:ln/>
        </p:spPr>
        <p:txBody>
          <a:bodyPr wrap="square" rtlCol="0" anchor="t"/>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000" b="0" i="0" u="none" strike="noStrike" kern="1200" cap="none" spc="0" normalizeH="0" baseline="0" noProof="0">
                <a:ln>
                  <a:noFill/>
                </a:ln>
                <a:solidFill>
                  <a:srgbClr val="1A2333"/>
                </a:solidFill>
                <a:effectLst/>
                <a:uLnTx/>
                <a:uFillTx/>
                <a:latin typeface="Aptos" panose="020B0004020202020204" pitchFamily="34" charset="0"/>
                <a:ea typeface="Arial" pitchFamily="34" charset="-122"/>
                <a:cs typeface="Arial" pitchFamily="34" charset="-120"/>
              </a:rPr>
              <a:t>Normalized evidence base, prioritized application scope analysis, dependency patterns, preliminary scoring inputs and validation packs.</a:t>
            </a:r>
            <a:endParaRPr kumimoji="0" lang="en-US" sz="10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83" name="Text 17">
            <a:extLst>
              <a:ext uri="{FF2B5EF4-FFF2-40B4-BE49-F238E27FC236}">
                <a16:creationId xmlns:a16="http://schemas.microsoft.com/office/drawing/2014/main" id="{0B24F903-7836-B0E0-092F-3A149043186D}"/>
              </a:ext>
            </a:extLst>
          </p:cNvPr>
          <p:cNvSpPr/>
          <p:nvPr/>
        </p:nvSpPr>
        <p:spPr>
          <a:xfrm>
            <a:off x="8298179" y="3968106"/>
            <a:ext cx="3122296" cy="602647"/>
          </a:xfrm>
          <a:prstGeom prst="rect">
            <a:avLst/>
          </a:prstGeom>
          <a:noFill/>
          <a:ln/>
        </p:spPr>
        <p:txBody>
          <a:bodyPr wrap="square" rtlCol="0" anchor="t"/>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000" b="0" i="0" u="none" strike="noStrike" kern="1200" cap="none" spc="0" normalizeH="0" baseline="0" noProof="0">
                <a:ln>
                  <a:noFill/>
                </a:ln>
                <a:solidFill>
                  <a:srgbClr val="1A2333"/>
                </a:solidFill>
                <a:effectLst/>
                <a:uLnTx/>
                <a:uFillTx/>
                <a:latin typeface="Aptos" panose="020B0004020202020204" pitchFamily="34" charset="0"/>
                <a:ea typeface="Arial" pitchFamily="34" charset="-122"/>
                <a:cs typeface="Arial" pitchFamily="34" charset="-120"/>
              </a:rPr>
              <a:t>Consolidated assessment outcomes, consistent findings narrative, evidence traceability summary and board-ready input pack.</a:t>
            </a:r>
            <a:endParaRPr kumimoji="0" lang="en-US" sz="10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grpSp>
        <p:nvGrpSpPr>
          <p:cNvPr id="16" name="Group 15">
            <a:extLst>
              <a:ext uri="{FF2B5EF4-FFF2-40B4-BE49-F238E27FC236}">
                <a16:creationId xmlns:a16="http://schemas.microsoft.com/office/drawing/2014/main" id="{4E26EB46-5D4B-C721-244A-D6A9B6A9BB95}"/>
              </a:ext>
            </a:extLst>
          </p:cNvPr>
          <p:cNvGrpSpPr/>
          <p:nvPr/>
        </p:nvGrpSpPr>
        <p:grpSpPr>
          <a:xfrm>
            <a:off x="4679513" y="4766000"/>
            <a:ext cx="2588760" cy="290525"/>
            <a:chOff x="4679513" y="4709883"/>
            <a:chExt cx="2588760" cy="290525"/>
          </a:xfrm>
        </p:grpSpPr>
        <p:sp>
          <p:nvSpPr>
            <p:cNvPr id="41" name="Flecha: pentágono 34">
              <a:extLst>
                <a:ext uri="{FF2B5EF4-FFF2-40B4-BE49-F238E27FC236}">
                  <a16:creationId xmlns:a16="http://schemas.microsoft.com/office/drawing/2014/main" id="{7A37D360-A490-7FA2-2FAE-CEC42124B8C1}"/>
                </a:ext>
              </a:extLst>
            </p:cNvPr>
            <p:cNvSpPr/>
            <p:nvPr/>
          </p:nvSpPr>
          <p:spPr>
            <a:xfrm>
              <a:off x="4923727" y="4709883"/>
              <a:ext cx="2344546" cy="290525"/>
            </a:xfrm>
            <a:prstGeom prst="rect">
              <a:avLst/>
            </a:prstGeom>
            <a:noFill/>
            <a:ln w="9525">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E5B81"/>
                  </a:solidFill>
                  <a:effectLst/>
                  <a:uLnTx/>
                  <a:uFillTx/>
                  <a:latin typeface="Aptos" panose="020B0004020202020204" pitchFamily="34" charset="0"/>
                  <a:ea typeface="+mn-ea"/>
                  <a:cs typeface="+mn-cs"/>
                </a:rPr>
                <a:t>Human-in-the-loop principles</a:t>
              </a:r>
            </a:p>
          </p:txBody>
        </p:sp>
        <p:pic>
          <p:nvPicPr>
            <p:cNvPr id="86" name="Picture 85">
              <a:extLst>
                <a:ext uri="{FF2B5EF4-FFF2-40B4-BE49-F238E27FC236}">
                  <a16:creationId xmlns:a16="http://schemas.microsoft.com/office/drawing/2014/main" id="{BE2995B3-C22D-00D8-8D4E-80C40E5B68A5}"/>
                </a:ext>
              </a:extLst>
            </p:cNvPr>
            <p:cNvPicPr>
              <a:picLocks noChangeAspect="1"/>
            </p:cNvPicPr>
            <p:nvPr/>
          </p:nvPicPr>
          <p:blipFill>
            <a:blip r:embed="rId9">
              <a:duotone>
                <a:srgbClr val="B08BB3">
                  <a:shade val="45000"/>
                  <a:satMod val="135000"/>
                </a:srgbClr>
                <a:prstClr val="white"/>
              </a:duotone>
            </a:blip>
            <a:stretch>
              <a:fillRect/>
            </a:stretch>
          </p:blipFill>
          <p:spPr>
            <a:xfrm>
              <a:off x="4679513" y="4718345"/>
              <a:ext cx="273600" cy="273600"/>
            </a:xfrm>
            <a:prstGeom prst="rect">
              <a:avLst/>
            </a:prstGeom>
          </p:spPr>
        </p:pic>
      </p:grpSp>
      <p:sp>
        <p:nvSpPr>
          <p:cNvPr id="87" name="Text 17">
            <a:extLst>
              <a:ext uri="{FF2B5EF4-FFF2-40B4-BE49-F238E27FC236}">
                <a16:creationId xmlns:a16="http://schemas.microsoft.com/office/drawing/2014/main" id="{A4916951-A3BF-D303-F599-DE2B4614A8DB}"/>
              </a:ext>
            </a:extLst>
          </p:cNvPr>
          <p:cNvSpPr/>
          <p:nvPr/>
        </p:nvSpPr>
        <p:spPr>
          <a:xfrm>
            <a:off x="1036956" y="2533378"/>
            <a:ext cx="3211364" cy="770818"/>
          </a:xfrm>
          <a:prstGeom prst="rect">
            <a:avLst/>
          </a:prstGeom>
          <a:noFill/>
          <a:ln/>
        </p:spPr>
        <p:txBody>
          <a:bodyPr wrap="square" rtlCol="0" anchor="t"/>
          <a:lstStyle/>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1A2333"/>
                </a:solidFill>
                <a:effectLst/>
                <a:uLnTx/>
                <a:uFillTx/>
                <a:latin typeface="Aptos" panose="020B0004020202020204" pitchFamily="34" charset="0"/>
                <a:ea typeface="Arial" pitchFamily="34" charset="-122"/>
                <a:cs typeface="Arial" pitchFamily="34" charset="-120"/>
              </a:rPr>
              <a:t>Maps available sources and evidence gaps</a:t>
            </a: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1A2333"/>
                </a:solidFill>
                <a:effectLst/>
                <a:uLnTx/>
                <a:uFillTx/>
                <a:latin typeface="Aptos" panose="020B0004020202020204" pitchFamily="34" charset="0"/>
                <a:ea typeface="+mn-ea"/>
                <a:cs typeface="Arial" pitchFamily="34" charset="-120"/>
              </a:rPr>
              <a:t>Clusters applications, suppliers and contracts by relevance</a:t>
            </a: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1A2333"/>
                </a:solidFill>
                <a:effectLst/>
                <a:uLnTx/>
                <a:uFillTx/>
                <a:latin typeface="Aptos" panose="020B0004020202020204" pitchFamily="34" charset="0"/>
                <a:ea typeface="+mn-ea"/>
                <a:cs typeface="Arial" pitchFamily="34" charset="-120"/>
              </a:rPr>
              <a:t>Supports prioritization of the assessment inventory</a:t>
            </a: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1A2333"/>
                </a:solidFill>
                <a:effectLst/>
                <a:uLnTx/>
                <a:uFillTx/>
                <a:latin typeface="Aptos" panose="020B0004020202020204" pitchFamily="34" charset="0"/>
                <a:ea typeface="+mn-ea"/>
                <a:cs typeface="Arial" pitchFamily="34" charset="-120"/>
              </a:rPr>
              <a:t>Aligns evidence needs with the SEAL FW</a:t>
            </a:r>
            <a:endParaRPr kumimoji="0" lang="en-US" sz="10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88" name="Text 17">
            <a:extLst>
              <a:ext uri="{FF2B5EF4-FFF2-40B4-BE49-F238E27FC236}">
                <a16:creationId xmlns:a16="http://schemas.microsoft.com/office/drawing/2014/main" id="{2BFD7CEB-B8EC-74A3-F684-C8D4757DD4F0}"/>
              </a:ext>
            </a:extLst>
          </p:cNvPr>
          <p:cNvSpPr/>
          <p:nvPr/>
        </p:nvSpPr>
        <p:spPr>
          <a:xfrm>
            <a:off x="4528248" y="2533378"/>
            <a:ext cx="3516093" cy="770818"/>
          </a:xfrm>
          <a:prstGeom prst="rect">
            <a:avLst/>
          </a:prstGeom>
          <a:noFill/>
          <a:ln/>
        </p:spPr>
        <p:txBody>
          <a:bodyPr wrap="square" rtlCol="0" anchor="t"/>
          <a:lstStyle/>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1A2333"/>
                </a:solidFill>
                <a:effectLst/>
                <a:uLnTx/>
                <a:uFillTx/>
                <a:latin typeface="Aptos" panose="020B0004020202020204" pitchFamily="34" charset="0"/>
                <a:ea typeface="Arial" pitchFamily="34" charset="-122"/>
                <a:cs typeface="Arial" pitchFamily="34" charset="-120"/>
              </a:rPr>
              <a:t>Classifies contracts, technical documents and supplier evidence</a:t>
            </a: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1A2333"/>
                </a:solidFill>
                <a:effectLst/>
                <a:uLnTx/>
                <a:uFillTx/>
                <a:latin typeface="Aptos" panose="020B0004020202020204" pitchFamily="34" charset="0"/>
                <a:ea typeface="+mn-ea"/>
                <a:cs typeface="Arial" pitchFamily="34" charset="-120"/>
              </a:rPr>
              <a:t>Extracts key clauses and technical indicators</a:t>
            </a: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1A2333"/>
                </a:solidFill>
                <a:effectLst/>
                <a:uLnTx/>
                <a:uFillTx/>
                <a:latin typeface="Aptos" panose="020B0004020202020204" pitchFamily="34" charset="0"/>
                <a:ea typeface="+mn-ea"/>
                <a:cs typeface="Arial" pitchFamily="34" charset="-120"/>
              </a:rPr>
              <a:t>Highlights dependencies, exposure patterns and inconsistencies</a:t>
            </a: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1A2333"/>
                </a:solidFill>
                <a:effectLst/>
                <a:uLnTx/>
                <a:uFillTx/>
                <a:latin typeface="Aptos" panose="020B0004020202020204" pitchFamily="34" charset="0"/>
                <a:ea typeface="+mn-ea"/>
                <a:cs typeface="Arial" pitchFamily="34" charset="-120"/>
              </a:rPr>
              <a:t>Prepares scoring inputs and validation packs</a:t>
            </a:r>
            <a:endParaRPr kumimoji="0" lang="en-US" sz="10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89" name="Text 17">
            <a:extLst>
              <a:ext uri="{FF2B5EF4-FFF2-40B4-BE49-F238E27FC236}">
                <a16:creationId xmlns:a16="http://schemas.microsoft.com/office/drawing/2014/main" id="{21078B64-E332-6EFF-BB7C-D9B97504EAC6}"/>
              </a:ext>
            </a:extLst>
          </p:cNvPr>
          <p:cNvSpPr/>
          <p:nvPr/>
        </p:nvSpPr>
        <p:spPr>
          <a:xfrm>
            <a:off x="8298179" y="2533378"/>
            <a:ext cx="3122296" cy="770818"/>
          </a:xfrm>
          <a:prstGeom prst="rect">
            <a:avLst/>
          </a:prstGeom>
          <a:noFill/>
          <a:ln/>
        </p:spPr>
        <p:txBody>
          <a:bodyPr wrap="square" rtlCol="0" anchor="t"/>
          <a:lstStyle/>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1A2333"/>
                </a:solidFill>
                <a:effectLst/>
                <a:uLnTx/>
                <a:uFillTx/>
                <a:latin typeface="Aptos" panose="020B0004020202020204" pitchFamily="34" charset="0"/>
                <a:ea typeface="Arial" pitchFamily="34" charset="-122"/>
                <a:cs typeface="Arial" pitchFamily="34" charset="-120"/>
              </a:rPr>
              <a:t>Consolidates validated findings across the assessment scope</a:t>
            </a: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1A2333"/>
                </a:solidFill>
                <a:effectLst/>
                <a:uLnTx/>
                <a:uFillTx/>
                <a:latin typeface="Aptos" panose="020B0004020202020204" pitchFamily="34" charset="0"/>
                <a:ea typeface="+mn-ea"/>
                <a:cs typeface="Arial" pitchFamily="34" charset="-120"/>
              </a:rPr>
              <a:t>Checks consistency between evidence, scores and conclusions</a:t>
            </a: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1A2333"/>
                </a:solidFill>
                <a:effectLst/>
                <a:uLnTx/>
                <a:uFillTx/>
                <a:latin typeface="Aptos" panose="020B0004020202020204" pitchFamily="34" charset="0"/>
                <a:ea typeface="+mn-ea"/>
                <a:cs typeface="Arial" pitchFamily="34" charset="-120"/>
              </a:rPr>
              <a:t>Summariness open assumptions and evidence limitations</a:t>
            </a:r>
            <a:endParaRPr kumimoji="0" lang="en-US" sz="10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73" name="Picture 72">
            <a:extLst>
              <a:ext uri="{FF2B5EF4-FFF2-40B4-BE49-F238E27FC236}">
                <a16:creationId xmlns:a16="http://schemas.microsoft.com/office/drawing/2014/main" id="{5AC45738-ABAB-8239-6EC0-D7BEB1541A8E}"/>
              </a:ext>
            </a:extLst>
          </p:cNvPr>
          <p:cNvPicPr>
            <a:picLocks noChangeAspect="1"/>
          </p:cNvPicPr>
          <p:nvPr/>
        </p:nvPicPr>
        <p:blipFill>
          <a:blip r:embed="rId10"/>
          <a:stretch>
            <a:fillRect/>
          </a:stretch>
        </p:blipFill>
        <p:spPr>
          <a:xfrm>
            <a:off x="1968522" y="2181547"/>
            <a:ext cx="993734" cy="335309"/>
          </a:xfrm>
          <a:prstGeom prst="rect">
            <a:avLst/>
          </a:prstGeom>
        </p:spPr>
      </p:pic>
      <p:pic>
        <p:nvPicPr>
          <p:cNvPr id="74" name="Picture 73">
            <a:extLst>
              <a:ext uri="{FF2B5EF4-FFF2-40B4-BE49-F238E27FC236}">
                <a16:creationId xmlns:a16="http://schemas.microsoft.com/office/drawing/2014/main" id="{7BF154E6-3CED-4BE2-950A-C9A417053045}"/>
              </a:ext>
            </a:extLst>
          </p:cNvPr>
          <p:cNvPicPr>
            <a:picLocks noChangeAspect="1"/>
          </p:cNvPicPr>
          <p:nvPr/>
        </p:nvPicPr>
        <p:blipFill>
          <a:blip r:embed="rId11">
            <a:alphaModFix/>
          </a:blip>
          <a:stretch>
            <a:fillRect/>
          </a:stretch>
        </p:blipFill>
        <p:spPr>
          <a:xfrm>
            <a:off x="9229744" y="2181547"/>
            <a:ext cx="993734" cy="335309"/>
          </a:xfrm>
          <a:prstGeom prst="rect">
            <a:avLst/>
          </a:prstGeom>
        </p:spPr>
      </p:pic>
      <p:pic>
        <p:nvPicPr>
          <p:cNvPr id="75" name="Picture 74">
            <a:extLst>
              <a:ext uri="{FF2B5EF4-FFF2-40B4-BE49-F238E27FC236}">
                <a16:creationId xmlns:a16="http://schemas.microsoft.com/office/drawing/2014/main" id="{88124775-9975-87B6-0E42-188F6BF6F03E}"/>
              </a:ext>
            </a:extLst>
          </p:cNvPr>
          <p:cNvPicPr>
            <a:picLocks noChangeAspect="1"/>
          </p:cNvPicPr>
          <p:nvPr/>
        </p:nvPicPr>
        <p:blipFill>
          <a:blip r:embed="rId12">
            <a:alphaModFix/>
          </a:blip>
          <a:stretch>
            <a:fillRect/>
          </a:stretch>
        </p:blipFill>
        <p:spPr>
          <a:xfrm>
            <a:off x="5462862" y="2181547"/>
            <a:ext cx="987638" cy="335309"/>
          </a:xfrm>
          <a:prstGeom prst="rect">
            <a:avLst/>
          </a:prstGeom>
        </p:spPr>
      </p:pic>
      <p:sp>
        <p:nvSpPr>
          <p:cNvPr id="12" name="Text 17">
            <a:extLst>
              <a:ext uri="{FF2B5EF4-FFF2-40B4-BE49-F238E27FC236}">
                <a16:creationId xmlns:a16="http://schemas.microsoft.com/office/drawing/2014/main" id="{272A92A8-CBBA-C4E3-4C5D-BF820A0BD40E}"/>
              </a:ext>
            </a:extLst>
          </p:cNvPr>
          <p:cNvSpPr/>
          <p:nvPr/>
        </p:nvSpPr>
        <p:spPr>
          <a:xfrm>
            <a:off x="3480172" y="5634693"/>
            <a:ext cx="2753994" cy="376770"/>
          </a:xfrm>
          <a:prstGeom prst="rect">
            <a:avLst/>
          </a:prstGeom>
          <a:noFill/>
          <a:ln/>
        </p:spPr>
        <p:txBody>
          <a:bodyPr wrap="square"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1000" i="1" noProof="0">
                <a:solidFill>
                  <a:srgbClr val="1A2333"/>
                </a:solidFill>
                <a:latin typeface="Aptos" panose="020B0004020202020204" pitchFamily="34" charset="0"/>
                <a:cs typeface="Arial" pitchFamily="34" charset="-120"/>
              </a:rPr>
              <a:t>Auditable traces and</a:t>
            </a:r>
            <a:br>
              <a:rPr lang="en-US" sz="1000" i="1" noProof="0">
                <a:solidFill>
                  <a:srgbClr val="1A2333"/>
                </a:solidFill>
                <a:latin typeface="Aptos" panose="020B0004020202020204" pitchFamily="34" charset="0"/>
                <a:cs typeface="Arial" pitchFamily="34" charset="-120"/>
              </a:rPr>
            </a:br>
            <a:r>
              <a:rPr lang="en-US" sz="1000" i="1" noProof="0">
                <a:solidFill>
                  <a:srgbClr val="1A2333"/>
                </a:solidFill>
                <a:latin typeface="Aptos" panose="020B0004020202020204" pitchFamily="34" charset="0"/>
                <a:cs typeface="Arial" pitchFamily="34" charset="-120"/>
              </a:rPr>
              <a:t> decision records in place.</a:t>
            </a:r>
            <a:endParaRPr kumimoji="0" lang="en-US" sz="1000" b="0" i="1"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3" name="Text 17">
            <a:extLst>
              <a:ext uri="{FF2B5EF4-FFF2-40B4-BE49-F238E27FC236}">
                <a16:creationId xmlns:a16="http://schemas.microsoft.com/office/drawing/2014/main" id="{7FEFE0A4-5409-C2C3-0296-A8D5DFC78978}"/>
              </a:ext>
            </a:extLst>
          </p:cNvPr>
          <p:cNvSpPr/>
          <p:nvPr/>
        </p:nvSpPr>
        <p:spPr>
          <a:xfrm>
            <a:off x="6164294" y="5634693"/>
            <a:ext cx="2753994" cy="376770"/>
          </a:xfrm>
          <a:prstGeom prst="rect">
            <a:avLst/>
          </a:prstGeom>
          <a:noFill/>
          <a:ln/>
        </p:spPr>
        <p:txBody>
          <a:bodyPr wrap="square"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1000" i="1" noProof="0">
                <a:solidFill>
                  <a:srgbClr val="1A2333"/>
                </a:solidFill>
                <a:latin typeface="Aptos" panose="020B0004020202020204" pitchFamily="34" charset="0"/>
                <a:cs typeface="Arial" pitchFamily="34" charset="-120"/>
              </a:rPr>
              <a:t>All relevant facts and insights are always reviewed by an expert domain lead.</a:t>
            </a:r>
            <a:endParaRPr kumimoji="0" lang="en-US" sz="1000" b="0" i="1"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4" name="Text 17">
            <a:extLst>
              <a:ext uri="{FF2B5EF4-FFF2-40B4-BE49-F238E27FC236}">
                <a16:creationId xmlns:a16="http://schemas.microsoft.com/office/drawing/2014/main" id="{55B8941E-E86F-0107-7F2A-1113C7C13661}"/>
              </a:ext>
            </a:extLst>
          </p:cNvPr>
          <p:cNvSpPr/>
          <p:nvPr/>
        </p:nvSpPr>
        <p:spPr>
          <a:xfrm>
            <a:off x="8846481" y="5634693"/>
            <a:ext cx="2753994" cy="376770"/>
          </a:xfrm>
          <a:prstGeom prst="rect">
            <a:avLst/>
          </a:prstGeom>
          <a:noFill/>
          <a:ln/>
        </p:spPr>
        <p:txBody>
          <a:bodyPr wrap="square"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1000" i="1" noProof="0">
                <a:solidFill>
                  <a:srgbClr val="1A2333"/>
                </a:solidFill>
                <a:latin typeface="Aptos" panose="020B0004020202020204" pitchFamily="34" charset="0"/>
                <a:cs typeface="Arial" pitchFamily="34" charset="-120"/>
              </a:rPr>
              <a:t>Guaranteed full transparency</a:t>
            </a:r>
            <a:br>
              <a:rPr lang="en-US" sz="1000" i="1" noProof="0">
                <a:solidFill>
                  <a:srgbClr val="1A2333"/>
                </a:solidFill>
                <a:latin typeface="Aptos" panose="020B0004020202020204" pitchFamily="34" charset="0"/>
                <a:cs typeface="Arial" pitchFamily="34" charset="-120"/>
              </a:rPr>
            </a:br>
            <a:r>
              <a:rPr lang="en-US" sz="1000" i="1" noProof="0">
                <a:solidFill>
                  <a:srgbClr val="1A2333"/>
                </a:solidFill>
                <a:latin typeface="Aptos" panose="020B0004020202020204" pitchFamily="34" charset="0"/>
                <a:cs typeface="Arial" pitchFamily="34" charset="-120"/>
              </a:rPr>
              <a:t>to participating IAG teams.</a:t>
            </a:r>
            <a:endParaRPr kumimoji="0" lang="en-US" sz="1000" b="0" i="1"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5" name="Text 17">
            <a:extLst>
              <a:ext uri="{FF2B5EF4-FFF2-40B4-BE49-F238E27FC236}">
                <a16:creationId xmlns:a16="http://schemas.microsoft.com/office/drawing/2014/main" id="{D06E023A-2D02-AFD8-39FD-66F1B91CD7A3}"/>
              </a:ext>
            </a:extLst>
          </p:cNvPr>
          <p:cNvSpPr/>
          <p:nvPr/>
        </p:nvSpPr>
        <p:spPr>
          <a:xfrm>
            <a:off x="687943" y="5634693"/>
            <a:ext cx="2753994" cy="376770"/>
          </a:xfrm>
          <a:prstGeom prst="rect">
            <a:avLst/>
          </a:prstGeom>
          <a:noFill/>
          <a:ln/>
        </p:spPr>
        <p:txBody>
          <a:bodyPr wrap="square" rtlCol="0" anchor="t"/>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1000" i="1" noProof="0">
                <a:solidFill>
                  <a:srgbClr val="1A2333"/>
                </a:solidFill>
                <a:latin typeface="Aptos" panose="020B0004020202020204" pitchFamily="34" charset="0"/>
                <a:cs typeface="Arial" pitchFamily="34" charset="-120"/>
              </a:rPr>
              <a:t>Every binding decision is validated and approved by a person.</a:t>
            </a:r>
            <a:endParaRPr kumimoji="0" lang="en-US" sz="1000" b="0" i="1"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30273064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0AAE1-829F-0E34-A720-92E39FE71ED5}"/>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1B1FC27-DDE1-017F-A012-6B70FEDB1A1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01B1FC27-DDE1-017F-A012-6B70FEDB1A1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6CA2E1D8-FDAC-AC1E-F8E6-F1A70FB913FB}"/>
              </a:ext>
            </a:extLst>
          </p:cNvPr>
          <p:cNvSpPr>
            <a:spLocks noGrp="1"/>
          </p:cNvSpPr>
          <p:nvPr>
            <p:ph type="body" sz="quarter" idx="10"/>
          </p:nvPr>
        </p:nvSpPr>
        <p:spPr>
          <a:xfrm>
            <a:off x="465722" y="1937256"/>
            <a:ext cx="1270481" cy="1154688"/>
          </a:xfrm>
          <a:prstGeom prst="rect">
            <a:avLst/>
          </a:prstGeom>
        </p:spPr>
        <p:txBody>
          <a:bodyPr vert="horz" lIns="0" tIns="0" rIns="0" bIns="0" rtlCol="0" anchor="ctr"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sz="6400" noProof="0">
                <a:solidFill>
                  <a:srgbClr val="19A3FC"/>
                </a:solidFill>
              </a:rPr>
              <a:t>04</a:t>
            </a:r>
          </a:p>
        </p:txBody>
      </p:sp>
      <p:sp>
        <p:nvSpPr>
          <p:cNvPr id="3" name="Title 12">
            <a:extLst>
              <a:ext uri="{FF2B5EF4-FFF2-40B4-BE49-F238E27FC236}">
                <a16:creationId xmlns:a16="http://schemas.microsoft.com/office/drawing/2014/main" id="{E7149AE6-0F44-AFB5-81C9-AC04434F6CCD}"/>
              </a:ext>
            </a:extLst>
          </p:cNvPr>
          <p:cNvSpPr>
            <a:spLocks noGrp="1"/>
          </p:cNvSpPr>
          <p:nvPr>
            <p:ph type="title"/>
          </p:nvPr>
        </p:nvSpPr>
        <p:spPr>
          <a:xfrm>
            <a:off x="465722" y="3006923"/>
            <a:ext cx="11446876" cy="615553"/>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sz="3400" noProof="0">
                <a:solidFill>
                  <a:schemeClr val="bg1"/>
                </a:solidFill>
              </a:rPr>
              <a:t>Project Plan &amp; Delivery Team</a:t>
            </a:r>
          </a:p>
        </p:txBody>
      </p:sp>
      <p:sp>
        <p:nvSpPr>
          <p:cNvPr id="29" name="Title 12">
            <a:extLst>
              <a:ext uri="{FF2B5EF4-FFF2-40B4-BE49-F238E27FC236}">
                <a16:creationId xmlns:a16="http://schemas.microsoft.com/office/drawing/2014/main" id="{41107B5A-D0D8-899C-CF12-DBFF76325A11}"/>
              </a:ext>
            </a:extLst>
          </p:cNvPr>
          <p:cNvSpPr txBox="1">
            <a:spLocks/>
          </p:cNvSpPr>
          <p:nvPr/>
        </p:nvSpPr>
        <p:spPr>
          <a:xfrm>
            <a:off x="465722" y="3692723"/>
            <a:ext cx="11446876" cy="400110"/>
          </a:xfrm>
          <a:prstGeom prst="rect">
            <a:avLst/>
          </a:prstGeom>
          <a:noFill/>
        </p:spPr>
        <p:txBody>
          <a:bodyPr wrap="square" lIns="0">
            <a:spAutoFit/>
          </a:bodyPr>
          <a:lstStyle>
            <a:lvl1pPr algn="ctr" defTabSz="914400" rtl="0" eaLnBrk="1" latinLnBrk="0" hangingPunct="1">
              <a:spcBef>
                <a:spcPct val="0"/>
              </a:spcBef>
              <a:buNone/>
              <a:defRPr kumimoji="0" lang="es-ES" sz="1600" b="0" i="0" u="none" strike="noStrike" kern="1200" cap="none" spc="0" normalizeH="0" baseline="0">
                <a:ln>
                  <a:noFill/>
                </a:ln>
                <a:solidFill>
                  <a:prstClr val="black"/>
                </a:solidFill>
                <a:effectLst/>
                <a:uLnTx/>
                <a:uFillTx/>
                <a:latin typeface="Aptos" panose="0211000402020202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ptos" panose="02110004020202020204"/>
                <a:ea typeface="+mn-ea"/>
                <a:cs typeface="+mn-cs"/>
              </a:rPr>
              <a:t>A </a:t>
            </a:r>
            <a:r>
              <a:rPr lang="en-US" sz="2000" noProof="0">
                <a:solidFill>
                  <a:prstClr val="white"/>
                </a:solidFill>
              </a:rPr>
              <a:t>high-level roadmap along with the expert team to be involved during the next 3 months.</a:t>
            </a: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918678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A3A97-85B1-0EEF-B521-D3A4DBC2B040}"/>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5A703246-DD99-5C45-75AB-946084B7D1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5A703246-DD99-5C45-75AB-946084B7D18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ECD7A842-712D-2B5A-8DBF-010824188F5B}"/>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indent="0">
              <a:buNone/>
            </a:pPr>
            <a:r>
              <a:rPr lang="en-US" noProof="0">
                <a:solidFill>
                  <a:srgbClr val="070F26"/>
                </a:solidFill>
                <a:latin typeface="Aptos" panose="020B0004020202020204" pitchFamily="34" charset="0"/>
                <a:ea typeface="Arial" pitchFamily="34" charset="-122"/>
                <a:cs typeface="Arial" pitchFamily="34" charset="-120"/>
              </a:rPr>
              <a:t>Tentative High-Level Roadmap</a:t>
            </a:r>
            <a:endParaRPr lang="en-US" noProof="0">
              <a:latin typeface="Aptos" panose="020B0004020202020204" pitchFamily="34" charset="0"/>
            </a:endParaRPr>
          </a:p>
          <a:p>
            <a:pPr marL="0" marR="0" lvl="0" indent="0" fontAlgn="auto">
              <a:lnSpc>
                <a:spcPct val="100000"/>
              </a:lnSpc>
              <a:spcBef>
                <a:spcPts val="0"/>
              </a:spcBef>
              <a:spcAft>
                <a:spcPts val="0"/>
              </a:spcAft>
              <a:buClrTx/>
              <a:buSzTx/>
              <a:buNone/>
              <a:tabLst/>
            </a:pPr>
            <a:endParaRPr lang="en-US" noProof="0">
              <a:latin typeface="Aptos" panose="020B0004020202020204" pitchFamily="34" charset="0"/>
            </a:endParaRPr>
          </a:p>
        </p:txBody>
      </p:sp>
      <p:sp>
        <p:nvSpPr>
          <p:cNvPr id="3" name="Title 12">
            <a:extLst>
              <a:ext uri="{FF2B5EF4-FFF2-40B4-BE49-F238E27FC236}">
                <a16:creationId xmlns:a16="http://schemas.microsoft.com/office/drawing/2014/main" id="{89B134A8-3882-72E5-F52B-A9EBDF1FF69D}"/>
              </a:ext>
            </a:extLst>
          </p:cNvPr>
          <p:cNvSpPr>
            <a:spLocks noGrp="1"/>
          </p:cNvSpPr>
          <p:nvPr>
            <p:ph type="title"/>
          </p:nvPr>
        </p:nvSpPr>
        <p:spPr>
          <a:xfrm>
            <a:off x="465722" y="794031"/>
            <a:ext cx="11446876" cy="584775"/>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latin typeface="Aptos" panose="020B0004020202020204" pitchFamily="34" charset="0"/>
              </a:rPr>
              <a:t>The project plan* has been structured in 3 main phases, designed to obtain a board-ready IT Sovereignty report after three months of work (by end of September).</a:t>
            </a:r>
          </a:p>
        </p:txBody>
      </p:sp>
      <p:graphicFrame>
        <p:nvGraphicFramePr>
          <p:cNvPr id="10" name="Tabla 7">
            <a:extLst>
              <a:ext uri="{FF2B5EF4-FFF2-40B4-BE49-F238E27FC236}">
                <a16:creationId xmlns:a16="http://schemas.microsoft.com/office/drawing/2014/main" id="{1D619EB5-3E1A-BC64-BE35-4AEB6B209F1F}"/>
              </a:ext>
            </a:extLst>
          </p:cNvPr>
          <p:cNvGraphicFramePr>
            <a:graphicFrameLocks noGrp="1"/>
          </p:cNvGraphicFramePr>
          <p:nvPr>
            <p:extLst>
              <p:ext uri="{D42A27DB-BD31-4B8C-83A1-F6EECF244321}">
                <p14:modId xmlns:p14="http://schemas.microsoft.com/office/powerpoint/2010/main" val="2390727982"/>
              </p:ext>
            </p:extLst>
          </p:nvPr>
        </p:nvGraphicFramePr>
        <p:xfrm>
          <a:off x="716343" y="1324990"/>
          <a:ext cx="9814848" cy="4648956"/>
        </p:xfrm>
        <a:graphic>
          <a:graphicData uri="http://schemas.openxmlformats.org/drawingml/2006/table">
            <a:tbl>
              <a:tblPr firstRow="1" bandRow="1">
                <a:tableStyleId>{073A0DAA-6AF3-43AB-8588-CEC1D06C72B9}</a:tableStyleId>
              </a:tblPr>
              <a:tblGrid>
                <a:gridCol w="4251024">
                  <a:extLst>
                    <a:ext uri="{9D8B030D-6E8A-4147-A177-3AD203B41FA5}">
                      <a16:colId xmlns:a16="http://schemas.microsoft.com/office/drawing/2014/main" val="1504157287"/>
                    </a:ext>
                  </a:extLst>
                </a:gridCol>
                <a:gridCol w="397416">
                  <a:extLst>
                    <a:ext uri="{9D8B030D-6E8A-4147-A177-3AD203B41FA5}">
                      <a16:colId xmlns:a16="http://schemas.microsoft.com/office/drawing/2014/main" val="80707266"/>
                    </a:ext>
                  </a:extLst>
                </a:gridCol>
                <a:gridCol w="397416">
                  <a:extLst>
                    <a:ext uri="{9D8B030D-6E8A-4147-A177-3AD203B41FA5}">
                      <a16:colId xmlns:a16="http://schemas.microsoft.com/office/drawing/2014/main" val="3765051415"/>
                    </a:ext>
                  </a:extLst>
                </a:gridCol>
                <a:gridCol w="397416">
                  <a:extLst>
                    <a:ext uri="{9D8B030D-6E8A-4147-A177-3AD203B41FA5}">
                      <a16:colId xmlns:a16="http://schemas.microsoft.com/office/drawing/2014/main" val="2124524410"/>
                    </a:ext>
                  </a:extLst>
                </a:gridCol>
                <a:gridCol w="397416">
                  <a:extLst>
                    <a:ext uri="{9D8B030D-6E8A-4147-A177-3AD203B41FA5}">
                      <a16:colId xmlns:a16="http://schemas.microsoft.com/office/drawing/2014/main" val="1322795949"/>
                    </a:ext>
                  </a:extLst>
                </a:gridCol>
                <a:gridCol w="397416">
                  <a:extLst>
                    <a:ext uri="{9D8B030D-6E8A-4147-A177-3AD203B41FA5}">
                      <a16:colId xmlns:a16="http://schemas.microsoft.com/office/drawing/2014/main" val="1589805052"/>
                    </a:ext>
                  </a:extLst>
                </a:gridCol>
                <a:gridCol w="397416">
                  <a:extLst>
                    <a:ext uri="{9D8B030D-6E8A-4147-A177-3AD203B41FA5}">
                      <a16:colId xmlns:a16="http://schemas.microsoft.com/office/drawing/2014/main" val="488287955"/>
                    </a:ext>
                  </a:extLst>
                </a:gridCol>
                <a:gridCol w="397416">
                  <a:extLst>
                    <a:ext uri="{9D8B030D-6E8A-4147-A177-3AD203B41FA5}">
                      <a16:colId xmlns:a16="http://schemas.microsoft.com/office/drawing/2014/main" val="3058449764"/>
                    </a:ext>
                  </a:extLst>
                </a:gridCol>
                <a:gridCol w="397416">
                  <a:extLst>
                    <a:ext uri="{9D8B030D-6E8A-4147-A177-3AD203B41FA5}">
                      <a16:colId xmlns:a16="http://schemas.microsoft.com/office/drawing/2014/main" val="2420296490"/>
                    </a:ext>
                  </a:extLst>
                </a:gridCol>
                <a:gridCol w="397416">
                  <a:extLst>
                    <a:ext uri="{9D8B030D-6E8A-4147-A177-3AD203B41FA5}">
                      <a16:colId xmlns:a16="http://schemas.microsoft.com/office/drawing/2014/main" val="2291489927"/>
                    </a:ext>
                  </a:extLst>
                </a:gridCol>
                <a:gridCol w="397416">
                  <a:extLst>
                    <a:ext uri="{9D8B030D-6E8A-4147-A177-3AD203B41FA5}">
                      <a16:colId xmlns:a16="http://schemas.microsoft.com/office/drawing/2014/main" val="986829856"/>
                    </a:ext>
                  </a:extLst>
                </a:gridCol>
                <a:gridCol w="397416">
                  <a:extLst>
                    <a:ext uri="{9D8B030D-6E8A-4147-A177-3AD203B41FA5}">
                      <a16:colId xmlns:a16="http://schemas.microsoft.com/office/drawing/2014/main" val="856042556"/>
                    </a:ext>
                  </a:extLst>
                </a:gridCol>
                <a:gridCol w="397416">
                  <a:extLst>
                    <a:ext uri="{9D8B030D-6E8A-4147-A177-3AD203B41FA5}">
                      <a16:colId xmlns:a16="http://schemas.microsoft.com/office/drawing/2014/main" val="3175290930"/>
                    </a:ext>
                  </a:extLst>
                </a:gridCol>
                <a:gridCol w="397416">
                  <a:extLst>
                    <a:ext uri="{9D8B030D-6E8A-4147-A177-3AD203B41FA5}">
                      <a16:colId xmlns:a16="http://schemas.microsoft.com/office/drawing/2014/main" val="4184601790"/>
                    </a:ext>
                  </a:extLst>
                </a:gridCol>
                <a:gridCol w="397416">
                  <a:extLst>
                    <a:ext uri="{9D8B030D-6E8A-4147-A177-3AD203B41FA5}">
                      <a16:colId xmlns:a16="http://schemas.microsoft.com/office/drawing/2014/main" val="1215569687"/>
                    </a:ext>
                  </a:extLst>
                </a:gridCol>
              </a:tblGrid>
              <a:tr h="387413">
                <a:tc>
                  <a:txBody>
                    <a:bodyPr/>
                    <a:lstStyle/>
                    <a:p>
                      <a:endParaRPr lang="en-US" sz="1400" b="1" i="0" noProof="0">
                        <a:solidFill>
                          <a:schemeClr val="tx1"/>
                        </a:solidFill>
                        <a:latin typeface="Aptos" panose="020B0004020202020204" pitchFamily="34" charset="0"/>
                      </a:endParaRPr>
                    </a:p>
                  </a:txBody>
                  <a:tcPr anchor="ctr">
                    <a:solidFill>
                      <a:schemeClr val="bg1"/>
                    </a:solidFill>
                  </a:tcPr>
                </a:tc>
                <a:tc gridSpan="5">
                  <a:txBody>
                    <a:bodyPr/>
                    <a:lstStyle/>
                    <a:p>
                      <a:pPr algn="ctr"/>
                      <a:r>
                        <a:rPr lang="en-US" sz="1400" b="1" i="0" noProof="0">
                          <a:solidFill>
                            <a:schemeClr val="tx1"/>
                          </a:solidFill>
                          <a:latin typeface="Aptos" panose="020B0004020202020204" pitchFamily="34" charset="0"/>
                        </a:rPr>
                        <a:t>JULY</a:t>
                      </a:r>
                    </a:p>
                  </a:txBody>
                  <a:tcPr anchor="ctr">
                    <a:solidFill>
                      <a:srgbClr val="ACC2DD"/>
                    </a:solidFill>
                  </a:tcPr>
                </a:tc>
                <a:tc hMerge="1">
                  <a:txBody>
                    <a:bodyPr/>
                    <a:lstStyle/>
                    <a:p>
                      <a:endParaRPr lang="es-ES" sz="1000"/>
                    </a:p>
                  </a:txBody>
                  <a:tcPr/>
                </a:tc>
                <a:tc hMerge="1">
                  <a:txBody>
                    <a:bodyPr/>
                    <a:lstStyle/>
                    <a:p>
                      <a:endParaRPr lang="es-ES"/>
                    </a:p>
                  </a:txBody>
                  <a:tcPr/>
                </a:tc>
                <a:tc hMerge="1">
                  <a:txBody>
                    <a:bodyPr/>
                    <a:lstStyle/>
                    <a:p>
                      <a:endParaRPr lang="es-ES" sz="1000"/>
                    </a:p>
                  </a:txBody>
                  <a:tcPr/>
                </a:tc>
                <a:tc hMerge="1">
                  <a:txBody>
                    <a:bodyPr/>
                    <a:lstStyle/>
                    <a:p>
                      <a:endParaRPr lang="es-ES" sz="1000"/>
                    </a:p>
                  </a:txBody>
                  <a:tcPr/>
                </a:tc>
                <a:tc gridSpan="4">
                  <a:txBody>
                    <a:bodyPr/>
                    <a:lstStyle/>
                    <a:p>
                      <a:pPr algn="ctr"/>
                      <a:r>
                        <a:rPr lang="en-US" sz="1400" b="1" i="0" noProof="0">
                          <a:solidFill>
                            <a:schemeClr val="tx1"/>
                          </a:solidFill>
                          <a:latin typeface="Aptos" panose="020B0004020202020204" pitchFamily="34" charset="0"/>
                        </a:rPr>
                        <a:t>AUGUST</a:t>
                      </a:r>
                    </a:p>
                  </a:txBody>
                  <a:tcPr anchor="ctr">
                    <a:solidFill>
                      <a:srgbClr val="ACC2DD"/>
                    </a:solidFill>
                  </a:tcPr>
                </a:tc>
                <a:tc hMerge="1">
                  <a:txBody>
                    <a:bodyPr/>
                    <a:lstStyle/>
                    <a:p>
                      <a:endParaRPr lang="es-ES" sz="1000"/>
                    </a:p>
                  </a:txBody>
                  <a:tcPr/>
                </a:tc>
                <a:tc hMerge="1">
                  <a:txBody>
                    <a:bodyPr/>
                    <a:lstStyle/>
                    <a:p>
                      <a:endParaRPr lang="es-ES" sz="1000"/>
                    </a:p>
                  </a:txBody>
                  <a:tcPr/>
                </a:tc>
                <a:tc hMerge="1">
                  <a:txBody>
                    <a:bodyPr/>
                    <a:lstStyle/>
                    <a:p>
                      <a:endParaRPr lang="es-ES" sz="1000"/>
                    </a:p>
                  </a:txBody>
                  <a:tcPr/>
                </a:tc>
                <a:tc gridSpan="5">
                  <a:txBody>
                    <a:bodyPr/>
                    <a:lstStyle/>
                    <a:p>
                      <a:pPr algn="ctr"/>
                      <a:r>
                        <a:rPr lang="en-US" sz="1400" b="1" i="0" noProof="0">
                          <a:solidFill>
                            <a:schemeClr val="tx1"/>
                          </a:solidFill>
                          <a:latin typeface="Aptos" panose="020B0004020202020204" pitchFamily="34" charset="0"/>
                        </a:rPr>
                        <a:t>SEPTEMBER</a:t>
                      </a:r>
                    </a:p>
                  </a:txBody>
                  <a:tcPr anchor="ctr">
                    <a:solidFill>
                      <a:srgbClr val="ACC2DD"/>
                    </a:solidFill>
                  </a:tcPr>
                </a:tc>
                <a:tc hMerge="1">
                  <a:txBody>
                    <a:bodyPr/>
                    <a:lstStyle/>
                    <a:p>
                      <a:pPr algn="ctr"/>
                      <a:endParaRPr lang="es-ES" sz="800" noProof="0"/>
                    </a:p>
                  </a:txBody>
                  <a:tcPr anchor="ctr"/>
                </a:tc>
                <a:tc hMerge="1">
                  <a:txBody>
                    <a:bodyPr/>
                    <a:lstStyle/>
                    <a:p>
                      <a:endParaRPr lang="es-ES"/>
                    </a:p>
                  </a:txBody>
                  <a:tcPr/>
                </a:tc>
                <a:tc hMerge="1">
                  <a:txBody>
                    <a:bodyPr/>
                    <a:lstStyle/>
                    <a:p>
                      <a:pPr algn="ctr"/>
                      <a:endParaRPr lang="es-ES" sz="800" noProof="0"/>
                    </a:p>
                  </a:txBody>
                  <a:tcPr anchor="ctr"/>
                </a:tc>
                <a:tc hMerge="1">
                  <a:txBody>
                    <a:bodyPr/>
                    <a:lstStyle/>
                    <a:p>
                      <a:pPr algn="ctr"/>
                      <a:endParaRPr lang="es-ES" sz="800" noProof="0"/>
                    </a:p>
                  </a:txBody>
                  <a:tcPr anchor="ctr"/>
                </a:tc>
                <a:extLst>
                  <a:ext uri="{0D108BD9-81ED-4DB2-BD59-A6C34878D82A}">
                    <a16:rowId xmlns:a16="http://schemas.microsoft.com/office/drawing/2014/main" val="690763505"/>
                  </a:ext>
                </a:extLst>
              </a:tr>
              <a:tr h="387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i="0" noProof="0">
                        <a:solidFill>
                          <a:schemeClr val="tx1"/>
                        </a:solidFill>
                        <a:latin typeface="Aptos" panose="020B0004020202020204" pitchFamily="34" charset="0"/>
                      </a:endParaRPr>
                    </a:p>
                  </a:txBody>
                  <a:tcPr anchor="ctr">
                    <a:solidFill>
                      <a:schemeClr val="bg1"/>
                    </a:solidFill>
                  </a:tcPr>
                </a:tc>
                <a:tc>
                  <a:txBody>
                    <a:bodyPr/>
                    <a:lstStyle/>
                    <a:p>
                      <a:pPr algn="ctr"/>
                      <a:r>
                        <a:rPr lang="en-US" sz="800" b="1" i="0" noProof="0">
                          <a:solidFill>
                            <a:schemeClr val="tx1"/>
                          </a:solidFill>
                          <a:latin typeface="Aptos" panose="020B0004020202020204" pitchFamily="34" charset="0"/>
                        </a:rPr>
                        <a:t>29/06</a:t>
                      </a:r>
                      <a:br>
                        <a:rPr lang="en-US" sz="800" b="1" i="0" noProof="0">
                          <a:solidFill>
                            <a:schemeClr val="tx1"/>
                          </a:solidFill>
                          <a:latin typeface="Aptos" panose="020B0004020202020204" pitchFamily="34" charset="0"/>
                        </a:rPr>
                      </a:br>
                      <a:r>
                        <a:rPr lang="en-US" sz="800" b="1" i="0" noProof="0">
                          <a:solidFill>
                            <a:schemeClr val="tx1"/>
                          </a:solidFill>
                          <a:latin typeface="Aptos" panose="020B0004020202020204" pitchFamily="34" charset="0"/>
                        </a:rPr>
                        <a:t>~03/07</a:t>
                      </a:r>
                    </a:p>
                  </a:txBody>
                  <a:tcPr marL="0" marR="0" marT="36000" marB="36000" anchor="ctr">
                    <a:solidFill>
                      <a:srgbClr val="ACC2DD"/>
                    </a:solidFill>
                  </a:tcPr>
                </a:tc>
                <a:tc>
                  <a:txBody>
                    <a:bodyPr/>
                    <a:lstStyle/>
                    <a:p>
                      <a:pPr algn="ctr"/>
                      <a:r>
                        <a:rPr lang="en-US" sz="800" b="1" i="0" noProof="0">
                          <a:solidFill>
                            <a:schemeClr val="tx1"/>
                          </a:solidFill>
                          <a:latin typeface="Aptos" panose="020B0004020202020204" pitchFamily="34" charset="0"/>
                        </a:rPr>
                        <a:t>06/07 ~10/07 </a:t>
                      </a:r>
                    </a:p>
                  </a:txBody>
                  <a:tcPr marL="0" marR="0" marT="36000" marB="36000" anchor="ctr">
                    <a:solidFill>
                      <a:srgbClr val="ACC2DD"/>
                    </a:solidFill>
                  </a:tcPr>
                </a:tc>
                <a:tc>
                  <a:txBody>
                    <a:bodyPr/>
                    <a:lstStyle/>
                    <a:p>
                      <a:pPr algn="ctr"/>
                      <a:r>
                        <a:rPr lang="en-US" sz="800" b="1" i="0" noProof="0">
                          <a:solidFill>
                            <a:schemeClr val="tx1"/>
                          </a:solidFill>
                          <a:latin typeface="Aptos" panose="020B0004020202020204" pitchFamily="34" charset="0"/>
                        </a:rPr>
                        <a:t>13/07 </a:t>
                      </a:r>
                    </a:p>
                    <a:p>
                      <a:pPr algn="ctr"/>
                      <a:r>
                        <a:rPr lang="en-US" sz="800" b="1" i="0" noProof="0">
                          <a:solidFill>
                            <a:schemeClr val="tx1"/>
                          </a:solidFill>
                          <a:latin typeface="Aptos" panose="020B0004020202020204" pitchFamily="34" charset="0"/>
                        </a:rPr>
                        <a:t>~17/07</a:t>
                      </a:r>
                    </a:p>
                  </a:txBody>
                  <a:tcPr marL="0" marR="0" marT="36000" marB="36000" anchor="ctr">
                    <a:solidFill>
                      <a:srgbClr val="ACC2DD"/>
                    </a:solidFill>
                  </a:tcPr>
                </a:tc>
                <a:tc>
                  <a:txBody>
                    <a:bodyPr/>
                    <a:lstStyle/>
                    <a:p>
                      <a:pPr algn="ctr"/>
                      <a:r>
                        <a:rPr lang="en-US" sz="800" b="1" i="0" noProof="0">
                          <a:solidFill>
                            <a:schemeClr val="tx1"/>
                          </a:solidFill>
                          <a:latin typeface="Aptos" panose="020B0004020202020204" pitchFamily="34" charset="0"/>
                        </a:rPr>
                        <a:t>20/07</a:t>
                      </a:r>
                    </a:p>
                    <a:p>
                      <a:pPr algn="ctr"/>
                      <a:r>
                        <a:rPr lang="en-US" sz="800" b="1" i="0" noProof="0">
                          <a:solidFill>
                            <a:schemeClr val="tx1"/>
                          </a:solidFill>
                          <a:latin typeface="Aptos" panose="020B0004020202020204" pitchFamily="34" charset="0"/>
                        </a:rPr>
                        <a:t>~24/07</a:t>
                      </a:r>
                    </a:p>
                  </a:txBody>
                  <a:tcPr marL="0" marR="0" marT="36000" marB="36000" anchor="ctr">
                    <a:solidFill>
                      <a:srgbClr val="ACC2DD"/>
                    </a:solidFill>
                  </a:tcPr>
                </a:tc>
                <a:tc>
                  <a:txBody>
                    <a:bodyPr/>
                    <a:lstStyle/>
                    <a:p>
                      <a:pPr algn="ctr"/>
                      <a:r>
                        <a:rPr lang="en-US" sz="800" b="1" i="0" kern="1200" noProof="0">
                          <a:solidFill>
                            <a:schemeClr val="tx1"/>
                          </a:solidFill>
                          <a:latin typeface="Aptos" panose="020B0004020202020204" pitchFamily="34" charset="0"/>
                          <a:ea typeface="+mn-ea"/>
                          <a:cs typeface="+mn-cs"/>
                        </a:rPr>
                        <a:t>27/07 </a:t>
                      </a:r>
                    </a:p>
                    <a:p>
                      <a:pPr algn="ctr"/>
                      <a:r>
                        <a:rPr lang="en-US" sz="800" b="1" i="0" noProof="0">
                          <a:solidFill>
                            <a:schemeClr val="tx1"/>
                          </a:solidFill>
                          <a:latin typeface="Aptos" panose="020B0004020202020204" pitchFamily="34" charset="0"/>
                        </a:rPr>
                        <a:t>~31/07</a:t>
                      </a:r>
                      <a:endParaRPr lang="en-US" sz="800" b="1" i="0" kern="1200" noProof="0">
                        <a:solidFill>
                          <a:schemeClr val="tx1"/>
                        </a:solidFill>
                        <a:latin typeface="Aptos" panose="020B0004020202020204" pitchFamily="34" charset="0"/>
                        <a:ea typeface="+mn-ea"/>
                        <a:cs typeface="+mn-cs"/>
                      </a:endParaRPr>
                    </a:p>
                  </a:txBody>
                  <a:tcPr marL="0" marR="0" marT="36000" marB="36000" anchor="ctr">
                    <a:solidFill>
                      <a:srgbClr val="ACC2DD"/>
                    </a:solidFill>
                  </a:tcPr>
                </a:tc>
                <a:tc>
                  <a:txBody>
                    <a:bodyPr/>
                    <a:lstStyle/>
                    <a:p>
                      <a:pPr algn="ctr"/>
                      <a:r>
                        <a:rPr lang="en-US" sz="800" b="1" i="0" kern="1200" noProof="0">
                          <a:solidFill>
                            <a:schemeClr val="tx1"/>
                          </a:solidFill>
                          <a:latin typeface="Aptos" panose="020B0004020202020204" pitchFamily="34" charset="0"/>
                          <a:ea typeface="+mn-ea"/>
                          <a:cs typeface="+mn-cs"/>
                        </a:rPr>
                        <a:t>03/08</a:t>
                      </a:r>
                    </a:p>
                    <a:p>
                      <a:pPr algn="ctr"/>
                      <a:r>
                        <a:rPr lang="en-US" sz="800" b="1" i="0" noProof="0">
                          <a:solidFill>
                            <a:schemeClr val="tx1"/>
                          </a:solidFill>
                          <a:latin typeface="Aptos" panose="020B0004020202020204" pitchFamily="34" charset="0"/>
                        </a:rPr>
                        <a:t>~07/08</a:t>
                      </a:r>
                      <a:endParaRPr lang="en-US" sz="800" b="1" i="0" kern="1200" noProof="0">
                        <a:solidFill>
                          <a:schemeClr val="tx1"/>
                        </a:solidFill>
                        <a:latin typeface="Aptos" panose="020B0004020202020204" pitchFamily="34" charset="0"/>
                        <a:ea typeface="+mn-ea"/>
                        <a:cs typeface="+mn-cs"/>
                      </a:endParaRPr>
                    </a:p>
                  </a:txBody>
                  <a:tcPr marL="0" marR="0" marT="36000" marB="36000" anchor="ctr">
                    <a:solidFill>
                      <a:srgbClr val="ACC2DD"/>
                    </a:solidFill>
                  </a:tcPr>
                </a:tc>
                <a:tc>
                  <a:txBody>
                    <a:bodyPr/>
                    <a:lstStyle/>
                    <a:p>
                      <a:pPr algn="ctr"/>
                      <a:r>
                        <a:rPr lang="en-US" sz="800" b="1" i="0" kern="1200" noProof="0">
                          <a:solidFill>
                            <a:schemeClr val="tx1"/>
                          </a:solidFill>
                          <a:latin typeface="Aptos" panose="020B0004020202020204" pitchFamily="34" charset="0"/>
                          <a:ea typeface="+mn-ea"/>
                          <a:cs typeface="+mn-cs"/>
                        </a:rPr>
                        <a:t>10/08</a:t>
                      </a:r>
                    </a:p>
                    <a:p>
                      <a:pPr algn="ctr"/>
                      <a:r>
                        <a:rPr lang="en-US" sz="800" b="1" i="0" noProof="0">
                          <a:solidFill>
                            <a:schemeClr val="tx1"/>
                          </a:solidFill>
                          <a:latin typeface="Aptos" panose="020B0004020202020204" pitchFamily="34" charset="0"/>
                        </a:rPr>
                        <a:t>~14/08</a:t>
                      </a:r>
                      <a:endParaRPr lang="en-US" sz="800" b="1" i="0" kern="1200" noProof="0">
                        <a:solidFill>
                          <a:schemeClr val="tx1"/>
                        </a:solidFill>
                        <a:latin typeface="Aptos" panose="020B0004020202020204" pitchFamily="34" charset="0"/>
                        <a:ea typeface="+mn-ea"/>
                        <a:cs typeface="+mn-cs"/>
                      </a:endParaRPr>
                    </a:p>
                  </a:txBody>
                  <a:tcPr marL="0" marR="0" marT="36000" marB="36000" anchor="ctr">
                    <a:solidFill>
                      <a:srgbClr val="ACC2DD"/>
                    </a:solidFill>
                  </a:tcPr>
                </a:tc>
                <a:tc>
                  <a:txBody>
                    <a:bodyPr/>
                    <a:lstStyle/>
                    <a:p>
                      <a:pPr algn="ctr"/>
                      <a:r>
                        <a:rPr lang="en-US" sz="800" b="1" i="0" kern="1200" noProof="0">
                          <a:solidFill>
                            <a:schemeClr val="tx1"/>
                          </a:solidFill>
                          <a:latin typeface="Aptos" panose="020B0004020202020204" pitchFamily="34" charset="0"/>
                          <a:ea typeface="+mn-ea"/>
                          <a:cs typeface="+mn-cs"/>
                        </a:rPr>
                        <a:t>17/08</a:t>
                      </a:r>
                    </a:p>
                    <a:p>
                      <a:pPr algn="ctr"/>
                      <a:r>
                        <a:rPr lang="en-US" sz="800" b="1" i="0" noProof="0">
                          <a:solidFill>
                            <a:schemeClr val="tx1"/>
                          </a:solidFill>
                          <a:latin typeface="Aptos" panose="020B0004020202020204" pitchFamily="34" charset="0"/>
                        </a:rPr>
                        <a:t>~21/08</a:t>
                      </a:r>
                      <a:endParaRPr lang="en-US" sz="800" b="1" i="0" kern="1200" noProof="0">
                        <a:solidFill>
                          <a:schemeClr val="tx1"/>
                        </a:solidFill>
                        <a:latin typeface="Aptos" panose="020B0004020202020204" pitchFamily="34" charset="0"/>
                        <a:ea typeface="+mn-ea"/>
                        <a:cs typeface="+mn-cs"/>
                      </a:endParaRPr>
                    </a:p>
                  </a:txBody>
                  <a:tcPr marL="0" marR="0" marT="36000" marB="36000" anchor="ctr">
                    <a:solidFill>
                      <a:srgbClr val="ACC2DD"/>
                    </a:solidFill>
                  </a:tcPr>
                </a:tc>
                <a:tc>
                  <a:txBody>
                    <a:bodyPr/>
                    <a:lstStyle/>
                    <a:p>
                      <a:pPr algn="ctr"/>
                      <a:r>
                        <a:rPr lang="en-US" sz="800" b="1" i="0" noProof="0">
                          <a:solidFill>
                            <a:schemeClr val="tx1"/>
                          </a:solidFill>
                          <a:latin typeface="Aptos" panose="020B0004020202020204" pitchFamily="34" charset="0"/>
                        </a:rPr>
                        <a:t>24/08</a:t>
                      </a:r>
                    </a:p>
                    <a:p>
                      <a:pPr algn="ctr"/>
                      <a:r>
                        <a:rPr lang="en-US" sz="800" b="1" i="0" noProof="0">
                          <a:solidFill>
                            <a:schemeClr val="tx1"/>
                          </a:solidFill>
                          <a:latin typeface="Aptos" panose="020B0004020202020204" pitchFamily="34" charset="0"/>
                        </a:rPr>
                        <a:t>~28/08</a:t>
                      </a:r>
                    </a:p>
                  </a:txBody>
                  <a:tcPr marL="0" marR="0" marT="36000" marB="36000" anchor="ctr">
                    <a:solidFill>
                      <a:srgbClr val="ACC2DD"/>
                    </a:solidFill>
                  </a:tcPr>
                </a:tc>
                <a:tc>
                  <a:txBody>
                    <a:bodyPr/>
                    <a:lstStyle/>
                    <a:p>
                      <a:pPr algn="ctr"/>
                      <a:r>
                        <a:rPr lang="en-US" sz="800" b="1" i="0" noProof="0">
                          <a:solidFill>
                            <a:schemeClr val="tx1"/>
                          </a:solidFill>
                          <a:latin typeface="Aptos" panose="020B0004020202020204" pitchFamily="34" charset="0"/>
                        </a:rPr>
                        <a:t>31/08</a:t>
                      </a:r>
                    </a:p>
                    <a:p>
                      <a:pPr algn="ctr"/>
                      <a:r>
                        <a:rPr lang="en-US" sz="800" b="1" i="0" noProof="0">
                          <a:solidFill>
                            <a:schemeClr val="tx1"/>
                          </a:solidFill>
                          <a:latin typeface="Aptos" panose="020B0004020202020204" pitchFamily="34" charset="0"/>
                        </a:rPr>
                        <a:t>~04/09</a:t>
                      </a:r>
                    </a:p>
                  </a:txBody>
                  <a:tcPr marL="0" marR="0" marT="36000" marB="36000" anchor="ctr">
                    <a:solidFill>
                      <a:srgbClr val="ACC2DD"/>
                    </a:solidFill>
                  </a:tcPr>
                </a:tc>
                <a:tc>
                  <a:txBody>
                    <a:bodyPr/>
                    <a:lstStyle/>
                    <a:p>
                      <a:pPr algn="ctr"/>
                      <a:r>
                        <a:rPr lang="en-US" sz="800" b="1" i="0" noProof="0">
                          <a:solidFill>
                            <a:schemeClr val="tx1"/>
                          </a:solidFill>
                          <a:latin typeface="Aptos" panose="020B0004020202020204" pitchFamily="34" charset="0"/>
                        </a:rPr>
                        <a:t>07/09</a:t>
                      </a:r>
                    </a:p>
                    <a:p>
                      <a:pPr algn="ctr"/>
                      <a:r>
                        <a:rPr lang="en-US" sz="800" b="1" i="0" noProof="0">
                          <a:solidFill>
                            <a:schemeClr val="tx1"/>
                          </a:solidFill>
                          <a:latin typeface="Aptos" panose="020B0004020202020204" pitchFamily="34" charset="0"/>
                        </a:rPr>
                        <a:t>~11/09</a:t>
                      </a:r>
                    </a:p>
                  </a:txBody>
                  <a:tcPr marL="0" marR="0" marT="36000" marB="36000" anchor="ctr">
                    <a:solidFill>
                      <a:srgbClr val="ACC2DD"/>
                    </a:solidFill>
                  </a:tcPr>
                </a:tc>
                <a:tc>
                  <a:txBody>
                    <a:bodyPr/>
                    <a:lstStyle/>
                    <a:p>
                      <a:pPr algn="ctr"/>
                      <a:r>
                        <a:rPr lang="en-US" sz="800" b="1" i="0" noProof="0">
                          <a:solidFill>
                            <a:schemeClr val="tx1"/>
                          </a:solidFill>
                          <a:latin typeface="Aptos" panose="020B0004020202020204" pitchFamily="34" charset="0"/>
                        </a:rPr>
                        <a:t>14/09</a:t>
                      </a:r>
                    </a:p>
                    <a:p>
                      <a:pPr algn="ctr"/>
                      <a:r>
                        <a:rPr lang="en-US" sz="800" b="1" i="0" noProof="0">
                          <a:solidFill>
                            <a:schemeClr val="tx1"/>
                          </a:solidFill>
                          <a:latin typeface="Aptos" panose="020B0004020202020204" pitchFamily="34" charset="0"/>
                        </a:rPr>
                        <a:t>~18/09</a:t>
                      </a:r>
                    </a:p>
                  </a:txBody>
                  <a:tcPr marL="0" marR="0" marT="36000" marB="36000" anchor="ctr">
                    <a:solidFill>
                      <a:srgbClr val="ACC2DD"/>
                    </a:solidFill>
                  </a:tcPr>
                </a:tc>
                <a:tc>
                  <a:txBody>
                    <a:bodyPr/>
                    <a:lstStyle/>
                    <a:p>
                      <a:pPr algn="ctr"/>
                      <a:r>
                        <a:rPr lang="en-US" sz="800" b="1" i="0" noProof="0">
                          <a:solidFill>
                            <a:schemeClr val="tx1"/>
                          </a:solidFill>
                          <a:latin typeface="Aptos" panose="020B0004020202020204" pitchFamily="34" charset="0"/>
                        </a:rPr>
                        <a:t>21/09</a:t>
                      </a:r>
                    </a:p>
                    <a:p>
                      <a:pPr algn="ctr"/>
                      <a:r>
                        <a:rPr lang="en-US" sz="800" b="1" i="0" noProof="0">
                          <a:solidFill>
                            <a:schemeClr val="tx1"/>
                          </a:solidFill>
                          <a:latin typeface="Aptos" panose="020B0004020202020204" pitchFamily="34" charset="0"/>
                        </a:rPr>
                        <a:t>~25/09</a:t>
                      </a:r>
                    </a:p>
                  </a:txBody>
                  <a:tcPr marL="0" marR="0" marT="36000" marB="36000" anchor="ctr">
                    <a:solidFill>
                      <a:srgbClr val="ACC2DD"/>
                    </a:solidFill>
                  </a:tcPr>
                </a:tc>
                <a:tc>
                  <a:txBody>
                    <a:bodyPr/>
                    <a:lstStyle/>
                    <a:p>
                      <a:pPr algn="ctr"/>
                      <a:r>
                        <a:rPr lang="en-US" sz="800" b="1" i="0" noProof="0">
                          <a:solidFill>
                            <a:schemeClr val="tx1"/>
                          </a:solidFill>
                          <a:latin typeface="Aptos" panose="020B0004020202020204" pitchFamily="34" charset="0"/>
                        </a:rPr>
                        <a:t>28/09</a:t>
                      </a:r>
                    </a:p>
                    <a:p>
                      <a:pPr algn="ctr"/>
                      <a:r>
                        <a:rPr lang="en-US" sz="800" b="1" i="0" noProof="0">
                          <a:solidFill>
                            <a:schemeClr val="tx1"/>
                          </a:solidFill>
                          <a:latin typeface="Aptos" panose="020B0004020202020204" pitchFamily="34" charset="0"/>
                        </a:rPr>
                        <a:t>~02/10</a:t>
                      </a:r>
                    </a:p>
                  </a:txBody>
                  <a:tcPr marL="0" marR="0" marT="36000" marB="36000" anchor="ctr">
                    <a:solidFill>
                      <a:srgbClr val="ACC2DD"/>
                    </a:solidFill>
                  </a:tcPr>
                </a:tc>
                <a:extLst>
                  <a:ext uri="{0D108BD9-81ED-4DB2-BD59-A6C34878D82A}">
                    <a16:rowId xmlns:a16="http://schemas.microsoft.com/office/drawing/2014/main" val="277617624"/>
                  </a:ext>
                </a:extLst>
              </a:tr>
              <a:tr h="387413">
                <a:tc>
                  <a:txBody>
                    <a:bodyPr/>
                    <a:lstStyle/>
                    <a:p>
                      <a:r>
                        <a:rPr lang="en-US" sz="1200" b="1" i="0" noProof="0">
                          <a:solidFill>
                            <a:schemeClr val="bg1"/>
                          </a:solidFill>
                          <a:latin typeface="Aptos" panose="020B0004020202020204" pitchFamily="34" charset="0"/>
                        </a:rPr>
                        <a:t>Phase 1 - Systems Scope &amp; Risk Clustering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005B96"/>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005B96"/>
                    </a:solidFill>
                  </a:tcPr>
                </a:tc>
                <a:tc>
                  <a:txBody>
                    <a:bodyPr/>
                    <a:lstStyle/>
                    <a:p>
                      <a:endParaRPr lang="en-US" sz="1000" i="0" noProof="0">
                        <a:latin typeface="Aptos" panose="020B0004020202020204" pitchFamily="34" charset="0"/>
                      </a:endParaRPr>
                    </a:p>
                  </a:txBody>
                  <a:tcPr>
                    <a:solidFill>
                      <a:srgbClr val="005B96"/>
                    </a:solidFill>
                  </a:tcPr>
                </a:tc>
                <a:tc>
                  <a:txBody>
                    <a:bodyPr/>
                    <a:lstStyle/>
                    <a:p>
                      <a:endParaRPr lang="en-US" sz="1000" i="0" noProof="0">
                        <a:latin typeface="Aptos" panose="020B0004020202020204" pitchFamily="34" charset="0"/>
                      </a:endParaRPr>
                    </a:p>
                  </a:txBody>
                  <a:tcPr>
                    <a:solidFill>
                      <a:srgbClr val="005B96"/>
                    </a:solidFill>
                  </a:tcPr>
                </a:tc>
                <a:tc>
                  <a:txBody>
                    <a:bodyPr/>
                    <a:lstStyle/>
                    <a:p>
                      <a:endParaRPr lang="en-US" sz="1000" i="0" noProof="0">
                        <a:latin typeface="Aptos" panose="020B0004020202020204" pitchFamily="34" charset="0"/>
                      </a:endParaRPr>
                    </a:p>
                  </a:txBody>
                  <a:tcPr>
                    <a:solidFill>
                      <a:srgbClr val="005B96"/>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005B96"/>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E7E7E7"/>
                    </a:solidFill>
                  </a:tcPr>
                </a:tc>
                <a:tc>
                  <a:txBody>
                    <a:bodyPr/>
                    <a:lstStyle/>
                    <a:p>
                      <a:endParaRPr lang="en-US" sz="1000" i="0" noProof="0">
                        <a:latin typeface="Aptos" panose="020B0004020202020204" pitchFamily="34" charset="0"/>
                      </a:endParaRPr>
                    </a:p>
                  </a:txBody>
                  <a:tcPr>
                    <a:solidFill>
                      <a:srgbClr val="E7E7E7"/>
                    </a:solidFill>
                  </a:tcPr>
                </a:tc>
                <a:tc>
                  <a:txBody>
                    <a:bodyPr/>
                    <a:lstStyle/>
                    <a:p>
                      <a:endParaRPr lang="en-US" sz="1000" i="0" noProof="0">
                        <a:latin typeface="Aptos" panose="020B0004020202020204" pitchFamily="34" charset="0"/>
                      </a:endParaRPr>
                    </a:p>
                  </a:txBody>
                  <a:tcPr>
                    <a:solidFill>
                      <a:srgbClr val="E7E7E7"/>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E7E7E7"/>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E7E7E7"/>
                    </a:solidFill>
                  </a:tcPr>
                </a:tc>
                <a:tc>
                  <a:txBody>
                    <a:bodyPr/>
                    <a:lstStyle/>
                    <a:p>
                      <a:endParaRPr lang="en-US" sz="1000" i="0" noProof="0">
                        <a:latin typeface="Aptos" panose="020B0004020202020204" pitchFamily="34" charset="0"/>
                      </a:endParaRPr>
                    </a:p>
                  </a:txBody>
                  <a:tcPr>
                    <a:solidFill>
                      <a:srgbClr val="E7E7E7"/>
                    </a:solidFill>
                  </a:tcPr>
                </a:tc>
                <a:tc>
                  <a:txBody>
                    <a:bodyPr/>
                    <a:lstStyle/>
                    <a:p>
                      <a:endParaRPr lang="en-US" sz="1000" i="0" noProof="0">
                        <a:latin typeface="Aptos" panose="020B0004020202020204" pitchFamily="34" charset="0"/>
                      </a:endParaRPr>
                    </a:p>
                  </a:txBody>
                  <a:tcPr>
                    <a:solidFill>
                      <a:srgbClr val="E7E7E7"/>
                    </a:solidFill>
                  </a:tcPr>
                </a:tc>
                <a:tc>
                  <a:txBody>
                    <a:bodyPr/>
                    <a:lstStyle/>
                    <a:p>
                      <a:endParaRPr lang="en-US" sz="1000" i="0" noProof="0">
                        <a:latin typeface="Aptos" panose="020B0004020202020204" pitchFamily="34" charset="0"/>
                      </a:endParaRPr>
                    </a:p>
                  </a:txBody>
                  <a:tcPr>
                    <a:solidFill>
                      <a:srgbClr val="E7E7E7"/>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E7E7E7"/>
                    </a:solidFill>
                  </a:tcPr>
                </a:tc>
                <a:extLst>
                  <a:ext uri="{0D108BD9-81ED-4DB2-BD59-A6C34878D82A}">
                    <a16:rowId xmlns:a16="http://schemas.microsoft.com/office/drawing/2014/main" val="389695977"/>
                  </a:ext>
                </a:extLst>
              </a:tr>
              <a:tr h="387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noProof="0">
                          <a:solidFill>
                            <a:schemeClr val="tx1"/>
                          </a:solidFill>
                          <a:latin typeface="Aptos" panose="020B0004020202020204" pitchFamily="34" charset="0"/>
                        </a:rPr>
                        <a:t>Scope definition and prioritization</a:t>
                      </a:r>
                      <a:endParaRPr lang="en-US" sz="900" b="0" i="0" noProof="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005B96">
                        <a:alpha val="50196"/>
                      </a:srgbClr>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CBCBCB"/>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CBCBCB"/>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CBCBCB"/>
                    </a:solidFill>
                  </a:tcPr>
                </a:tc>
                <a:extLst>
                  <a:ext uri="{0D108BD9-81ED-4DB2-BD59-A6C34878D82A}">
                    <a16:rowId xmlns:a16="http://schemas.microsoft.com/office/drawing/2014/main" val="2647845806"/>
                  </a:ext>
                </a:extLst>
              </a:tr>
              <a:tr h="387413">
                <a:tc>
                  <a:txBody>
                    <a:bodyPr/>
                    <a:lstStyle/>
                    <a:p>
                      <a:r>
                        <a:rPr lang="en-US" sz="1000" i="0" noProof="0">
                          <a:solidFill>
                            <a:schemeClr val="tx1"/>
                          </a:solidFill>
                          <a:latin typeface="Aptos" panose="020B0004020202020204" pitchFamily="34" charset="0"/>
                        </a:rPr>
                        <a:t>Stakeholder </a:t>
                      </a:r>
                      <a:r>
                        <a:rPr lang="en-US" sz="1000" i="0" noProof="0" err="1">
                          <a:solidFill>
                            <a:schemeClr val="tx1"/>
                          </a:solidFill>
                          <a:latin typeface="Aptos" panose="020B0004020202020204" pitchFamily="34" charset="0"/>
                        </a:rPr>
                        <a:t>alignement</a:t>
                      </a:r>
                      <a:endParaRPr lang="en-US" sz="1000" i="0" noProof="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005B96">
                        <a:alpha val="50196"/>
                      </a:srgbClr>
                    </a:solidFill>
                  </a:tcPr>
                </a:tc>
                <a:tc>
                  <a:txBody>
                    <a:bodyPr/>
                    <a:lstStyle/>
                    <a:p>
                      <a:endParaRPr lang="en-US" sz="1000" i="0" noProof="0">
                        <a:latin typeface="Aptos" panose="020B0004020202020204" pitchFamily="34" charset="0"/>
                      </a:endParaRPr>
                    </a:p>
                  </a:txBody>
                  <a:tcPr>
                    <a:solidFill>
                      <a:srgbClr val="E7E7E7"/>
                    </a:solidFill>
                  </a:tcPr>
                </a:tc>
                <a:tc>
                  <a:txBody>
                    <a:bodyPr/>
                    <a:lstStyle/>
                    <a:p>
                      <a:endParaRPr lang="en-US" sz="1000" i="0" noProof="0">
                        <a:latin typeface="Aptos" panose="020B0004020202020204" pitchFamily="34" charset="0"/>
                      </a:endParaRPr>
                    </a:p>
                  </a:txBody>
                  <a:tcPr>
                    <a:solidFill>
                      <a:srgbClr val="E7E7E7"/>
                    </a:solidFill>
                  </a:tcPr>
                </a:tc>
                <a:tc>
                  <a:txBody>
                    <a:bodyPr/>
                    <a:lstStyle/>
                    <a:p>
                      <a:endParaRPr lang="en-US" sz="1000" i="0" noProof="0">
                        <a:latin typeface="Aptos" panose="020B0004020202020204" pitchFamily="34" charset="0"/>
                      </a:endParaRPr>
                    </a:p>
                  </a:txBody>
                  <a:tcPr>
                    <a:solidFill>
                      <a:srgbClr val="E7E7E7"/>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E7E7E7"/>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E7E7E7"/>
                    </a:solidFill>
                  </a:tcPr>
                </a:tc>
                <a:tc>
                  <a:txBody>
                    <a:bodyPr/>
                    <a:lstStyle/>
                    <a:p>
                      <a:endParaRPr lang="en-US" sz="1000" i="0" noProof="0">
                        <a:latin typeface="Aptos" panose="020B0004020202020204" pitchFamily="34" charset="0"/>
                      </a:endParaRPr>
                    </a:p>
                  </a:txBody>
                  <a:tcPr>
                    <a:solidFill>
                      <a:srgbClr val="E7E7E7"/>
                    </a:solidFill>
                  </a:tcPr>
                </a:tc>
                <a:tc>
                  <a:txBody>
                    <a:bodyPr/>
                    <a:lstStyle/>
                    <a:p>
                      <a:endParaRPr lang="en-US" sz="1000" i="0" noProof="0">
                        <a:latin typeface="Aptos" panose="020B0004020202020204" pitchFamily="34" charset="0"/>
                      </a:endParaRPr>
                    </a:p>
                  </a:txBody>
                  <a:tcPr>
                    <a:solidFill>
                      <a:srgbClr val="E7E7E7"/>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E7E7E7"/>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432831"/>
                  </a:ext>
                </a:extLst>
              </a:tr>
              <a:tr h="387413">
                <a:tc>
                  <a:txBody>
                    <a:bodyPr/>
                    <a:lstStyle/>
                    <a:p>
                      <a:r>
                        <a:rPr lang="en-US" sz="1000" i="0" noProof="0">
                          <a:solidFill>
                            <a:schemeClr val="tx1"/>
                          </a:solidFill>
                          <a:latin typeface="Aptos" panose="020B0004020202020204" pitchFamily="34" charset="0"/>
                        </a:rPr>
                        <a:t>Assessment model tailoring and preparation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005B96">
                        <a:alpha val="50196"/>
                      </a:srgbClr>
                    </a:solidFill>
                  </a:tcPr>
                </a:tc>
                <a:tc>
                  <a:txBody>
                    <a:bodyPr/>
                    <a:lstStyle/>
                    <a:p>
                      <a:endParaRPr lang="en-US" sz="1000" i="0" noProof="0">
                        <a:latin typeface="Aptos" panose="020B0004020202020204" pitchFamily="34" charset="0"/>
                      </a:endParaRPr>
                    </a:p>
                  </a:txBody>
                  <a:tcPr>
                    <a:solidFill>
                      <a:srgbClr val="005B96">
                        <a:alpha val="50196"/>
                      </a:srgbClr>
                    </a:solidFill>
                  </a:tcPr>
                </a:tc>
                <a:tc>
                  <a:txBody>
                    <a:bodyPr/>
                    <a:lstStyle/>
                    <a:p>
                      <a:endParaRPr lang="en-US" sz="1000" i="0" noProof="0">
                        <a:latin typeface="Aptos" panose="020B0004020202020204" pitchFamily="34" charset="0"/>
                      </a:endParaRPr>
                    </a:p>
                  </a:txBody>
                  <a:tcPr>
                    <a:solidFill>
                      <a:srgbClr val="7FADCA"/>
                    </a:solidFill>
                  </a:tcPr>
                </a:tc>
                <a:tc>
                  <a:txBody>
                    <a:bodyPr/>
                    <a:lstStyle/>
                    <a:p>
                      <a:endParaRPr lang="en-US" sz="1000" i="0" noProof="0">
                        <a:latin typeface="Aptos" panose="020B0004020202020204" pitchFamily="34" charset="0"/>
                      </a:endParaRPr>
                    </a:p>
                  </a:txBody>
                  <a:tcPr>
                    <a:solidFill>
                      <a:srgbClr val="7FADCA"/>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7FADCA"/>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CBCBCB"/>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64088704"/>
                  </a:ext>
                </a:extLst>
              </a:tr>
              <a:tr h="387413">
                <a:tc>
                  <a:txBody>
                    <a:bodyPr/>
                    <a:lstStyle/>
                    <a:p>
                      <a:r>
                        <a:rPr lang="en-US" sz="1200" b="1" i="0" noProof="0">
                          <a:solidFill>
                            <a:schemeClr val="tx1"/>
                          </a:solidFill>
                          <a:latin typeface="Aptos" panose="020B0004020202020204" pitchFamily="34" charset="0"/>
                        </a:rPr>
                        <a:t>Phase 2 - Information &amp; Documentation Discovery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2CEE6"/>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solidFill>
                      <a:srgbClr val="E7E7E7"/>
                    </a:solidFill>
                  </a:tcPr>
                </a:tc>
                <a:tc>
                  <a:txBody>
                    <a:bodyPr/>
                    <a:lstStyle/>
                    <a:p>
                      <a:endParaRPr lang="en-US" sz="1000" i="0" noProof="0">
                        <a:latin typeface="Aptos" panose="020B0004020202020204" pitchFamily="34" charset="0"/>
                      </a:endParaRPr>
                    </a:p>
                  </a:txBody>
                  <a:tcPr>
                    <a:solidFill>
                      <a:srgbClr val="C2CEE6"/>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C2CEE6"/>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C2CEE6"/>
                    </a:solidFill>
                  </a:tcPr>
                </a:tc>
                <a:tc>
                  <a:txBody>
                    <a:bodyPr/>
                    <a:lstStyle/>
                    <a:p>
                      <a:endParaRPr lang="en-US" sz="1000" i="0" noProof="0">
                        <a:latin typeface="Aptos" panose="020B0004020202020204" pitchFamily="34" charset="0"/>
                      </a:endParaRPr>
                    </a:p>
                  </a:txBody>
                  <a:tcPr>
                    <a:solidFill>
                      <a:srgbClr val="C2CEE6"/>
                    </a:solidFill>
                  </a:tcPr>
                </a:tc>
                <a:tc>
                  <a:txBody>
                    <a:bodyPr/>
                    <a:lstStyle/>
                    <a:p>
                      <a:endParaRPr lang="en-US" sz="1000" i="0" noProof="0">
                        <a:latin typeface="Aptos" panose="020B0004020202020204" pitchFamily="34" charset="0"/>
                      </a:endParaRPr>
                    </a:p>
                  </a:txBody>
                  <a:tcPr>
                    <a:solidFill>
                      <a:srgbClr val="C2CEE6"/>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C2CEE6"/>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C2CEE6"/>
                    </a:solidFill>
                  </a:tcPr>
                </a:tc>
                <a:tc>
                  <a:txBody>
                    <a:bodyPr/>
                    <a:lstStyle/>
                    <a:p>
                      <a:endParaRPr lang="en-US" sz="1000" i="0" noProof="0">
                        <a:latin typeface="Aptos" panose="020B0004020202020204" pitchFamily="34" charset="0"/>
                      </a:endParaRPr>
                    </a:p>
                  </a:txBody>
                  <a:tcPr>
                    <a:solidFill>
                      <a:srgbClr val="E7E7E7"/>
                    </a:solidFill>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643340575"/>
                  </a:ext>
                </a:extLst>
              </a:tr>
              <a:tr h="387413">
                <a:tc>
                  <a:txBody>
                    <a:bodyPr/>
                    <a:lstStyle/>
                    <a:p>
                      <a:r>
                        <a:rPr lang="en-US" sz="1000" i="0" noProof="0">
                          <a:solidFill>
                            <a:schemeClr val="tx1"/>
                          </a:solidFill>
                          <a:latin typeface="Aptos" panose="020B0004020202020204" pitchFamily="34" charset="0"/>
                        </a:rPr>
                        <a:t>Evidence collection and document review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solidFill>
                      <a:srgbClr val="E0E6F2"/>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E0E6F2"/>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C2CEE6">
                        <a:alpha val="50196"/>
                      </a:srgbClr>
                    </a:solidFill>
                  </a:tcPr>
                </a:tc>
                <a:tc>
                  <a:txBody>
                    <a:bodyPr/>
                    <a:lstStyle/>
                    <a:p>
                      <a:endParaRPr lang="en-US" sz="1000" i="0" noProof="0">
                        <a:latin typeface="Aptos" panose="020B0004020202020204" pitchFamily="34" charset="0"/>
                      </a:endParaRPr>
                    </a:p>
                  </a:txBody>
                  <a:tcPr>
                    <a:solidFill>
                      <a:srgbClr val="C2CEE6">
                        <a:alpha val="50196"/>
                      </a:srgbClr>
                    </a:solidFill>
                  </a:tcPr>
                </a:tc>
                <a:tc>
                  <a:txBody>
                    <a:bodyPr/>
                    <a:lstStyle/>
                    <a:p>
                      <a:endParaRPr lang="en-US" sz="1000" i="0" noProof="0">
                        <a:latin typeface="Aptos" panose="020B0004020202020204" pitchFamily="34" charset="0"/>
                      </a:endParaRPr>
                    </a:p>
                  </a:txBody>
                  <a:tcPr>
                    <a:solidFill>
                      <a:srgbClr val="C2CEE6">
                        <a:alpha val="50196"/>
                      </a:srgbClr>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C2CEE6">
                        <a:alpha val="50196"/>
                      </a:srgbClr>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CBCBCB"/>
                    </a:solidFill>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51633853"/>
                  </a:ext>
                </a:extLst>
              </a:tr>
              <a:tr h="387413">
                <a:tc>
                  <a:txBody>
                    <a:bodyPr/>
                    <a:lstStyle/>
                    <a:p>
                      <a:r>
                        <a:rPr lang="en-US" sz="1000" i="0" noProof="0">
                          <a:solidFill>
                            <a:schemeClr val="tx1"/>
                          </a:solidFill>
                          <a:latin typeface="Aptos" panose="020B0004020202020204" pitchFamily="34" charset="0"/>
                        </a:rPr>
                        <a:t>Stakeholder interviews and workshops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solidFill>
                      <a:srgbClr val="E7E7E7"/>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E0E6F2"/>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E0E6F2"/>
                    </a:solidFill>
                  </a:tcPr>
                </a:tc>
                <a:tc>
                  <a:txBody>
                    <a:bodyPr/>
                    <a:lstStyle/>
                    <a:p>
                      <a:endParaRPr lang="en-US" sz="1000" i="0" noProof="0">
                        <a:latin typeface="Aptos" panose="020B0004020202020204" pitchFamily="34" charset="0"/>
                      </a:endParaRPr>
                    </a:p>
                  </a:txBody>
                  <a:tcPr>
                    <a:solidFill>
                      <a:srgbClr val="C2CEE6">
                        <a:alpha val="50196"/>
                      </a:srgbClr>
                    </a:solidFill>
                  </a:tcPr>
                </a:tc>
                <a:tc>
                  <a:txBody>
                    <a:bodyPr/>
                    <a:lstStyle/>
                    <a:p>
                      <a:endParaRPr lang="en-US" sz="1000" i="0" noProof="0">
                        <a:latin typeface="Aptos" panose="020B0004020202020204" pitchFamily="34" charset="0"/>
                      </a:endParaRPr>
                    </a:p>
                  </a:txBody>
                  <a:tcPr>
                    <a:solidFill>
                      <a:srgbClr val="C2CEE6">
                        <a:alpha val="50196"/>
                      </a:srgbClr>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C2CEE6">
                        <a:alpha val="50196"/>
                      </a:srgbClr>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C2CEE6">
                        <a:alpha val="50196"/>
                      </a:srgbClr>
                    </a:solidFill>
                  </a:tcPr>
                </a:tc>
                <a:tc>
                  <a:txBody>
                    <a:bodyPr/>
                    <a:lstStyle/>
                    <a:p>
                      <a:endParaRPr lang="en-US" sz="1000" i="0" noProof="0">
                        <a:latin typeface="Aptos" panose="020B0004020202020204" pitchFamily="34" charset="0"/>
                      </a:endParaRPr>
                    </a:p>
                  </a:txBody>
                  <a:tcPr>
                    <a:solidFill>
                      <a:srgbClr val="E7E7E7"/>
                    </a:solidFill>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78445560"/>
                  </a:ext>
                </a:extLst>
              </a:tr>
              <a:tr h="387413">
                <a:tc>
                  <a:txBody>
                    <a:bodyPr/>
                    <a:lstStyle/>
                    <a:p>
                      <a:r>
                        <a:rPr lang="en-US" sz="1200" b="1" i="0" noProof="0">
                          <a:solidFill>
                            <a:schemeClr val="bg1"/>
                          </a:solidFill>
                          <a:latin typeface="Aptos" panose="020B0004020202020204" pitchFamily="34" charset="0"/>
                        </a:rPr>
                        <a:t>Phase 3 - Sovereignty Maturity Report Generation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0072BC"/>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0072BC"/>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0072BC"/>
                    </a:solidFill>
                  </a:tcPr>
                </a:tc>
                <a:tc>
                  <a:txBody>
                    <a:bodyPr/>
                    <a:lstStyle/>
                    <a:p>
                      <a:endParaRPr lang="en-US" sz="1000" i="0" noProof="0">
                        <a:latin typeface="Aptos" panose="020B0004020202020204" pitchFamily="34" charset="0"/>
                      </a:endParaRPr>
                    </a:p>
                  </a:txBody>
                  <a:tcPr>
                    <a:solidFill>
                      <a:srgbClr val="0072BC"/>
                    </a:solidFill>
                  </a:tcPr>
                </a:tc>
                <a:tc>
                  <a:txBody>
                    <a:bodyPr/>
                    <a:lstStyle/>
                    <a:p>
                      <a:endParaRPr lang="en-US" sz="1000" i="0" noProof="0">
                        <a:latin typeface="Aptos" panose="020B0004020202020204" pitchFamily="34" charset="0"/>
                      </a:endParaRPr>
                    </a:p>
                  </a:txBody>
                  <a:tcPr>
                    <a:solidFill>
                      <a:srgbClr val="0072BC"/>
                    </a:solidFill>
                  </a:tcPr>
                </a:tc>
                <a:tc>
                  <a:txBody>
                    <a:bodyPr/>
                    <a:lstStyle/>
                    <a:p>
                      <a:endParaRPr lang="en-US" sz="1000" i="0" noProof="0">
                        <a:latin typeface="Aptos" panose="020B0004020202020204" pitchFamily="34" charset="0"/>
                      </a:endParaRPr>
                    </a:p>
                  </a:txBody>
                  <a:tcPr>
                    <a:solidFill>
                      <a:srgbClr val="0072BC"/>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0072BC"/>
                    </a:solidFill>
                  </a:tcPr>
                </a:tc>
                <a:extLst>
                  <a:ext uri="{0D108BD9-81ED-4DB2-BD59-A6C34878D82A}">
                    <a16:rowId xmlns:a16="http://schemas.microsoft.com/office/drawing/2014/main" val="1144666363"/>
                  </a:ext>
                </a:extLst>
              </a:tr>
              <a:tr h="387413">
                <a:tc>
                  <a:txBody>
                    <a:bodyPr/>
                    <a:lstStyle/>
                    <a:p>
                      <a:r>
                        <a:rPr lang="en-US" sz="1000" i="0" noProof="0">
                          <a:solidFill>
                            <a:schemeClr val="tx1"/>
                          </a:solidFill>
                          <a:latin typeface="Aptos" panose="020B0004020202020204" pitchFamily="34" charset="0"/>
                        </a:rPr>
                        <a:t>Scoring and maturity assessment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7E7E7"/>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7FB8DD"/>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7FB8DD"/>
                    </a:solidFill>
                  </a:tcPr>
                </a:tc>
                <a:tc>
                  <a:txBody>
                    <a:bodyPr/>
                    <a:lstStyle/>
                    <a:p>
                      <a:endParaRPr lang="en-US" sz="1000" i="0" noProof="0">
                        <a:latin typeface="Aptos" panose="020B0004020202020204" pitchFamily="34" charset="0"/>
                      </a:endParaRPr>
                    </a:p>
                  </a:txBody>
                  <a:tcPr>
                    <a:solidFill>
                      <a:srgbClr val="7FB8DD"/>
                    </a:solidFill>
                  </a:tcPr>
                </a:tc>
                <a:tc>
                  <a:txBody>
                    <a:bodyPr/>
                    <a:lstStyle/>
                    <a:p>
                      <a:endParaRPr lang="en-US" sz="1000" i="0" noProof="0">
                        <a:latin typeface="Aptos" panose="020B0004020202020204" pitchFamily="34" charset="0"/>
                      </a:endParaRPr>
                    </a:p>
                  </a:txBody>
                  <a:tcPr>
                    <a:solidFill>
                      <a:srgbClr val="0072BC">
                        <a:alpha val="50196"/>
                      </a:srgbClr>
                    </a:solidFill>
                  </a:tcPr>
                </a:tc>
                <a:tc>
                  <a:txBody>
                    <a:bodyPr/>
                    <a:lstStyle/>
                    <a:p>
                      <a:endParaRPr lang="en-US" sz="1000" i="0" noProof="0">
                        <a:latin typeface="Aptos" panose="020B0004020202020204" pitchFamily="34" charset="0"/>
                      </a:endParaRPr>
                    </a:p>
                  </a:txBody>
                  <a:tcPr>
                    <a:solidFill>
                      <a:srgbClr val="0072BC">
                        <a:alpha val="50196"/>
                      </a:srgbClr>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E7E7E7"/>
                    </a:solidFill>
                  </a:tcPr>
                </a:tc>
                <a:extLst>
                  <a:ext uri="{0D108BD9-81ED-4DB2-BD59-A6C34878D82A}">
                    <a16:rowId xmlns:a16="http://schemas.microsoft.com/office/drawing/2014/main" val="3201460791"/>
                  </a:ext>
                </a:extLst>
              </a:tr>
              <a:tr h="387413">
                <a:tc>
                  <a:txBody>
                    <a:bodyPr/>
                    <a:lstStyle/>
                    <a:p>
                      <a:r>
                        <a:rPr lang="en-US" sz="1000" i="0" noProof="0">
                          <a:solidFill>
                            <a:schemeClr val="tx1"/>
                          </a:solidFill>
                          <a:latin typeface="Aptos" panose="020B0004020202020204" pitchFamily="34" charset="0"/>
                        </a:rPr>
                        <a:t>Consolidation of assessment outcomes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BCBCB"/>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CBCBCB"/>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CBCBCB"/>
                    </a:solidFill>
                  </a:tcPr>
                </a:tc>
                <a:tc>
                  <a:txBody>
                    <a:bodyPr/>
                    <a:lstStyle/>
                    <a:p>
                      <a:endParaRPr lang="en-US" sz="1000" i="0" noProof="0">
                        <a:latin typeface="Aptos" panose="020B0004020202020204" pitchFamily="34" charset="0"/>
                      </a:endParaRPr>
                    </a:p>
                  </a:txBody>
                  <a:tcPr>
                    <a:lnL w="12700" cap="flat" cmpd="sng" algn="ctr">
                      <a:solidFill>
                        <a:schemeClr val="tx1"/>
                      </a:solidFill>
                      <a:prstDash val="solid"/>
                      <a:round/>
                      <a:headEnd type="none" w="med" len="med"/>
                      <a:tailEnd type="none" w="med" len="med"/>
                    </a:lnL>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solidFill>
                      <a:srgbClr val="CBCBCB"/>
                    </a:solidFill>
                  </a:tcPr>
                </a:tc>
                <a:tc>
                  <a:txBody>
                    <a:bodyPr/>
                    <a:lstStyle/>
                    <a:p>
                      <a:endParaRPr lang="en-US" sz="1000" i="0" noProof="0">
                        <a:latin typeface="Aptos" panose="020B0004020202020204" pitchFamily="34" charset="0"/>
                      </a:endParaRPr>
                    </a:p>
                  </a:txBody>
                  <a:tcPr>
                    <a:solidFill>
                      <a:srgbClr val="0072BC">
                        <a:alpha val="50196"/>
                      </a:srgbClr>
                    </a:solidFill>
                  </a:tcPr>
                </a:tc>
                <a:tc>
                  <a:txBody>
                    <a:bodyPr/>
                    <a:lstStyle/>
                    <a:p>
                      <a:endParaRPr lang="en-US" sz="1000" i="0" noProof="0">
                        <a:latin typeface="Aptos" panose="020B0004020202020204" pitchFamily="34" charset="0"/>
                      </a:endParaRPr>
                    </a:p>
                  </a:txBody>
                  <a:tcPr>
                    <a:lnR w="12700" cap="flat" cmpd="sng" algn="ctr">
                      <a:solidFill>
                        <a:schemeClr val="tx1"/>
                      </a:solidFill>
                      <a:prstDash val="solid"/>
                      <a:round/>
                      <a:headEnd type="none" w="med" len="med"/>
                      <a:tailEnd type="none" w="med" len="med"/>
                    </a:lnR>
                    <a:solidFill>
                      <a:srgbClr val="0072BC">
                        <a:alpha val="50196"/>
                      </a:srgbClr>
                    </a:solidFill>
                  </a:tcPr>
                </a:tc>
                <a:extLst>
                  <a:ext uri="{0D108BD9-81ED-4DB2-BD59-A6C34878D82A}">
                    <a16:rowId xmlns:a16="http://schemas.microsoft.com/office/drawing/2014/main" val="3889165650"/>
                  </a:ext>
                </a:extLst>
              </a:tr>
            </a:tbl>
          </a:graphicData>
        </a:graphic>
      </p:graphicFrame>
      <p:grpSp>
        <p:nvGrpSpPr>
          <p:cNvPr id="11" name="Group 10">
            <a:extLst>
              <a:ext uri="{FF2B5EF4-FFF2-40B4-BE49-F238E27FC236}">
                <a16:creationId xmlns:a16="http://schemas.microsoft.com/office/drawing/2014/main" id="{E5CE50C4-FA73-D8E1-0D12-7F0837E4621E}"/>
              </a:ext>
            </a:extLst>
          </p:cNvPr>
          <p:cNvGrpSpPr/>
          <p:nvPr/>
        </p:nvGrpSpPr>
        <p:grpSpPr>
          <a:xfrm>
            <a:off x="5287671" y="2442751"/>
            <a:ext cx="2610805" cy="299146"/>
            <a:chOff x="7110212" y="5855779"/>
            <a:chExt cx="2610805" cy="299146"/>
          </a:xfrm>
        </p:grpSpPr>
        <p:sp>
          <p:nvSpPr>
            <p:cNvPr id="12" name="Estrella: 5 puntas 8">
              <a:extLst>
                <a:ext uri="{FF2B5EF4-FFF2-40B4-BE49-F238E27FC236}">
                  <a16:creationId xmlns:a16="http://schemas.microsoft.com/office/drawing/2014/main" id="{BBCC4F03-4D46-D581-FEF9-0F338BAA2CB3}"/>
                </a:ext>
              </a:extLst>
            </p:cNvPr>
            <p:cNvSpPr/>
            <p:nvPr/>
          </p:nvSpPr>
          <p:spPr>
            <a:xfrm>
              <a:off x="7110212" y="5997493"/>
              <a:ext cx="157432" cy="157432"/>
            </a:xfrm>
            <a:prstGeom prst="star5">
              <a:avLst/>
            </a:prstGeom>
            <a:solidFill>
              <a:srgbClr val="FFC400"/>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70F26"/>
                </a:solidFill>
                <a:effectLst/>
                <a:uLnTx/>
                <a:uFillTx/>
                <a:latin typeface="Noto Sans"/>
                <a:ea typeface="+mn-ea"/>
                <a:cs typeface="+mn-cs"/>
              </a:endParaRPr>
            </a:p>
          </p:txBody>
        </p:sp>
        <p:sp>
          <p:nvSpPr>
            <p:cNvPr id="13" name="Rectángulo 9">
              <a:extLst>
                <a:ext uri="{FF2B5EF4-FFF2-40B4-BE49-F238E27FC236}">
                  <a16:creationId xmlns:a16="http://schemas.microsoft.com/office/drawing/2014/main" id="{CC149740-E0C6-D621-EFCB-720B28BEF7A8}"/>
                </a:ext>
              </a:extLst>
            </p:cNvPr>
            <p:cNvSpPr/>
            <p:nvPr/>
          </p:nvSpPr>
          <p:spPr>
            <a:xfrm>
              <a:off x="7267645" y="5855779"/>
              <a:ext cx="2453372" cy="165912"/>
            </a:xfrm>
            <a:prstGeom prst="rect">
              <a:avLst/>
            </a:prstGeom>
            <a:solidFill>
              <a:schemeClr val="accent4">
                <a:lumMod val="20000"/>
                <a:lumOff val="80000"/>
              </a:schemeClr>
            </a:solidFill>
            <a:ln w="9525">
              <a:solidFill>
                <a:schemeClr val="tx1">
                  <a:lumMod val="5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0F26"/>
                  </a:solidFill>
                  <a:effectLst/>
                  <a:uLnTx/>
                  <a:uFillTx/>
                  <a:latin typeface="Aptos" panose="020B0004020202020204" pitchFamily="34" charset="0"/>
                </a:rPr>
                <a:t>D1.1. Scope, Dependency and Risk Matrix</a:t>
              </a:r>
            </a:p>
          </p:txBody>
        </p:sp>
      </p:grpSp>
      <p:grpSp>
        <p:nvGrpSpPr>
          <p:cNvPr id="4" name="Group 3">
            <a:extLst>
              <a:ext uri="{FF2B5EF4-FFF2-40B4-BE49-F238E27FC236}">
                <a16:creationId xmlns:a16="http://schemas.microsoft.com/office/drawing/2014/main" id="{68C5E65F-2FB1-1FB7-2410-17879ECC7339}"/>
              </a:ext>
            </a:extLst>
          </p:cNvPr>
          <p:cNvGrpSpPr/>
          <p:nvPr/>
        </p:nvGrpSpPr>
        <p:grpSpPr>
          <a:xfrm>
            <a:off x="5287671" y="2817140"/>
            <a:ext cx="2929891" cy="299146"/>
            <a:chOff x="7110212" y="5855779"/>
            <a:chExt cx="2929891" cy="299146"/>
          </a:xfrm>
        </p:grpSpPr>
        <p:sp>
          <p:nvSpPr>
            <p:cNvPr id="5" name="Estrella: 5 puntas 8">
              <a:extLst>
                <a:ext uri="{FF2B5EF4-FFF2-40B4-BE49-F238E27FC236}">
                  <a16:creationId xmlns:a16="http://schemas.microsoft.com/office/drawing/2014/main" id="{7532591F-6DC0-EB83-BEF1-D871F6125956}"/>
                </a:ext>
              </a:extLst>
            </p:cNvPr>
            <p:cNvSpPr/>
            <p:nvPr/>
          </p:nvSpPr>
          <p:spPr>
            <a:xfrm>
              <a:off x="7110212" y="5997493"/>
              <a:ext cx="157432" cy="157432"/>
            </a:xfrm>
            <a:prstGeom prst="star5">
              <a:avLst/>
            </a:prstGeom>
            <a:solidFill>
              <a:srgbClr val="FFC400"/>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70F26"/>
                </a:solidFill>
                <a:effectLst/>
                <a:uLnTx/>
                <a:uFillTx/>
                <a:latin typeface="Noto Sans"/>
                <a:ea typeface="+mn-ea"/>
                <a:cs typeface="+mn-cs"/>
              </a:endParaRPr>
            </a:p>
          </p:txBody>
        </p:sp>
        <p:sp>
          <p:nvSpPr>
            <p:cNvPr id="6" name="Rectángulo 9">
              <a:extLst>
                <a:ext uri="{FF2B5EF4-FFF2-40B4-BE49-F238E27FC236}">
                  <a16:creationId xmlns:a16="http://schemas.microsoft.com/office/drawing/2014/main" id="{F6070492-5F19-DB06-2E27-903FF4DBBDF9}"/>
                </a:ext>
              </a:extLst>
            </p:cNvPr>
            <p:cNvSpPr/>
            <p:nvPr/>
          </p:nvSpPr>
          <p:spPr>
            <a:xfrm>
              <a:off x="7267644" y="5855779"/>
              <a:ext cx="2772459" cy="165912"/>
            </a:xfrm>
            <a:prstGeom prst="rect">
              <a:avLst/>
            </a:prstGeom>
            <a:solidFill>
              <a:schemeClr val="accent4">
                <a:lumMod val="20000"/>
                <a:lumOff val="80000"/>
              </a:schemeClr>
            </a:solidFill>
            <a:ln w="9525">
              <a:solidFill>
                <a:schemeClr val="tx1">
                  <a:lumMod val="5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0F26"/>
                  </a:solidFill>
                  <a:effectLst/>
                  <a:uLnTx/>
                  <a:uFillTx/>
                  <a:latin typeface="Aptos" panose="020B0004020202020204" pitchFamily="34" charset="0"/>
                </a:rPr>
                <a:t>D1.2. </a:t>
              </a:r>
              <a:r>
                <a:rPr lang="en-US" sz="1000" noProof="0">
                  <a:solidFill>
                    <a:srgbClr val="070F26"/>
                  </a:solidFill>
                  <a:latin typeface="Aptos" panose="020B0004020202020204" pitchFamily="34" charset="0"/>
                  <a:cs typeface="Arial" panose="020B0604020202020204" pitchFamily="34" charset="0"/>
                </a:rPr>
                <a:t>Stakeholder Engagement and Access Plan</a:t>
              </a:r>
            </a:p>
          </p:txBody>
        </p:sp>
      </p:grpSp>
      <p:grpSp>
        <p:nvGrpSpPr>
          <p:cNvPr id="8" name="Group 7">
            <a:extLst>
              <a:ext uri="{FF2B5EF4-FFF2-40B4-BE49-F238E27FC236}">
                <a16:creationId xmlns:a16="http://schemas.microsoft.com/office/drawing/2014/main" id="{172897CF-2B9C-981C-78D3-BC11DA8A809F}"/>
              </a:ext>
            </a:extLst>
          </p:cNvPr>
          <p:cNvGrpSpPr/>
          <p:nvPr/>
        </p:nvGrpSpPr>
        <p:grpSpPr>
          <a:xfrm>
            <a:off x="6882167" y="3029090"/>
            <a:ext cx="2929891" cy="473923"/>
            <a:chOff x="7110212" y="5681002"/>
            <a:chExt cx="2929891" cy="473923"/>
          </a:xfrm>
        </p:grpSpPr>
        <p:sp>
          <p:nvSpPr>
            <p:cNvPr id="9" name="Estrella: 5 puntas 8">
              <a:extLst>
                <a:ext uri="{FF2B5EF4-FFF2-40B4-BE49-F238E27FC236}">
                  <a16:creationId xmlns:a16="http://schemas.microsoft.com/office/drawing/2014/main" id="{8B0EFF2D-5AC0-8924-0948-B49B8C2900B3}"/>
                </a:ext>
              </a:extLst>
            </p:cNvPr>
            <p:cNvSpPr/>
            <p:nvPr/>
          </p:nvSpPr>
          <p:spPr>
            <a:xfrm>
              <a:off x="7110212" y="5997493"/>
              <a:ext cx="157432" cy="157432"/>
            </a:xfrm>
            <a:prstGeom prst="star5">
              <a:avLst/>
            </a:prstGeom>
            <a:solidFill>
              <a:srgbClr val="FFC400"/>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70F26"/>
                </a:solidFill>
                <a:effectLst/>
                <a:uLnTx/>
                <a:uFillTx/>
                <a:latin typeface="Noto Sans"/>
                <a:ea typeface="+mn-ea"/>
                <a:cs typeface="+mn-cs"/>
              </a:endParaRPr>
            </a:p>
          </p:txBody>
        </p:sp>
        <p:sp>
          <p:nvSpPr>
            <p:cNvPr id="19" name="Rectángulo 9">
              <a:extLst>
                <a:ext uri="{FF2B5EF4-FFF2-40B4-BE49-F238E27FC236}">
                  <a16:creationId xmlns:a16="http://schemas.microsoft.com/office/drawing/2014/main" id="{F3CE09E3-5765-23A8-4097-11D9BDEF2A71}"/>
                </a:ext>
              </a:extLst>
            </p:cNvPr>
            <p:cNvSpPr/>
            <p:nvPr/>
          </p:nvSpPr>
          <p:spPr>
            <a:xfrm>
              <a:off x="7267644" y="5681002"/>
              <a:ext cx="2772459" cy="340689"/>
            </a:xfrm>
            <a:prstGeom prst="rect">
              <a:avLst/>
            </a:prstGeom>
            <a:solidFill>
              <a:schemeClr val="accent4">
                <a:lumMod val="20000"/>
                <a:lumOff val="80000"/>
              </a:schemeClr>
            </a:solidFill>
            <a:ln w="9525">
              <a:solidFill>
                <a:schemeClr val="tx1">
                  <a:lumMod val="5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defRPr/>
              </a:pPr>
              <a:r>
                <a:rPr kumimoji="0" lang="en-US" sz="1000" b="0" i="0" u="none" strike="noStrike" kern="1200" cap="none" spc="0" normalizeH="0" baseline="0" noProof="0">
                  <a:ln>
                    <a:noFill/>
                  </a:ln>
                  <a:solidFill>
                    <a:srgbClr val="070F26"/>
                  </a:solidFill>
                  <a:effectLst/>
                  <a:uLnTx/>
                  <a:uFillTx/>
                  <a:latin typeface="Aptos" panose="020B0004020202020204" pitchFamily="34" charset="0"/>
                </a:rPr>
                <a:t>D1.3. Prioritized Assessment Inventory </a:t>
              </a:r>
              <a:r>
                <a:rPr lang="en-US" sz="1000" noProof="0">
                  <a:solidFill>
                    <a:srgbClr val="070F26"/>
                  </a:solidFill>
                  <a:latin typeface="Aptos" panose="020B0004020202020204" pitchFamily="34" charset="0"/>
                </a:rPr>
                <a:t>+</a:t>
              </a:r>
              <a:br>
                <a:rPr lang="en-US" sz="1000" noProof="0">
                  <a:solidFill>
                    <a:srgbClr val="070F26"/>
                  </a:solidFill>
                  <a:latin typeface="Aptos" panose="020B0004020202020204" pitchFamily="34" charset="0"/>
                </a:rPr>
              </a:br>
              <a:r>
                <a:rPr lang="en-US" sz="1000" noProof="0">
                  <a:solidFill>
                    <a:srgbClr val="070F26"/>
                  </a:solidFill>
                  <a:latin typeface="Aptos" panose="020B0004020202020204" pitchFamily="34" charset="0"/>
                </a:rPr>
                <a:t>D1.4. </a:t>
              </a:r>
              <a:r>
                <a:rPr lang="en-US" sz="1000" noProof="0">
                  <a:solidFill>
                    <a:srgbClr val="070F26"/>
                  </a:solidFill>
                  <a:latin typeface="Aptos" panose="020B0004020202020204" pitchFamily="34" charset="0"/>
                  <a:cs typeface="Arial" panose="020B0604020202020204" pitchFamily="34" charset="0"/>
                </a:rPr>
                <a:t>Tailored IT Sovereignty Assessment Model</a:t>
              </a:r>
            </a:p>
          </p:txBody>
        </p:sp>
      </p:grpSp>
      <p:grpSp>
        <p:nvGrpSpPr>
          <p:cNvPr id="24" name="Group 23">
            <a:extLst>
              <a:ext uri="{FF2B5EF4-FFF2-40B4-BE49-F238E27FC236}">
                <a16:creationId xmlns:a16="http://schemas.microsoft.com/office/drawing/2014/main" id="{FD52BB41-6984-9039-B589-EE1D8F2BD7FA}"/>
              </a:ext>
            </a:extLst>
          </p:cNvPr>
          <p:cNvGrpSpPr/>
          <p:nvPr/>
        </p:nvGrpSpPr>
        <p:grpSpPr>
          <a:xfrm>
            <a:off x="10458653" y="5440191"/>
            <a:ext cx="1453945" cy="435936"/>
            <a:chOff x="7110212" y="5718989"/>
            <a:chExt cx="1453945" cy="435936"/>
          </a:xfrm>
        </p:grpSpPr>
        <p:sp>
          <p:nvSpPr>
            <p:cNvPr id="25" name="Estrella: 5 puntas 8">
              <a:extLst>
                <a:ext uri="{FF2B5EF4-FFF2-40B4-BE49-F238E27FC236}">
                  <a16:creationId xmlns:a16="http://schemas.microsoft.com/office/drawing/2014/main" id="{E232161B-CFC1-8453-15D8-F5597FBF5ADD}"/>
                </a:ext>
              </a:extLst>
            </p:cNvPr>
            <p:cNvSpPr/>
            <p:nvPr/>
          </p:nvSpPr>
          <p:spPr>
            <a:xfrm>
              <a:off x="7110212" y="5997493"/>
              <a:ext cx="157432" cy="157432"/>
            </a:xfrm>
            <a:prstGeom prst="star5">
              <a:avLst/>
            </a:prstGeom>
            <a:solidFill>
              <a:srgbClr val="FFC400"/>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70F26"/>
                </a:solidFill>
                <a:effectLst/>
                <a:uLnTx/>
                <a:uFillTx/>
                <a:latin typeface="Noto Sans"/>
                <a:ea typeface="+mn-ea"/>
                <a:cs typeface="+mn-cs"/>
              </a:endParaRPr>
            </a:p>
          </p:txBody>
        </p:sp>
        <p:sp>
          <p:nvSpPr>
            <p:cNvPr id="26" name="Rectángulo 9">
              <a:extLst>
                <a:ext uri="{FF2B5EF4-FFF2-40B4-BE49-F238E27FC236}">
                  <a16:creationId xmlns:a16="http://schemas.microsoft.com/office/drawing/2014/main" id="{47242BDC-A5E5-2BED-CEED-8C2A1AF32283}"/>
                </a:ext>
              </a:extLst>
            </p:cNvPr>
            <p:cNvSpPr/>
            <p:nvPr/>
          </p:nvSpPr>
          <p:spPr>
            <a:xfrm>
              <a:off x="7267645" y="5718989"/>
              <a:ext cx="1296512" cy="302702"/>
            </a:xfrm>
            <a:prstGeom prst="rect">
              <a:avLst/>
            </a:prstGeom>
            <a:solidFill>
              <a:schemeClr val="accent4">
                <a:lumMod val="20000"/>
                <a:lumOff val="80000"/>
              </a:schemeClr>
            </a:solidFill>
            <a:ln w="9525">
              <a:solidFill>
                <a:schemeClr val="tx1">
                  <a:lumMod val="5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0F26"/>
                  </a:solidFill>
                  <a:effectLst/>
                  <a:uLnTx/>
                  <a:uFillTx/>
                  <a:latin typeface="Aptos" panose="020B0004020202020204" pitchFamily="34" charset="0"/>
                </a:rPr>
                <a:t>D3.2. Main Findings Executive Summary</a:t>
              </a:r>
            </a:p>
          </p:txBody>
        </p:sp>
      </p:grpSp>
      <p:grpSp>
        <p:nvGrpSpPr>
          <p:cNvPr id="27" name="Group 26">
            <a:extLst>
              <a:ext uri="{FF2B5EF4-FFF2-40B4-BE49-F238E27FC236}">
                <a16:creationId xmlns:a16="http://schemas.microsoft.com/office/drawing/2014/main" id="{87DF858D-098A-40B8-ADD3-B3B4B249CA2E}"/>
              </a:ext>
            </a:extLst>
          </p:cNvPr>
          <p:cNvGrpSpPr/>
          <p:nvPr/>
        </p:nvGrpSpPr>
        <p:grpSpPr>
          <a:xfrm>
            <a:off x="9261355" y="5161624"/>
            <a:ext cx="2149452" cy="290666"/>
            <a:chOff x="7110212" y="5864259"/>
            <a:chExt cx="2149452" cy="290666"/>
          </a:xfrm>
        </p:grpSpPr>
        <p:sp>
          <p:nvSpPr>
            <p:cNvPr id="28" name="Estrella: 5 puntas 8">
              <a:extLst>
                <a:ext uri="{FF2B5EF4-FFF2-40B4-BE49-F238E27FC236}">
                  <a16:creationId xmlns:a16="http://schemas.microsoft.com/office/drawing/2014/main" id="{9D7307FC-E42B-26B6-C693-9722A09830EB}"/>
                </a:ext>
              </a:extLst>
            </p:cNvPr>
            <p:cNvSpPr/>
            <p:nvPr/>
          </p:nvSpPr>
          <p:spPr>
            <a:xfrm>
              <a:off x="7110212" y="5997493"/>
              <a:ext cx="157432" cy="157432"/>
            </a:xfrm>
            <a:prstGeom prst="star5">
              <a:avLst/>
            </a:prstGeom>
            <a:solidFill>
              <a:srgbClr val="FFC400"/>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70F26"/>
                </a:solidFill>
                <a:effectLst/>
                <a:uLnTx/>
                <a:uFillTx/>
                <a:latin typeface="Noto Sans"/>
                <a:ea typeface="+mn-ea"/>
                <a:cs typeface="+mn-cs"/>
              </a:endParaRPr>
            </a:p>
          </p:txBody>
        </p:sp>
        <p:sp>
          <p:nvSpPr>
            <p:cNvPr id="29" name="Rectángulo 9">
              <a:extLst>
                <a:ext uri="{FF2B5EF4-FFF2-40B4-BE49-F238E27FC236}">
                  <a16:creationId xmlns:a16="http://schemas.microsoft.com/office/drawing/2014/main" id="{683B78DD-B2A2-D0E9-1F52-F2ADCF3A95DA}"/>
                </a:ext>
              </a:extLst>
            </p:cNvPr>
            <p:cNvSpPr/>
            <p:nvPr/>
          </p:nvSpPr>
          <p:spPr>
            <a:xfrm>
              <a:off x="7267644" y="5864259"/>
              <a:ext cx="1992020" cy="157432"/>
            </a:xfrm>
            <a:prstGeom prst="rect">
              <a:avLst/>
            </a:prstGeom>
            <a:solidFill>
              <a:schemeClr val="accent4">
                <a:lumMod val="20000"/>
                <a:lumOff val="80000"/>
              </a:schemeClr>
            </a:solidFill>
            <a:ln w="9525">
              <a:solidFill>
                <a:schemeClr val="tx1">
                  <a:lumMod val="5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0F26"/>
                  </a:solidFill>
                  <a:effectLst/>
                  <a:uLnTx/>
                  <a:uFillTx/>
                  <a:latin typeface="Aptos" panose="020B0004020202020204" pitchFamily="34" charset="0"/>
                </a:rPr>
                <a:t>D3.1. Sovereignty Maturity Report</a:t>
              </a:r>
            </a:p>
          </p:txBody>
        </p:sp>
      </p:grpSp>
      <p:grpSp>
        <p:nvGrpSpPr>
          <p:cNvPr id="30" name="Group 29">
            <a:extLst>
              <a:ext uri="{FF2B5EF4-FFF2-40B4-BE49-F238E27FC236}">
                <a16:creationId xmlns:a16="http://schemas.microsoft.com/office/drawing/2014/main" id="{3931A48D-3D2A-A50E-7833-BDFB1493CBFF}"/>
              </a:ext>
            </a:extLst>
          </p:cNvPr>
          <p:cNvGrpSpPr/>
          <p:nvPr/>
        </p:nvGrpSpPr>
        <p:grpSpPr>
          <a:xfrm>
            <a:off x="8447999" y="3977942"/>
            <a:ext cx="2183981" cy="299146"/>
            <a:chOff x="7110212" y="5855779"/>
            <a:chExt cx="2183981" cy="299146"/>
          </a:xfrm>
        </p:grpSpPr>
        <p:sp>
          <p:nvSpPr>
            <p:cNvPr id="31" name="Estrella: 5 puntas 8">
              <a:extLst>
                <a:ext uri="{FF2B5EF4-FFF2-40B4-BE49-F238E27FC236}">
                  <a16:creationId xmlns:a16="http://schemas.microsoft.com/office/drawing/2014/main" id="{FF9C6404-4FDF-B798-003F-44C3AE08DAAB}"/>
                </a:ext>
              </a:extLst>
            </p:cNvPr>
            <p:cNvSpPr/>
            <p:nvPr/>
          </p:nvSpPr>
          <p:spPr>
            <a:xfrm>
              <a:off x="7110212" y="5997493"/>
              <a:ext cx="157432" cy="157432"/>
            </a:xfrm>
            <a:prstGeom prst="star5">
              <a:avLst/>
            </a:prstGeom>
            <a:solidFill>
              <a:srgbClr val="FFC400"/>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70F26"/>
                </a:solidFill>
                <a:effectLst/>
                <a:uLnTx/>
                <a:uFillTx/>
                <a:latin typeface="Noto Sans"/>
                <a:ea typeface="+mn-ea"/>
                <a:cs typeface="+mn-cs"/>
              </a:endParaRPr>
            </a:p>
          </p:txBody>
        </p:sp>
        <p:sp>
          <p:nvSpPr>
            <p:cNvPr id="32" name="Rectángulo 9">
              <a:extLst>
                <a:ext uri="{FF2B5EF4-FFF2-40B4-BE49-F238E27FC236}">
                  <a16:creationId xmlns:a16="http://schemas.microsoft.com/office/drawing/2014/main" id="{BDB62743-65AA-FC52-EEF6-F94418936E02}"/>
                </a:ext>
              </a:extLst>
            </p:cNvPr>
            <p:cNvSpPr/>
            <p:nvPr/>
          </p:nvSpPr>
          <p:spPr>
            <a:xfrm>
              <a:off x="7267645" y="5855779"/>
              <a:ext cx="2026548" cy="165912"/>
            </a:xfrm>
            <a:prstGeom prst="rect">
              <a:avLst/>
            </a:prstGeom>
            <a:solidFill>
              <a:schemeClr val="accent4">
                <a:lumMod val="20000"/>
                <a:lumOff val="80000"/>
              </a:schemeClr>
            </a:solidFill>
            <a:ln w="9525">
              <a:solidFill>
                <a:schemeClr val="tx1">
                  <a:lumMod val="5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0F26"/>
                  </a:solidFill>
                  <a:effectLst/>
                  <a:uLnTx/>
                  <a:uFillTx/>
                  <a:latin typeface="Aptos" panose="020B0004020202020204" pitchFamily="34" charset="0"/>
                </a:rPr>
                <a:t>D2.1. Evidence Collection Tracker</a:t>
              </a:r>
            </a:p>
          </p:txBody>
        </p:sp>
      </p:grpSp>
      <p:grpSp>
        <p:nvGrpSpPr>
          <p:cNvPr id="33" name="Group 32">
            <a:extLst>
              <a:ext uri="{FF2B5EF4-FFF2-40B4-BE49-F238E27FC236}">
                <a16:creationId xmlns:a16="http://schemas.microsoft.com/office/drawing/2014/main" id="{927C41AB-2A7A-663D-0EC3-3F64E8CC6A85}"/>
              </a:ext>
            </a:extLst>
          </p:cNvPr>
          <p:cNvGrpSpPr/>
          <p:nvPr/>
        </p:nvGrpSpPr>
        <p:grpSpPr>
          <a:xfrm>
            <a:off x="8876122" y="4247664"/>
            <a:ext cx="1856745" cy="435936"/>
            <a:chOff x="7110212" y="5718989"/>
            <a:chExt cx="1856745" cy="435936"/>
          </a:xfrm>
        </p:grpSpPr>
        <p:sp>
          <p:nvSpPr>
            <p:cNvPr id="34" name="Estrella: 5 puntas 8">
              <a:extLst>
                <a:ext uri="{FF2B5EF4-FFF2-40B4-BE49-F238E27FC236}">
                  <a16:creationId xmlns:a16="http://schemas.microsoft.com/office/drawing/2014/main" id="{D6D9F29A-1E5A-05A1-EA45-F10E8C764BEE}"/>
                </a:ext>
              </a:extLst>
            </p:cNvPr>
            <p:cNvSpPr/>
            <p:nvPr/>
          </p:nvSpPr>
          <p:spPr>
            <a:xfrm>
              <a:off x="7110212" y="5997493"/>
              <a:ext cx="157432" cy="157432"/>
            </a:xfrm>
            <a:prstGeom prst="star5">
              <a:avLst/>
            </a:prstGeom>
            <a:solidFill>
              <a:srgbClr val="FFC400"/>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70F26"/>
                </a:solidFill>
                <a:effectLst/>
                <a:uLnTx/>
                <a:uFillTx/>
                <a:latin typeface="Noto Sans"/>
                <a:ea typeface="+mn-ea"/>
                <a:cs typeface="+mn-cs"/>
              </a:endParaRPr>
            </a:p>
          </p:txBody>
        </p:sp>
        <p:sp>
          <p:nvSpPr>
            <p:cNvPr id="35" name="Rectángulo 9">
              <a:extLst>
                <a:ext uri="{FF2B5EF4-FFF2-40B4-BE49-F238E27FC236}">
                  <a16:creationId xmlns:a16="http://schemas.microsoft.com/office/drawing/2014/main" id="{3DC2FD17-6372-D980-F68F-EFF95B69E7A9}"/>
                </a:ext>
              </a:extLst>
            </p:cNvPr>
            <p:cNvSpPr/>
            <p:nvPr/>
          </p:nvSpPr>
          <p:spPr>
            <a:xfrm>
              <a:off x="7267645" y="5718989"/>
              <a:ext cx="1699312" cy="302702"/>
            </a:xfrm>
            <a:prstGeom prst="rect">
              <a:avLst/>
            </a:prstGeom>
            <a:solidFill>
              <a:schemeClr val="accent4">
                <a:lumMod val="20000"/>
                <a:lumOff val="80000"/>
              </a:schemeClr>
            </a:solidFill>
            <a:ln w="9525">
              <a:solidFill>
                <a:schemeClr val="tx1">
                  <a:lumMod val="5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0F26"/>
                  </a:solidFill>
                  <a:effectLst/>
                  <a:uLnTx/>
                  <a:uFillTx/>
                  <a:latin typeface="Aptos" panose="020B0004020202020204" pitchFamily="34" charset="0"/>
                </a:rPr>
                <a:t>D2.2. Completed Assessment Questionnaires</a:t>
              </a:r>
            </a:p>
          </p:txBody>
        </p:sp>
      </p:grpSp>
      <p:pic>
        <p:nvPicPr>
          <p:cNvPr id="40" name="Graphic 39" descr="Board Of Directors with solid fill">
            <a:extLst>
              <a:ext uri="{FF2B5EF4-FFF2-40B4-BE49-F238E27FC236}">
                <a16:creationId xmlns:a16="http://schemas.microsoft.com/office/drawing/2014/main" id="{6A14C002-3868-D634-1EE0-28CBF3BD1D0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86478" y="4845005"/>
            <a:ext cx="302702" cy="302702"/>
          </a:xfrm>
          <a:prstGeom prst="rect">
            <a:avLst/>
          </a:prstGeom>
        </p:spPr>
      </p:pic>
      <p:sp>
        <p:nvSpPr>
          <p:cNvPr id="41" name="Rectángulo 9">
            <a:extLst>
              <a:ext uri="{FF2B5EF4-FFF2-40B4-BE49-F238E27FC236}">
                <a16:creationId xmlns:a16="http://schemas.microsoft.com/office/drawing/2014/main" id="{FF7939DC-005D-F00F-A489-1EB955856CED}"/>
              </a:ext>
            </a:extLst>
          </p:cNvPr>
          <p:cNvSpPr/>
          <p:nvPr/>
        </p:nvSpPr>
        <p:spPr>
          <a:xfrm>
            <a:off x="10089180" y="4723870"/>
            <a:ext cx="1514003" cy="157432"/>
          </a:xfrm>
          <a:prstGeom prst="rect">
            <a:avLst/>
          </a:prstGeom>
          <a:solidFill>
            <a:schemeClr val="accent4">
              <a:lumMod val="20000"/>
              <a:lumOff val="80000"/>
            </a:schemeClr>
          </a:solidFill>
          <a:ln w="9525">
            <a:solidFill>
              <a:schemeClr val="tx1">
                <a:lumMod val="5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0F26"/>
                </a:solidFill>
                <a:effectLst/>
                <a:uLnTx/>
                <a:uFillTx/>
                <a:latin typeface="Aptos" panose="020B0004020202020204" pitchFamily="34" charset="0"/>
              </a:rPr>
              <a:t>Executive Board Session</a:t>
            </a:r>
          </a:p>
        </p:txBody>
      </p:sp>
      <p:sp>
        <p:nvSpPr>
          <p:cNvPr id="14" name="CuadroTexto 7">
            <a:extLst>
              <a:ext uri="{FF2B5EF4-FFF2-40B4-BE49-F238E27FC236}">
                <a16:creationId xmlns:a16="http://schemas.microsoft.com/office/drawing/2014/main" id="{ED416D49-7CD7-5E89-1407-EC8C31304E78}"/>
              </a:ext>
            </a:extLst>
          </p:cNvPr>
          <p:cNvSpPr txBox="1"/>
          <p:nvPr/>
        </p:nvSpPr>
        <p:spPr>
          <a:xfrm>
            <a:off x="352192" y="6105111"/>
            <a:ext cx="6477233" cy="400110"/>
          </a:xfrm>
          <a:prstGeom prst="rect">
            <a:avLst/>
          </a:prstGeom>
          <a:noFill/>
        </p:spPr>
        <p:txBody>
          <a:bodyPr wrap="square">
            <a:spAutoFit/>
          </a:bodyPr>
          <a:lstStyle/>
          <a:p>
            <a:r>
              <a:rPr lang="en-US" sz="1000" i="1" noProof="0">
                <a:solidFill>
                  <a:prstClr val="black"/>
                </a:solidFill>
                <a:latin typeface="Aptos" panose="02110004020202020204"/>
              </a:rPr>
              <a:t>*Delivery of this plan is subject to the commitment and availability of IAG teams to provide the required information on their systems, share relevant contractual documentation, and participate in the discovery sessions.</a:t>
            </a:r>
          </a:p>
        </p:txBody>
      </p:sp>
    </p:spTree>
    <p:extLst>
      <p:ext uri="{BB962C8B-B14F-4D97-AF65-F5344CB8AC3E}">
        <p14:creationId xmlns:p14="http://schemas.microsoft.com/office/powerpoint/2010/main" val="7857301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02FB3-916A-9E28-7DEC-02E3D0C7FC60}"/>
            </a:ext>
          </a:extLst>
        </p:cNvPr>
        <p:cNvGrpSpPr/>
        <p:nvPr/>
      </p:nvGrpSpPr>
      <p:grpSpPr>
        <a:xfrm>
          <a:off x="0" y="0"/>
          <a:ext cx="0" cy="0"/>
          <a:chOff x="0" y="0"/>
          <a:chExt cx="0" cy="0"/>
        </a:xfrm>
      </p:grpSpPr>
      <p:cxnSp>
        <p:nvCxnSpPr>
          <p:cNvPr id="125" name="Connector: Elbow 124">
            <a:extLst>
              <a:ext uri="{FF2B5EF4-FFF2-40B4-BE49-F238E27FC236}">
                <a16:creationId xmlns:a16="http://schemas.microsoft.com/office/drawing/2014/main" id="{798F5CE1-7B71-592C-2894-4997F41D8828}"/>
              </a:ext>
            </a:extLst>
          </p:cNvPr>
          <p:cNvCxnSpPr>
            <a:cxnSpLocks/>
            <a:stCxn id="11" idx="3"/>
            <a:endCxn id="24" idx="2"/>
          </p:cNvCxnSpPr>
          <p:nvPr/>
        </p:nvCxnSpPr>
        <p:spPr>
          <a:xfrm rot="16200000" flipV="1">
            <a:off x="2146685" y="2977936"/>
            <a:ext cx="1009268" cy="1528204"/>
          </a:xfrm>
          <a:prstGeom prst="bentConnector3">
            <a:avLst>
              <a:gd name="adj1" fmla="val 50000"/>
            </a:avLst>
          </a:prstGeom>
          <a:ln>
            <a:solidFill>
              <a:srgbClr val="1CADE4"/>
            </a:solidFill>
          </a:ln>
        </p:spPr>
        <p:style>
          <a:lnRef idx="2">
            <a:schemeClr val="accent1"/>
          </a:lnRef>
          <a:fillRef idx="0">
            <a:schemeClr val="accent1"/>
          </a:fillRef>
          <a:effectRef idx="1">
            <a:schemeClr val="accent1"/>
          </a:effectRef>
          <a:fontRef idx="minor">
            <a:schemeClr val="tx1"/>
          </a:fontRef>
        </p:style>
      </p:cxnSp>
      <p:graphicFrame>
        <p:nvGraphicFramePr>
          <p:cNvPr id="7" name="think-cell data - do not delete" hidden="1">
            <a:extLst>
              <a:ext uri="{FF2B5EF4-FFF2-40B4-BE49-F238E27FC236}">
                <a16:creationId xmlns:a16="http://schemas.microsoft.com/office/drawing/2014/main" id="{DB4D2EB1-AB92-31D1-253C-4DF83E42EA2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DB4D2EB1-AB92-31D1-253C-4DF83E42EA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CFB70322-C1B2-B147-26F4-79263EA45B29}"/>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indent="0">
              <a:buNone/>
            </a:pPr>
            <a:r>
              <a:rPr lang="en-US" noProof="0">
                <a:solidFill>
                  <a:srgbClr val="070F26"/>
                </a:solidFill>
                <a:latin typeface="Aptos" panose="020B0004020202020204" pitchFamily="34" charset="0"/>
                <a:ea typeface="Arial" pitchFamily="34" charset="-122"/>
                <a:cs typeface="Arial" pitchFamily="34" charset="-120"/>
              </a:rPr>
              <a:t>Proposed Delivery Team</a:t>
            </a:r>
            <a:endParaRPr lang="en-US" noProof="0">
              <a:latin typeface="Aptos" panose="020B0004020202020204" pitchFamily="34" charset="0"/>
            </a:endParaRPr>
          </a:p>
          <a:p>
            <a:pPr marL="0" marR="0" lvl="0" indent="0" fontAlgn="auto">
              <a:lnSpc>
                <a:spcPct val="100000"/>
              </a:lnSpc>
              <a:spcBef>
                <a:spcPts val="0"/>
              </a:spcBef>
              <a:spcAft>
                <a:spcPts val="0"/>
              </a:spcAft>
              <a:buClrTx/>
              <a:buSzTx/>
              <a:buNone/>
              <a:tabLst/>
            </a:pPr>
            <a:endParaRPr lang="en-US" noProof="0">
              <a:latin typeface="Aptos" panose="020B0004020202020204" pitchFamily="34" charset="0"/>
            </a:endParaRPr>
          </a:p>
        </p:txBody>
      </p:sp>
      <p:sp>
        <p:nvSpPr>
          <p:cNvPr id="3" name="Title 12">
            <a:extLst>
              <a:ext uri="{FF2B5EF4-FFF2-40B4-BE49-F238E27FC236}">
                <a16:creationId xmlns:a16="http://schemas.microsoft.com/office/drawing/2014/main" id="{32984FAE-DC9C-4DFB-BF83-A77960D9AA4A}"/>
              </a:ext>
            </a:extLst>
          </p:cNvPr>
          <p:cNvSpPr>
            <a:spLocks noGrp="1"/>
          </p:cNvSpPr>
          <p:nvPr>
            <p:ph type="title"/>
          </p:nvPr>
        </p:nvSpPr>
        <p:spPr>
          <a:xfrm>
            <a:off x="465722" y="794031"/>
            <a:ext cx="11446876" cy="584775"/>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latin typeface="Aptos" panose="020B0004020202020204" pitchFamily="34" charset="0"/>
              </a:rPr>
              <a:t>A group of multidisciplinary profiles with extensive technical expertise have been selected to lead the evaluation of each of the critical domains of the assessment:</a:t>
            </a:r>
          </a:p>
        </p:txBody>
      </p:sp>
      <p:graphicFrame>
        <p:nvGraphicFramePr>
          <p:cNvPr id="10" name="Tabla 7">
            <a:extLst>
              <a:ext uri="{FF2B5EF4-FFF2-40B4-BE49-F238E27FC236}">
                <a16:creationId xmlns:a16="http://schemas.microsoft.com/office/drawing/2014/main" id="{0CA5C648-1415-0CFA-6338-F8D6552A0A83}"/>
              </a:ext>
            </a:extLst>
          </p:cNvPr>
          <p:cNvGraphicFramePr>
            <a:graphicFrameLocks noGrp="1"/>
          </p:cNvGraphicFramePr>
          <p:nvPr>
            <p:extLst>
              <p:ext uri="{D42A27DB-BD31-4B8C-83A1-F6EECF244321}">
                <p14:modId xmlns:p14="http://schemas.microsoft.com/office/powerpoint/2010/main" val="1269034709"/>
              </p:ext>
            </p:extLst>
          </p:nvPr>
        </p:nvGraphicFramePr>
        <p:xfrm>
          <a:off x="6341574" y="1838911"/>
          <a:ext cx="5478710" cy="3702237"/>
        </p:xfrm>
        <a:graphic>
          <a:graphicData uri="http://schemas.openxmlformats.org/drawingml/2006/table">
            <a:tbl>
              <a:tblPr firstRow="1" bandRow="1">
                <a:tableStyleId>{073A0DAA-6AF3-43AB-8588-CEC1D06C72B9}</a:tableStyleId>
              </a:tblPr>
              <a:tblGrid>
                <a:gridCol w="1611325">
                  <a:extLst>
                    <a:ext uri="{9D8B030D-6E8A-4147-A177-3AD203B41FA5}">
                      <a16:colId xmlns:a16="http://schemas.microsoft.com/office/drawing/2014/main" val="1504157287"/>
                    </a:ext>
                  </a:extLst>
                </a:gridCol>
                <a:gridCol w="3867385">
                  <a:extLst>
                    <a:ext uri="{9D8B030D-6E8A-4147-A177-3AD203B41FA5}">
                      <a16:colId xmlns:a16="http://schemas.microsoft.com/office/drawing/2014/main" val="80707266"/>
                    </a:ext>
                  </a:extLst>
                </a:gridCol>
              </a:tblGrid>
              <a:tr h="295264">
                <a:tc>
                  <a:txBody>
                    <a:bodyPr/>
                    <a:lstStyle/>
                    <a:p>
                      <a:pPr algn="ctr"/>
                      <a:r>
                        <a:rPr lang="en-US" sz="1400" b="1" noProof="0">
                          <a:solidFill>
                            <a:schemeClr val="bg1"/>
                          </a:solidFill>
                          <a:latin typeface="Aptos" panose="020B0004020202020204" pitchFamily="34" charset="0"/>
                        </a:rPr>
                        <a:t>Role</a:t>
                      </a:r>
                    </a:p>
                  </a:txBody>
                  <a:tcPr anchor="ctr">
                    <a:solidFill>
                      <a:srgbClr val="4D8AB0"/>
                    </a:solidFill>
                  </a:tcPr>
                </a:tc>
                <a:tc>
                  <a:txBody>
                    <a:bodyPr/>
                    <a:lstStyle/>
                    <a:p>
                      <a:pPr algn="ctr"/>
                      <a:r>
                        <a:rPr lang="en-US" sz="1400" b="1" noProof="0">
                          <a:solidFill>
                            <a:schemeClr val="bg1"/>
                          </a:solidFill>
                          <a:latin typeface="Aptos" panose="020B0004020202020204" pitchFamily="34" charset="0"/>
                        </a:rPr>
                        <a:t>Function</a:t>
                      </a:r>
                    </a:p>
                  </a:txBody>
                  <a:tcPr anchor="ctr">
                    <a:solidFill>
                      <a:srgbClr val="4D8AB0"/>
                    </a:solidFill>
                  </a:tcPr>
                </a:tc>
                <a:extLst>
                  <a:ext uri="{0D108BD9-81ED-4DB2-BD59-A6C34878D82A}">
                    <a16:rowId xmlns:a16="http://schemas.microsoft.com/office/drawing/2014/main" val="690763505"/>
                  </a:ext>
                </a:extLst>
              </a:tr>
              <a:tr h="745677">
                <a:tc>
                  <a:txBody>
                    <a:bodyPr/>
                    <a:lstStyle/>
                    <a:p>
                      <a:pPr algn="ctr"/>
                      <a:r>
                        <a:rPr lang="en-US" sz="1200" b="1" noProof="0">
                          <a:solidFill>
                            <a:schemeClr val="tx1"/>
                          </a:solidFill>
                          <a:latin typeface="Aptos" panose="020B0004020202020204" pitchFamily="34" charset="0"/>
                        </a:rPr>
                        <a:t>Director / Manager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BCBCB"/>
                    </a:solidFill>
                  </a:tcPr>
                </a:tc>
                <a:tc>
                  <a:txBody>
                    <a:bodyPr/>
                    <a:lstStyle/>
                    <a:p>
                      <a:r>
                        <a:rPr lang="en-US" sz="1200" noProof="0">
                          <a:latin typeface="Aptos" panose="020B0004020202020204" pitchFamily="34" charset="0"/>
                        </a:rPr>
                        <a:t>Ensures the strategic alignment of the project with IAG's management board, facilitating decision-making and coordination between teams.</a:t>
                      </a:r>
                    </a:p>
                  </a:txBody>
                  <a:tcPr anchor="ctr">
                    <a:lnL w="12700" cap="flat" cmpd="sng" algn="ctr">
                      <a:solidFill>
                        <a:schemeClr val="tx1"/>
                      </a:solidFill>
                      <a:prstDash val="solid"/>
                      <a:round/>
                      <a:headEnd type="none" w="med" len="med"/>
                      <a:tailEnd type="none" w="med" len="med"/>
                    </a:lnL>
                    <a:solidFill>
                      <a:srgbClr val="CBCBCB"/>
                    </a:solidFill>
                  </a:tcPr>
                </a:tc>
                <a:extLst>
                  <a:ext uri="{0D108BD9-81ED-4DB2-BD59-A6C34878D82A}">
                    <a16:rowId xmlns:a16="http://schemas.microsoft.com/office/drawing/2014/main" val="389695977"/>
                  </a:ext>
                </a:extLst>
              </a:tr>
              <a:tr h="95281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Aptos" panose="020B0004020202020204" pitchFamily="34" charset="0"/>
                        </a:rPr>
                        <a:t>Technical Project Leader</a:t>
                      </a:r>
                      <a:endParaRPr lang="en-US" sz="1200" b="1" i="1" noProof="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200" noProof="0">
                          <a:latin typeface="Aptos" panose="020B0004020202020204" pitchFamily="34" charset="0"/>
                        </a:rPr>
                        <a:t>Leads the technical execution of the project and coordinates all the profiles, resolving possible risks, dependencies and blockages to guarantee the quality of each phase by complying with the scope and deadlines stipulated.</a:t>
                      </a:r>
                    </a:p>
                  </a:txBody>
                  <a:tcPr anchor="ctr">
                    <a:lnL w="12700" cap="flat" cmpd="sng" algn="ctr">
                      <a:solidFill>
                        <a:schemeClr val="tx1"/>
                      </a:solidFill>
                      <a:prstDash val="solid"/>
                      <a:round/>
                      <a:headEnd type="none" w="med" len="med"/>
                      <a:tailEnd type="none" w="med" len="med"/>
                    </a:lnL>
                    <a:solidFill>
                      <a:srgbClr val="CBCBCB">
                        <a:alpha val="50196"/>
                      </a:srgbClr>
                    </a:solidFill>
                  </a:tcPr>
                </a:tc>
                <a:extLst>
                  <a:ext uri="{0D108BD9-81ED-4DB2-BD59-A6C34878D82A}">
                    <a16:rowId xmlns:a16="http://schemas.microsoft.com/office/drawing/2014/main" val="2647845806"/>
                  </a:ext>
                </a:extLst>
              </a:tr>
              <a:tr h="745677">
                <a:tc>
                  <a:txBody>
                    <a:bodyPr/>
                    <a:lstStyle/>
                    <a:p>
                      <a:pPr algn="ctr"/>
                      <a:r>
                        <a:rPr lang="en-US" sz="1200" b="1" noProof="0">
                          <a:solidFill>
                            <a:schemeClr val="tx1"/>
                          </a:solidFill>
                          <a:latin typeface="Aptos" panose="020B0004020202020204" pitchFamily="34" charset="0"/>
                        </a:rPr>
                        <a:t>Domain Leaders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200" noProof="0">
                          <a:latin typeface="Aptos" panose="020B0004020202020204" pitchFamily="34" charset="0"/>
                        </a:rPr>
                        <a:t>Responsible profiles for the evaluation approach of each of the assessment domains (also including a cross profile for Legal), coordinating the discovery and maturity scoring assigned.</a:t>
                      </a:r>
                    </a:p>
                  </a:txBody>
                  <a:tcPr anchor="ctr">
                    <a:lnL w="12700" cap="flat" cmpd="sng" algn="ctr">
                      <a:solidFill>
                        <a:schemeClr val="tx1"/>
                      </a:solidFill>
                      <a:prstDash val="solid"/>
                      <a:round/>
                      <a:headEnd type="none" w="med" len="med"/>
                      <a:tailEnd type="none" w="med" len="med"/>
                    </a:lnL>
                    <a:solidFill>
                      <a:srgbClr val="CBCBCB"/>
                    </a:solidFill>
                  </a:tcPr>
                </a:tc>
                <a:extLst>
                  <a:ext uri="{0D108BD9-81ED-4DB2-BD59-A6C34878D82A}">
                    <a16:rowId xmlns:a16="http://schemas.microsoft.com/office/drawing/2014/main" val="29432831"/>
                  </a:ext>
                </a:extLst>
              </a:tr>
              <a:tr h="745677">
                <a:tc>
                  <a:txBody>
                    <a:bodyPr/>
                    <a:lstStyle/>
                    <a:p>
                      <a:pPr algn="ctr"/>
                      <a:r>
                        <a:rPr lang="en-US" sz="1200" b="1" noProof="0">
                          <a:solidFill>
                            <a:schemeClr val="tx1"/>
                          </a:solidFill>
                          <a:latin typeface="Aptos" panose="020B0004020202020204" pitchFamily="34" charset="0"/>
                        </a:rPr>
                        <a:t>Domain Analysts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200" noProof="0">
                          <a:latin typeface="Aptos" panose="020B0004020202020204" pitchFamily="34" charset="0"/>
                        </a:rPr>
                        <a:t>Specialized team in charge of analyzing the documentation received and carrying out the information gathering workshops during Phase 2 of the project.</a:t>
                      </a:r>
                    </a:p>
                  </a:txBody>
                  <a:tcPr anchor="ctr">
                    <a:lnL w="12700" cap="flat" cmpd="sng" algn="ctr">
                      <a:solidFill>
                        <a:schemeClr val="tx1"/>
                      </a:solidFill>
                      <a:prstDash val="solid"/>
                      <a:round/>
                      <a:headEnd type="none" w="med" len="med"/>
                      <a:tailEnd type="none" w="med" len="med"/>
                    </a:lnL>
                    <a:solidFill>
                      <a:srgbClr val="CBCBCB">
                        <a:alpha val="50196"/>
                      </a:srgbClr>
                    </a:solidFill>
                  </a:tcPr>
                </a:tc>
                <a:extLst>
                  <a:ext uri="{0D108BD9-81ED-4DB2-BD59-A6C34878D82A}">
                    <a16:rowId xmlns:a16="http://schemas.microsoft.com/office/drawing/2014/main" val="1064088704"/>
                  </a:ext>
                </a:extLst>
              </a:tr>
            </a:tbl>
          </a:graphicData>
        </a:graphic>
      </p:graphicFrame>
      <p:pic>
        <p:nvPicPr>
          <p:cNvPr id="19" name="Picture 2" descr="Business man ">
            <a:extLst>
              <a:ext uri="{FF2B5EF4-FFF2-40B4-BE49-F238E27FC236}">
                <a16:creationId xmlns:a16="http://schemas.microsoft.com/office/drawing/2014/main" id="{FECB08AE-D1A5-D7CC-47D7-7E980722C8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66149" y="2118328"/>
            <a:ext cx="347994" cy="347994"/>
          </a:xfrm>
          <a:prstGeom prst="rect">
            <a:avLst/>
          </a:prstGeom>
          <a:noFill/>
          <a:extLst>
            <a:ext uri="{909E8E84-426E-40DD-AFC4-6F175D3DCCD1}">
              <a14:hiddenFill xmlns:a14="http://schemas.microsoft.com/office/drawing/2010/main">
                <a:solidFill>
                  <a:srgbClr val="FFFFFF"/>
                </a:solidFill>
              </a14:hiddenFill>
            </a:ext>
          </a:extLst>
        </p:spPr>
      </p:pic>
      <p:sp>
        <p:nvSpPr>
          <p:cNvPr id="20" name="CuadroTexto 31">
            <a:extLst>
              <a:ext uri="{FF2B5EF4-FFF2-40B4-BE49-F238E27FC236}">
                <a16:creationId xmlns:a16="http://schemas.microsoft.com/office/drawing/2014/main" id="{7D1598DE-7BF8-6928-505E-1F30D1E88821}"/>
              </a:ext>
            </a:extLst>
          </p:cNvPr>
          <p:cNvSpPr txBox="1"/>
          <p:nvPr/>
        </p:nvSpPr>
        <p:spPr>
          <a:xfrm>
            <a:off x="1614143" y="2092270"/>
            <a:ext cx="187700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ptos" panose="02110004020202020204"/>
                <a:ea typeface="+mn-ea"/>
                <a:cs typeface="+mn-cs"/>
              </a:rPr>
              <a:t>Partner / Director (Sponsorship)</a:t>
            </a:r>
            <a:endParaRPr kumimoji="0" lang="en-US" sz="10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2" name="CuadroTexto 31">
            <a:extLst>
              <a:ext uri="{FF2B5EF4-FFF2-40B4-BE49-F238E27FC236}">
                <a16:creationId xmlns:a16="http://schemas.microsoft.com/office/drawing/2014/main" id="{C52F2789-C5E4-ABCE-51E2-AAE3EFBB8BD2}"/>
              </a:ext>
            </a:extLst>
          </p:cNvPr>
          <p:cNvSpPr txBox="1"/>
          <p:nvPr/>
        </p:nvSpPr>
        <p:spPr>
          <a:xfrm>
            <a:off x="3945319" y="2092270"/>
            <a:ext cx="136201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ptos" panose="02110004020202020204"/>
                <a:ea typeface="+mn-ea"/>
                <a:cs typeface="+mn-cs"/>
              </a:rPr>
              <a:t>Client Manager / Senior Manager</a:t>
            </a:r>
          </a:p>
        </p:txBody>
      </p:sp>
      <p:pic>
        <p:nvPicPr>
          <p:cNvPr id="23" name="Picture 2">
            <a:extLst>
              <a:ext uri="{FF2B5EF4-FFF2-40B4-BE49-F238E27FC236}">
                <a16:creationId xmlns:a16="http://schemas.microsoft.com/office/drawing/2014/main" id="{D3934A41-7227-76E9-068A-2CAC8C637C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p:blipFill>
        <p:spPr bwMode="auto">
          <a:xfrm>
            <a:off x="3665147" y="2118328"/>
            <a:ext cx="347994" cy="347994"/>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roup 57">
            <a:extLst>
              <a:ext uri="{FF2B5EF4-FFF2-40B4-BE49-F238E27FC236}">
                <a16:creationId xmlns:a16="http://schemas.microsoft.com/office/drawing/2014/main" id="{F143A4FF-0F36-B04A-7568-5D668DF0E2E0}"/>
              </a:ext>
            </a:extLst>
          </p:cNvPr>
          <p:cNvGrpSpPr/>
          <p:nvPr/>
        </p:nvGrpSpPr>
        <p:grpSpPr>
          <a:xfrm>
            <a:off x="1713220" y="2863352"/>
            <a:ext cx="1533725" cy="400110"/>
            <a:chOff x="1275070" y="2685832"/>
            <a:chExt cx="1533725" cy="400110"/>
          </a:xfrm>
        </p:grpSpPr>
        <p:pic>
          <p:nvPicPr>
            <p:cNvPr id="24" name="Picture 2" descr="Business man ">
              <a:extLst>
                <a:ext uri="{FF2B5EF4-FFF2-40B4-BE49-F238E27FC236}">
                  <a16:creationId xmlns:a16="http://schemas.microsoft.com/office/drawing/2014/main" id="{4BAC89D7-8754-5DAE-EC35-E8603B78BA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5070" y="2711890"/>
              <a:ext cx="347994" cy="347994"/>
            </a:xfrm>
            <a:prstGeom prst="rect">
              <a:avLst/>
            </a:prstGeom>
            <a:noFill/>
            <a:extLst>
              <a:ext uri="{909E8E84-426E-40DD-AFC4-6F175D3DCCD1}">
                <a14:hiddenFill xmlns:a14="http://schemas.microsoft.com/office/drawing/2010/main">
                  <a:solidFill>
                    <a:srgbClr val="FFFFFF"/>
                  </a:solidFill>
                </a14:hiddenFill>
              </a:ext>
            </a:extLst>
          </p:spPr>
        </p:pic>
        <p:sp>
          <p:nvSpPr>
            <p:cNvPr id="25" name="CuadroTexto 31">
              <a:extLst>
                <a:ext uri="{FF2B5EF4-FFF2-40B4-BE49-F238E27FC236}">
                  <a16:creationId xmlns:a16="http://schemas.microsoft.com/office/drawing/2014/main" id="{265319E6-BE2B-B22A-192F-2A0DE540ECFE}"/>
                </a:ext>
              </a:extLst>
            </p:cNvPr>
            <p:cNvSpPr txBox="1"/>
            <p:nvPr/>
          </p:nvSpPr>
          <p:spPr>
            <a:xfrm>
              <a:off x="1623063" y="2685832"/>
              <a:ext cx="118573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noProof="0">
                  <a:solidFill>
                    <a:prstClr val="black"/>
                  </a:solidFill>
                  <a:latin typeface="Aptos" panose="02110004020202020204"/>
                </a:rPr>
                <a:t>Technical Project Leader</a:t>
              </a:r>
              <a:endParaRPr kumimoji="0" lang="en-US" sz="1000" b="1" i="0" u="none" strike="noStrike" kern="1200" cap="none" spc="0" normalizeH="0" baseline="0" noProof="0">
                <a:ln>
                  <a:noFill/>
                </a:ln>
                <a:solidFill>
                  <a:prstClr val="black"/>
                </a:solidFill>
                <a:effectLst/>
                <a:uLnTx/>
                <a:uFillTx/>
                <a:latin typeface="Aptos" panose="02110004020202020204"/>
                <a:ea typeface="+mn-ea"/>
                <a:cs typeface="+mn-cs"/>
              </a:endParaRPr>
            </a:p>
          </p:txBody>
        </p:sp>
      </p:grpSp>
      <p:cxnSp>
        <p:nvCxnSpPr>
          <p:cNvPr id="30" name="Connector: Elbow 29">
            <a:extLst>
              <a:ext uri="{FF2B5EF4-FFF2-40B4-BE49-F238E27FC236}">
                <a16:creationId xmlns:a16="http://schemas.microsoft.com/office/drawing/2014/main" id="{8AF1DDBE-CBFA-2509-92CF-BEEBD859E126}"/>
              </a:ext>
            </a:extLst>
          </p:cNvPr>
          <p:cNvCxnSpPr>
            <a:cxnSpLocks/>
            <a:stCxn id="24" idx="2"/>
            <a:endCxn id="12" idx="3"/>
          </p:cNvCxnSpPr>
          <p:nvPr/>
        </p:nvCxnSpPr>
        <p:spPr>
          <a:xfrm rot="16200000" flipH="1">
            <a:off x="2371144" y="2753476"/>
            <a:ext cx="1005731" cy="1973585"/>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31" name="Connector: Elbow 30">
            <a:extLst>
              <a:ext uri="{FF2B5EF4-FFF2-40B4-BE49-F238E27FC236}">
                <a16:creationId xmlns:a16="http://schemas.microsoft.com/office/drawing/2014/main" id="{47B3A122-3118-9EB9-D517-AD9FD36ACF12}"/>
              </a:ext>
            </a:extLst>
          </p:cNvPr>
          <p:cNvCxnSpPr>
            <a:cxnSpLocks/>
            <a:stCxn id="28" idx="0"/>
          </p:cNvCxnSpPr>
          <p:nvPr/>
        </p:nvCxnSpPr>
        <p:spPr>
          <a:xfrm rot="16200000" flipV="1">
            <a:off x="2689929" y="2434693"/>
            <a:ext cx="994011" cy="2599433"/>
          </a:xfrm>
          <a:prstGeom prst="bentConnector3">
            <a:avLst>
              <a:gd name="adj1" fmla="val 49601"/>
            </a:avLst>
          </a:prstGeom>
          <a:ln>
            <a:solidFill>
              <a:srgbClr val="1CADE4"/>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2745AA0E-4718-036B-E380-12D2BFEA14D5}"/>
              </a:ext>
            </a:extLst>
          </p:cNvPr>
          <p:cNvCxnSpPr>
            <a:cxnSpLocks/>
            <a:stCxn id="19" idx="2"/>
          </p:cNvCxnSpPr>
          <p:nvPr/>
        </p:nvCxnSpPr>
        <p:spPr>
          <a:xfrm rot="16200000" flipH="1">
            <a:off x="1452137" y="2454330"/>
            <a:ext cx="423088" cy="44707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EFC18531-3F65-8D7F-2F12-C290C3CC9BAC}"/>
              </a:ext>
            </a:extLst>
          </p:cNvPr>
          <p:cNvCxnSpPr>
            <a:cxnSpLocks/>
            <a:endCxn id="23" idx="2"/>
          </p:cNvCxnSpPr>
          <p:nvPr/>
        </p:nvCxnSpPr>
        <p:spPr>
          <a:xfrm rot="5400000" flipH="1" flipV="1">
            <a:off x="2651636" y="1701903"/>
            <a:ext cx="423088" cy="1951927"/>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45" name="Rectangle 11">
            <a:extLst>
              <a:ext uri="{FF2B5EF4-FFF2-40B4-BE49-F238E27FC236}">
                <a16:creationId xmlns:a16="http://schemas.microsoft.com/office/drawing/2014/main" id="{558C3757-1051-2ADC-EAF9-96A5E671A600}"/>
              </a:ext>
            </a:extLst>
          </p:cNvPr>
          <p:cNvSpPr/>
          <p:nvPr/>
        </p:nvSpPr>
        <p:spPr>
          <a:xfrm>
            <a:off x="399047" y="1514261"/>
            <a:ext cx="5685090" cy="252343"/>
          </a:xfrm>
          <a:prstGeom prst="roundRect">
            <a:avLst>
              <a:gd name="adj" fmla="val 50000"/>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ptos" panose="02110004020202020204"/>
                <a:ea typeface="+mn-ea"/>
                <a:cs typeface="+mn-cs"/>
              </a:rPr>
              <a:t>Core Team</a:t>
            </a:r>
          </a:p>
        </p:txBody>
      </p:sp>
      <p:cxnSp>
        <p:nvCxnSpPr>
          <p:cNvPr id="116" name="Connector: Elbow 115">
            <a:extLst>
              <a:ext uri="{FF2B5EF4-FFF2-40B4-BE49-F238E27FC236}">
                <a16:creationId xmlns:a16="http://schemas.microsoft.com/office/drawing/2014/main" id="{0CB91A31-D746-C0C3-12B8-442026C9D69A}"/>
              </a:ext>
            </a:extLst>
          </p:cNvPr>
          <p:cNvCxnSpPr>
            <a:cxnSpLocks/>
          </p:cNvCxnSpPr>
          <p:nvPr/>
        </p:nvCxnSpPr>
        <p:spPr>
          <a:xfrm rot="5400000" flipH="1" flipV="1">
            <a:off x="1032832" y="3392290"/>
            <a:ext cx="1009270" cy="699499"/>
          </a:xfrm>
          <a:prstGeom prst="bentConnector3">
            <a:avLst>
              <a:gd name="adj1" fmla="val 50000"/>
            </a:avLst>
          </a:prstGeom>
          <a:ln>
            <a:solidFill>
              <a:srgbClr val="1CADE4"/>
            </a:solidFill>
          </a:ln>
        </p:spPr>
        <p:style>
          <a:lnRef idx="2">
            <a:schemeClr val="accent1"/>
          </a:lnRef>
          <a:fillRef idx="0">
            <a:schemeClr val="accent1"/>
          </a:fillRef>
          <a:effectRef idx="1">
            <a:schemeClr val="accent1"/>
          </a:effectRef>
          <a:fontRef idx="minor">
            <a:schemeClr val="tx1"/>
          </a:fontRef>
        </p:style>
      </p:cxnSp>
      <p:cxnSp>
        <p:nvCxnSpPr>
          <p:cNvPr id="119" name="Connector: Elbow 118">
            <a:extLst>
              <a:ext uri="{FF2B5EF4-FFF2-40B4-BE49-F238E27FC236}">
                <a16:creationId xmlns:a16="http://schemas.microsoft.com/office/drawing/2014/main" id="{C8058290-5DC8-C127-86E4-D9E6A0A59EDB}"/>
              </a:ext>
            </a:extLst>
          </p:cNvPr>
          <p:cNvCxnSpPr>
            <a:cxnSpLocks/>
            <a:stCxn id="6" idx="3"/>
            <a:endCxn id="24" idx="2"/>
          </p:cNvCxnSpPr>
          <p:nvPr/>
        </p:nvCxnSpPr>
        <p:spPr>
          <a:xfrm rot="16200000" flipV="1">
            <a:off x="1730059" y="3394562"/>
            <a:ext cx="1009268" cy="694952"/>
          </a:xfrm>
          <a:prstGeom prst="bentConnector3">
            <a:avLst>
              <a:gd name="adj1" fmla="val 50000"/>
            </a:avLst>
          </a:prstGeom>
          <a:ln>
            <a:solidFill>
              <a:srgbClr val="1CADE4"/>
            </a:solidFill>
          </a:ln>
        </p:spPr>
        <p:style>
          <a:lnRef idx="2">
            <a:schemeClr val="accent1"/>
          </a:lnRef>
          <a:fillRef idx="0">
            <a:schemeClr val="accent1"/>
          </a:fillRef>
          <a:effectRef idx="1">
            <a:schemeClr val="accent1"/>
          </a:effectRef>
          <a:fontRef idx="minor">
            <a:schemeClr val="tx1"/>
          </a:fontRef>
        </p:style>
      </p:cxnSp>
      <p:cxnSp>
        <p:nvCxnSpPr>
          <p:cNvPr id="122" name="Connector: Elbow 121">
            <a:extLst>
              <a:ext uri="{FF2B5EF4-FFF2-40B4-BE49-F238E27FC236}">
                <a16:creationId xmlns:a16="http://schemas.microsoft.com/office/drawing/2014/main" id="{1E332E3C-BBB2-D8C9-997A-2219406092D0}"/>
              </a:ext>
            </a:extLst>
          </p:cNvPr>
          <p:cNvCxnSpPr>
            <a:cxnSpLocks/>
            <a:stCxn id="9" idx="3"/>
            <a:endCxn id="24" idx="2"/>
          </p:cNvCxnSpPr>
          <p:nvPr/>
        </p:nvCxnSpPr>
        <p:spPr>
          <a:xfrm rot="16200000" flipV="1">
            <a:off x="1930545" y="3194076"/>
            <a:ext cx="1009268" cy="1095924"/>
          </a:xfrm>
          <a:prstGeom prst="bentConnector3">
            <a:avLst>
              <a:gd name="adj1" fmla="val 50000"/>
            </a:avLst>
          </a:prstGeom>
          <a:ln>
            <a:solidFill>
              <a:srgbClr val="1CADE4"/>
            </a:solidFill>
          </a:ln>
        </p:spPr>
        <p:style>
          <a:lnRef idx="2">
            <a:schemeClr val="accent1"/>
          </a:lnRef>
          <a:fillRef idx="0">
            <a:schemeClr val="accent1"/>
          </a:fillRef>
          <a:effectRef idx="1">
            <a:schemeClr val="accent1"/>
          </a:effectRef>
          <a:fontRef idx="minor">
            <a:schemeClr val="tx1"/>
          </a:fontRef>
        </p:style>
      </p:cxnSp>
      <p:grpSp>
        <p:nvGrpSpPr>
          <p:cNvPr id="59" name="Group 58">
            <a:extLst>
              <a:ext uri="{FF2B5EF4-FFF2-40B4-BE49-F238E27FC236}">
                <a16:creationId xmlns:a16="http://schemas.microsoft.com/office/drawing/2014/main" id="{1207A232-54C5-A680-F7F2-9ECB5330285A}"/>
              </a:ext>
            </a:extLst>
          </p:cNvPr>
          <p:cNvGrpSpPr/>
          <p:nvPr/>
        </p:nvGrpSpPr>
        <p:grpSpPr>
          <a:xfrm>
            <a:off x="4312653" y="4205357"/>
            <a:ext cx="1156838" cy="400110"/>
            <a:chOff x="4970859" y="3050814"/>
            <a:chExt cx="1156838" cy="400110"/>
          </a:xfrm>
        </p:grpSpPr>
        <p:pic>
          <p:nvPicPr>
            <p:cNvPr id="28" name="Picture 2">
              <a:extLst>
                <a:ext uri="{FF2B5EF4-FFF2-40B4-BE49-F238E27FC236}">
                  <a16:creationId xmlns:a16="http://schemas.microsoft.com/office/drawing/2014/main" id="{6B6B89C2-BBFA-99F1-3359-E4DB82C32A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p:blipFill>
          <p:spPr bwMode="auto">
            <a:xfrm>
              <a:off x="4970859" y="3076872"/>
              <a:ext cx="347994" cy="347994"/>
            </a:xfrm>
            <a:prstGeom prst="rect">
              <a:avLst/>
            </a:prstGeom>
            <a:noFill/>
            <a:extLst>
              <a:ext uri="{909E8E84-426E-40DD-AFC4-6F175D3DCCD1}">
                <a14:hiddenFill xmlns:a14="http://schemas.microsoft.com/office/drawing/2010/main">
                  <a:solidFill>
                    <a:srgbClr val="FFFFFF"/>
                  </a:solidFill>
                </a14:hiddenFill>
              </a:ext>
            </a:extLst>
          </p:spPr>
        </p:pic>
        <p:sp>
          <p:nvSpPr>
            <p:cNvPr id="29" name="CuadroTexto 31">
              <a:extLst>
                <a:ext uri="{FF2B5EF4-FFF2-40B4-BE49-F238E27FC236}">
                  <a16:creationId xmlns:a16="http://schemas.microsoft.com/office/drawing/2014/main" id="{ED11AD8D-D430-DF6F-C70E-48A4BA847705}"/>
                </a:ext>
              </a:extLst>
            </p:cNvPr>
            <p:cNvSpPr txBox="1"/>
            <p:nvPr/>
          </p:nvSpPr>
          <p:spPr>
            <a:xfrm>
              <a:off x="5279866" y="3050814"/>
              <a:ext cx="84783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ptos" panose="02110004020202020204"/>
                  <a:ea typeface="+mn-ea"/>
                  <a:cs typeface="+mn-cs"/>
                </a:rPr>
                <a:t>Legal</a:t>
              </a:r>
              <a:br>
                <a:rPr kumimoji="0" lang="en-US" sz="1000" b="1" i="0" u="none" strike="noStrike" kern="1200" cap="none" spc="0" normalizeH="0" baseline="0" noProof="0">
                  <a:ln>
                    <a:noFill/>
                  </a:ln>
                  <a:solidFill>
                    <a:prstClr val="black"/>
                  </a:solidFill>
                  <a:effectLst/>
                  <a:uLnTx/>
                  <a:uFillTx/>
                  <a:latin typeface="Aptos" panose="02110004020202020204"/>
                  <a:ea typeface="+mn-ea"/>
                  <a:cs typeface="+mn-cs"/>
                </a:rPr>
              </a:br>
              <a:r>
                <a:rPr kumimoji="0" lang="en-US" sz="1000" b="1" i="0" u="none" strike="noStrike" kern="1200" cap="none" spc="0" normalizeH="0" baseline="0" noProof="0">
                  <a:ln>
                    <a:noFill/>
                  </a:ln>
                  <a:solidFill>
                    <a:prstClr val="black"/>
                  </a:solidFill>
                  <a:effectLst/>
                  <a:uLnTx/>
                  <a:uFillTx/>
                  <a:latin typeface="Aptos" panose="02110004020202020204"/>
                  <a:ea typeface="+mn-ea"/>
                  <a:cs typeface="+mn-cs"/>
                </a:rPr>
                <a:t>Advisory*</a:t>
              </a:r>
              <a:endParaRPr lang="en-US" sz="1000" noProof="0">
                <a:solidFill>
                  <a:prstClr val="black"/>
                </a:solidFill>
                <a:latin typeface="Aptos" panose="02110004020202020204"/>
              </a:endParaRPr>
            </a:p>
          </p:txBody>
        </p:sp>
      </p:grpSp>
      <p:sp>
        <p:nvSpPr>
          <p:cNvPr id="8" name="CuadroTexto 7">
            <a:extLst>
              <a:ext uri="{FF2B5EF4-FFF2-40B4-BE49-F238E27FC236}">
                <a16:creationId xmlns:a16="http://schemas.microsoft.com/office/drawing/2014/main" id="{4AE3FAFA-8BB7-7966-D529-447759A64728}"/>
              </a:ext>
            </a:extLst>
          </p:cNvPr>
          <p:cNvSpPr txBox="1"/>
          <p:nvPr/>
        </p:nvSpPr>
        <p:spPr>
          <a:xfrm>
            <a:off x="352192" y="6316301"/>
            <a:ext cx="10466604" cy="246221"/>
          </a:xfrm>
          <a:prstGeom prst="rect">
            <a:avLst/>
          </a:prstGeom>
          <a:noFill/>
        </p:spPr>
        <p:txBody>
          <a:bodyPr wrap="square">
            <a:spAutoFit/>
          </a:bodyPr>
          <a:lstStyle/>
          <a:p>
            <a:r>
              <a:rPr lang="en-US" sz="1000" i="1" noProof="0">
                <a:solidFill>
                  <a:prstClr val="black"/>
                </a:solidFill>
                <a:latin typeface="Aptos" panose="02110004020202020204"/>
              </a:rPr>
              <a:t>*Legal advisory is excluded from the base scope and may be added as an optional workstream for detailed contract and jurisdictional review if required.</a:t>
            </a:r>
          </a:p>
        </p:txBody>
      </p:sp>
      <p:sp>
        <p:nvSpPr>
          <p:cNvPr id="49" name="TextBox 48">
            <a:extLst>
              <a:ext uri="{FF2B5EF4-FFF2-40B4-BE49-F238E27FC236}">
                <a16:creationId xmlns:a16="http://schemas.microsoft.com/office/drawing/2014/main" id="{B2703B3C-4615-21CB-61DA-E89A7486731E}"/>
              </a:ext>
            </a:extLst>
          </p:cNvPr>
          <p:cNvSpPr txBox="1"/>
          <p:nvPr/>
        </p:nvSpPr>
        <p:spPr>
          <a:xfrm>
            <a:off x="837196" y="3944486"/>
            <a:ext cx="3340449" cy="1774181"/>
          </a:xfrm>
          <a:prstGeom prst="rect">
            <a:avLst/>
          </a:prstGeom>
          <a:solidFill>
            <a:schemeClr val="bg1">
              <a:alpha val="69804"/>
            </a:schemeClr>
          </a:solidFill>
          <a:ln>
            <a:solidFill>
              <a:srgbClr val="000000"/>
            </a:solidFill>
          </a:ln>
        </p:spPr>
        <p:txBody>
          <a:bodyPr wrap="square" rtlCol="0" anchor="t">
            <a:noAutofit/>
          </a:bodyPr>
          <a:lstStyle/>
          <a:p>
            <a:pPr>
              <a:defRPr/>
            </a:pPr>
            <a:r>
              <a:rPr kumimoji="0" lang="en-US" sz="1000" b="1" i="0" u="none" strike="noStrike" kern="0" cap="none" spc="0" normalizeH="0" baseline="0" noProof="0">
                <a:ln>
                  <a:noFill/>
                </a:ln>
                <a:effectLst/>
                <a:uLnTx/>
                <a:uFillTx/>
                <a:latin typeface="Aptos" panose="02110004020202020204"/>
              </a:rPr>
              <a:t>Domain </a:t>
            </a:r>
            <a:r>
              <a:rPr lang="en-US" sz="1000" b="1" kern="0" noProof="0">
                <a:latin typeface="Aptos" panose="02110004020202020204"/>
              </a:rPr>
              <a:t>Specialist Teams</a:t>
            </a:r>
            <a:endParaRPr lang="en-US" sz="1000" i="1" noProof="0">
              <a:solidFill>
                <a:prstClr val="black"/>
              </a:solidFill>
              <a:latin typeface="Aptos" panose="02110004020202020204"/>
            </a:endParaRPr>
          </a:p>
        </p:txBody>
      </p:sp>
      <p:grpSp>
        <p:nvGrpSpPr>
          <p:cNvPr id="15" name="Group 14">
            <a:extLst>
              <a:ext uri="{FF2B5EF4-FFF2-40B4-BE49-F238E27FC236}">
                <a16:creationId xmlns:a16="http://schemas.microsoft.com/office/drawing/2014/main" id="{15EFF5CB-6A76-FC9A-5C73-6D8B8EFA22EC}"/>
              </a:ext>
            </a:extLst>
          </p:cNvPr>
          <p:cNvGrpSpPr/>
          <p:nvPr/>
        </p:nvGrpSpPr>
        <p:grpSpPr>
          <a:xfrm>
            <a:off x="1035379" y="4246672"/>
            <a:ext cx="1276950" cy="1338608"/>
            <a:chOff x="477268" y="4005132"/>
            <a:chExt cx="1276950" cy="1338608"/>
          </a:xfrm>
        </p:grpSpPr>
        <p:sp>
          <p:nvSpPr>
            <p:cNvPr id="13" name="Flecha: pentágono 37">
              <a:extLst>
                <a:ext uri="{FF2B5EF4-FFF2-40B4-BE49-F238E27FC236}">
                  <a16:creationId xmlns:a16="http://schemas.microsoft.com/office/drawing/2014/main" id="{707C080E-C45E-9F9F-0E9F-C8EC89D6607D}"/>
                </a:ext>
              </a:extLst>
            </p:cNvPr>
            <p:cNvSpPr>
              <a:spLocks/>
            </p:cNvSpPr>
            <p:nvPr/>
          </p:nvSpPr>
          <p:spPr>
            <a:xfrm rot="16200000">
              <a:off x="446439" y="4035961"/>
              <a:ext cx="1338607" cy="1276950"/>
            </a:xfrm>
            <a:prstGeom prst="roundRect">
              <a:avLst>
                <a:gd name="adj" fmla="val 13781"/>
              </a:avLst>
            </a:prstGeom>
            <a:solidFill>
              <a:srgbClr val="1F4429">
                <a:alpha val="50196"/>
              </a:srgbClr>
            </a:solidFill>
            <a:ln>
              <a:noFill/>
            </a:ln>
          </p:spPr>
          <p:style>
            <a:lnRef idx="0">
              <a:scrgbClr r="0" g="0" b="0"/>
            </a:lnRef>
            <a:fillRef idx="0">
              <a:scrgbClr r="0" g="0" b="0"/>
            </a:fillRef>
            <a:effectRef idx="0">
              <a:scrgbClr r="0" g="0" b="0"/>
            </a:effectRef>
            <a:fontRef idx="minor">
              <a:schemeClr val="lt1"/>
            </a:fontRef>
          </p:style>
          <p:txBody>
            <a:bodyPr lIns="36000" tIns="72000" rIns="36000" bIns="72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US" sz="900" b="1" i="0" u="none" strike="noStrike" kern="0" cap="none" spc="0" normalizeH="0" baseline="0" noProof="0">
                <a:ln>
                  <a:noFill/>
                </a:ln>
                <a:solidFill>
                  <a:schemeClr val="bg1"/>
                </a:solidFill>
                <a:effectLst/>
                <a:uLnTx/>
                <a:uFillTx/>
                <a:latin typeface="Aptos" panose="020B0004020202020204" pitchFamily="34" charset="0"/>
              </a:endParaRPr>
            </a:p>
          </p:txBody>
        </p:sp>
        <p:sp>
          <p:nvSpPr>
            <p:cNvPr id="5" name="Flecha: pentágono 37">
              <a:extLst>
                <a:ext uri="{FF2B5EF4-FFF2-40B4-BE49-F238E27FC236}">
                  <a16:creationId xmlns:a16="http://schemas.microsoft.com/office/drawing/2014/main" id="{BCDE0704-7BD0-05DB-B418-69440C535E61}"/>
                </a:ext>
              </a:extLst>
            </p:cNvPr>
            <p:cNvSpPr>
              <a:spLocks/>
            </p:cNvSpPr>
            <p:nvPr/>
          </p:nvSpPr>
          <p:spPr>
            <a:xfrm rot="16200000">
              <a:off x="-39697" y="4522098"/>
              <a:ext cx="1338607" cy="304678"/>
            </a:xfrm>
            <a:prstGeom prst="roundRect">
              <a:avLst>
                <a:gd name="adj" fmla="val 13781"/>
              </a:avLst>
            </a:prstGeom>
            <a:solidFill>
              <a:srgbClr val="1F4429"/>
            </a:solidFill>
            <a:ln>
              <a:noFill/>
            </a:ln>
          </p:spPr>
          <p:style>
            <a:lnRef idx="0">
              <a:scrgbClr r="0" g="0" b="0"/>
            </a:lnRef>
            <a:fillRef idx="0">
              <a:scrgbClr r="0" g="0" b="0"/>
            </a:fillRef>
            <a:effectRef idx="0">
              <a:scrgbClr r="0" g="0" b="0"/>
            </a:effectRef>
            <a:fontRef idx="minor">
              <a:schemeClr val="lt1"/>
            </a:fontRef>
          </p:style>
          <p:txBody>
            <a:bodyPr lIns="36000" tIns="72000" rIns="36000" bIns="72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lang="en-US" sz="900" b="1" kern="0" noProof="0">
                  <a:solidFill>
                    <a:schemeClr val="bg1"/>
                  </a:solidFill>
                  <a:latin typeface="Aptos" panose="020B0004020202020204" pitchFamily="34" charset="0"/>
                </a:rPr>
                <a:t>DATA</a:t>
              </a:r>
              <a:endParaRPr kumimoji="0" lang="en-US" sz="900" b="1" i="0" u="none" strike="noStrike" kern="0" cap="none" spc="0" normalizeH="0" baseline="0" noProof="0">
                <a:ln>
                  <a:noFill/>
                </a:ln>
                <a:solidFill>
                  <a:schemeClr val="bg1"/>
                </a:solidFill>
                <a:effectLst/>
                <a:uLnTx/>
                <a:uFillTx/>
                <a:latin typeface="Aptos" panose="020B0004020202020204" pitchFamily="34" charset="0"/>
              </a:endParaRPr>
            </a:p>
          </p:txBody>
        </p:sp>
      </p:grpSp>
      <p:grpSp>
        <p:nvGrpSpPr>
          <p:cNvPr id="40" name="Group 39">
            <a:extLst>
              <a:ext uri="{FF2B5EF4-FFF2-40B4-BE49-F238E27FC236}">
                <a16:creationId xmlns:a16="http://schemas.microsoft.com/office/drawing/2014/main" id="{8A67EED4-F981-5693-E7B4-0DDC641469F7}"/>
              </a:ext>
            </a:extLst>
          </p:cNvPr>
          <p:cNvGrpSpPr/>
          <p:nvPr/>
        </p:nvGrpSpPr>
        <p:grpSpPr>
          <a:xfrm>
            <a:off x="1420596" y="4374876"/>
            <a:ext cx="923279" cy="1046717"/>
            <a:chOff x="884582" y="4155885"/>
            <a:chExt cx="923279" cy="1046717"/>
          </a:xfrm>
        </p:grpSpPr>
        <p:grpSp>
          <p:nvGrpSpPr>
            <p:cNvPr id="21" name="Group 20">
              <a:extLst>
                <a:ext uri="{FF2B5EF4-FFF2-40B4-BE49-F238E27FC236}">
                  <a16:creationId xmlns:a16="http://schemas.microsoft.com/office/drawing/2014/main" id="{066D27FC-8907-7D2D-AB35-06A8C8A95558}"/>
                </a:ext>
              </a:extLst>
            </p:cNvPr>
            <p:cNvGrpSpPr/>
            <p:nvPr/>
          </p:nvGrpSpPr>
          <p:grpSpPr>
            <a:xfrm>
              <a:off x="884582" y="4854608"/>
              <a:ext cx="923279" cy="347994"/>
              <a:chOff x="884582" y="4854608"/>
              <a:chExt cx="923279" cy="347994"/>
            </a:xfrm>
          </p:grpSpPr>
          <p:pic>
            <p:nvPicPr>
              <p:cNvPr id="35" name="Picture 2" descr="Business man ">
                <a:extLst>
                  <a:ext uri="{FF2B5EF4-FFF2-40B4-BE49-F238E27FC236}">
                    <a16:creationId xmlns:a16="http://schemas.microsoft.com/office/drawing/2014/main" id="{DCC40114-FA99-DEBB-DAD2-894B0B5EFC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4582" y="4854608"/>
                <a:ext cx="347994" cy="347994"/>
              </a:xfrm>
              <a:prstGeom prst="rect">
                <a:avLst/>
              </a:prstGeom>
              <a:noFill/>
              <a:extLst>
                <a:ext uri="{909E8E84-426E-40DD-AFC4-6F175D3DCCD1}">
                  <a14:hiddenFill xmlns:a14="http://schemas.microsoft.com/office/drawing/2010/main">
                    <a:solidFill>
                      <a:srgbClr val="FFFFFF"/>
                    </a:solidFill>
                  </a14:hiddenFill>
                </a:ext>
              </a:extLst>
            </p:spPr>
          </p:pic>
          <p:sp>
            <p:nvSpPr>
              <p:cNvPr id="36" name="CuadroTexto 31">
                <a:extLst>
                  <a:ext uri="{FF2B5EF4-FFF2-40B4-BE49-F238E27FC236}">
                    <a16:creationId xmlns:a16="http://schemas.microsoft.com/office/drawing/2014/main" id="{522D2BD2-47A7-441D-6E5F-9806F0CCFCEB}"/>
                  </a:ext>
                </a:extLst>
              </p:cNvPr>
              <p:cNvSpPr txBox="1"/>
              <p:nvPr/>
            </p:nvSpPr>
            <p:spPr>
              <a:xfrm>
                <a:off x="1143403" y="4905495"/>
                <a:ext cx="664458"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ptos" panose="02110004020202020204"/>
                    <a:ea typeface="+mn-ea"/>
                    <a:cs typeface="+mn-cs"/>
                  </a:rPr>
                  <a:t>Analyst</a:t>
                </a:r>
                <a:endParaRPr lang="en-US" sz="1000" i="1" noProof="0">
                  <a:solidFill>
                    <a:prstClr val="black"/>
                  </a:solidFill>
                  <a:latin typeface="Aptos" panose="02110004020202020204"/>
                </a:endParaRPr>
              </a:p>
            </p:txBody>
          </p:sp>
        </p:grpSp>
        <p:grpSp>
          <p:nvGrpSpPr>
            <p:cNvPr id="18" name="Group 17">
              <a:extLst>
                <a:ext uri="{FF2B5EF4-FFF2-40B4-BE49-F238E27FC236}">
                  <a16:creationId xmlns:a16="http://schemas.microsoft.com/office/drawing/2014/main" id="{C12459FE-E69B-F3F4-BB5E-0CA22259A717}"/>
                </a:ext>
              </a:extLst>
            </p:cNvPr>
            <p:cNvGrpSpPr/>
            <p:nvPr/>
          </p:nvGrpSpPr>
          <p:grpSpPr>
            <a:xfrm>
              <a:off x="884582" y="4155885"/>
              <a:ext cx="844730" cy="400110"/>
              <a:chOff x="884582" y="4155885"/>
              <a:chExt cx="844730" cy="400110"/>
            </a:xfrm>
          </p:grpSpPr>
          <p:pic>
            <p:nvPicPr>
              <p:cNvPr id="97" name="Picture 2" descr="Business man ">
                <a:extLst>
                  <a:ext uri="{FF2B5EF4-FFF2-40B4-BE49-F238E27FC236}">
                    <a16:creationId xmlns:a16="http://schemas.microsoft.com/office/drawing/2014/main" id="{7FB372D4-3484-3E5A-0D70-9245262A1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4582" y="4173312"/>
                <a:ext cx="347994" cy="347994"/>
              </a:xfrm>
              <a:prstGeom prst="rect">
                <a:avLst/>
              </a:prstGeom>
              <a:noFill/>
              <a:extLst>
                <a:ext uri="{909E8E84-426E-40DD-AFC4-6F175D3DCCD1}">
                  <a14:hiddenFill xmlns:a14="http://schemas.microsoft.com/office/drawing/2010/main">
                    <a:solidFill>
                      <a:srgbClr val="FFFFFF"/>
                    </a:solidFill>
                  </a14:hiddenFill>
                </a:ext>
              </a:extLst>
            </p:spPr>
          </p:pic>
          <p:sp>
            <p:nvSpPr>
              <p:cNvPr id="98" name="CuadroTexto 31">
                <a:extLst>
                  <a:ext uri="{FF2B5EF4-FFF2-40B4-BE49-F238E27FC236}">
                    <a16:creationId xmlns:a16="http://schemas.microsoft.com/office/drawing/2014/main" id="{6B041FC6-0B9D-FE63-2C01-3BEB5FDE14B8}"/>
                  </a:ext>
                </a:extLst>
              </p:cNvPr>
              <p:cNvSpPr txBox="1"/>
              <p:nvPr/>
            </p:nvSpPr>
            <p:spPr>
              <a:xfrm>
                <a:off x="1143403" y="4155885"/>
                <a:ext cx="58590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err="1">
                    <a:ln>
                      <a:noFill/>
                    </a:ln>
                    <a:solidFill>
                      <a:prstClr val="black"/>
                    </a:solidFill>
                    <a:effectLst/>
                    <a:uLnTx/>
                    <a:uFillTx/>
                    <a:latin typeface="Aptos" panose="02110004020202020204"/>
                    <a:ea typeface="+mn-ea"/>
                    <a:cs typeface="+mn-cs"/>
                  </a:rPr>
                  <a:t>ExpertLead</a:t>
                </a:r>
                <a:endParaRPr kumimoji="0" lang="en-US" sz="1000" b="1"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sp>
        <p:nvSpPr>
          <p:cNvPr id="6" name="Flecha: pentágono 37">
            <a:extLst>
              <a:ext uri="{FF2B5EF4-FFF2-40B4-BE49-F238E27FC236}">
                <a16:creationId xmlns:a16="http://schemas.microsoft.com/office/drawing/2014/main" id="{E54AF589-D16C-0966-9441-D6ED172BD1E6}"/>
              </a:ext>
            </a:extLst>
          </p:cNvPr>
          <p:cNvSpPr>
            <a:spLocks/>
          </p:cNvSpPr>
          <p:nvPr/>
        </p:nvSpPr>
        <p:spPr>
          <a:xfrm rot="16200000">
            <a:off x="1912865" y="4763637"/>
            <a:ext cx="1338608" cy="304678"/>
          </a:xfrm>
          <a:prstGeom prst="roundRect">
            <a:avLst>
              <a:gd name="adj" fmla="val 13781"/>
            </a:avLst>
          </a:prstGeom>
          <a:solidFill>
            <a:srgbClr val="1482AC"/>
          </a:solidFill>
          <a:ln>
            <a:noFill/>
          </a:ln>
        </p:spPr>
        <p:style>
          <a:lnRef idx="0">
            <a:scrgbClr r="0" g="0" b="0"/>
          </a:lnRef>
          <a:fillRef idx="0">
            <a:scrgbClr r="0" g="0" b="0"/>
          </a:fillRef>
          <a:effectRef idx="0">
            <a:scrgbClr r="0" g="0" b="0"/>
          </a:effectRef>
          <a:fontRef idx="minor">
            <a:schemeClr val="lt1"/>
          </a:fontRef>
        </p:style>
        <p:txBody>
          <a:bodyPr lIns="36000" tIns="72000" rIns="36000" bIns="72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lang="en-US" sz="900" b="1" kern="0" noProof="0">
                <a:solidFill>
                  <a:schemeClr val="bg1"/>
                </a:solidFill>
                <a:latin typeface="Aptos" panose="020B0004020202020204" pitchFamily="34" charset="0"/>
              </a:rPr>
              <a:t>INFRASTRUCTURE</a:t>
            </a:r>
            <a:endParaRPr kumimoji="0" lang="en-US" sz="900" b="1" i="0" u="none" strike="noStrike" kern="0" cap="none" spc="0" normalizeH="0" baseline="0" noProof="0">
              <a:ln>
                <a:noFill/>
              </a:ln>
              <a:solidFill>
                <a:schemeClr val="bg1"/>
              </a:solidFill>
              <a:effectLst/>
              <a:uLnTx/>
              <a:uFillTx/>
              <a:latin typeface="Aptos" panose="020B0004020202020204" pitchFamily="34" charset="0"/>
            </a:endParaRPr>
          </a:p>
        </p:txBody>
      </p:sp>
      <p:sp>
        <p:nvSpPr>
          <p:cNvPr id="9" name="Flecha: pentágono 37">
            <a:extLst>
              <a:ext uri="{FF2B5EF4-FFF2-40B4-BE49-F238E27FC236}">
                <a16:creationId xmlns:a16="http://schemas.microsoft.com/office/drawing/2014/main" id="{3180660E-BF2C-65FB-7B3B-A529A140D8F6}"/>
              </a:ext>
            </a:extLst>
          </p:cNvPr>
          <p:cNvSpPr>
            <a:spLocks/>
          </p:cNvSpPr>
          <p:nvPr/>
        </p:nvSpPr>
        <p:spPr>
          <a:xfrm rot="16200000">
            <a:off x="2313837" y="4763637"/>
            <a:ext cx="1338608" cy="304678"/>
          </a:xfrm>
          <a:prstGeom prst="roundRect">
            <a:avLst>
              <a:gd name="adj" fmla="val 13781"/>
            </a:avLst>
          </a:prstGeom>
          <a:solidFill>
            <a:srgbClr val="0072BC"/>
          </a:solidFill>
          <a:ln>
            <a:noFill/>
          </a:ln>
        </p:spPr>
        <p:style>
          <a:lnRef idx="0">
            <a:scrgbClr r="0" g="0" b="0"/>
          </a:lnRef>
          <a:fillRef idx="0">
            <a:scrgbClr r="0" g="0" b="0"/>
          </a:fillRef>
          <a:effectRef idx="0">
            <a:scrgbClr r="0" g="0" b="0"/>
          </a:effectRef>
          <a:fontRef idx="minor">
            <a:schemeClr val="lt1"/>
          </a:fontRef>
        </p:style>
        <p:txBody>
          <a:bodyPr lIns="36000" tIns="72000" rIns="36000" bIns="72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lang="en-US" sz="900" b="1" kern="0" noProof="0">
                <a:solidFill>
                  <a:schemeClr val="bg1"/>
                </a:solidFill>
                <a:latin typeface="Aptos" panose="020B0004020202020204" pitchFamily="34" charset="0"/>
              </a:rPr>
              <a:t>OPERATIONS &amp; TECHNOLOGY</a:t>
            </a:r>
            <a:endParaRPr kumimoji="0" lang="en-US" sz="900" b="1" i="0" u="none" strike="noStrike" kern="0" cap="none" spc="0" normalizeH="0" baseline="0" noProof="0">
              <a:ln>
                <a:noFill/>
              </a:ln>
              <a:solidFill>
                <a:schemeClr val="bg1"/>
              </a:solidFill>
              <a:effectLst/>
              <a:uLnTx/>
              <a:uFillTx/>
              <a:latin typeface="Aptos" panose="020B0004020202020204" pitchFamily="34" charset="0"/>
            </a:endParaRPr>
          </a:p>
        </p:txBody>
      </p:sp>
      <p:sp>
        <p:nvSpPr>
          <p:cNvPr id="11" name="Flecha: pentágono 37">
            <a:extLst>
              <a:ext uri="{FF2B5EF4-FFF2-40B4-BE49-F238E27FC236}">
                <a16:creationId xmlns:a16="http://schemas.microsoft.com/office/drawing/2014/main" id="{99E6D3C8-9405-8CC5-90CE-7F3CEB9814A6}"/>
              </a:ext>
            </a:extLst>
          </p:cNvPr>
          <p:cNvSpPr>
            <a:spLocks/>
          </p:cNvSpPr>
          <p:nvPr/>
        </p:nvSpPr>
        <p:spPr>
          <a:xfrm rot="16200000">
            <a:off x="2746117" y="4763637"/>
            <a:ext cx="1338608" cy="304678"/>
          </a:xfrm>
          <a:prstGeom prst="roundRect">
            <a:avLst>
              <a:gd name="adj" fmla="val 13781"/>
            </a:avLst>
          </a:prstGeom>
          <a:solidFill>
            <a:srgbClr val="19A3FC"/>
          </a:solidFill>
          <a:ln>
            <a:noFill/>
          </a:ln>
        </p:spPr>
        <p:style>
          <a:lnRef idx="0">
            <a:scrgbClr r="0" g="0" b="0"/>
          </a:lnRef>
          <a:fillRef idx="0">
            <a:scrgbClr r="0" g="0" b="0"/>
          </a:fillRef>
          <a:effectRef idx="0">
            <a:scrgbClr r="0" g="0" b="0"/>
          </a:effectRef>
          <a:fontRef idx="minor">
            <a:schemeClr val="lt1"/>
          </a:fontRef>
        </p:style>
        <p:txBody>
          <a:bodyPr lIns="36000" tIns="72000" rIns="36000" bIns="72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lang="en-US" sz="900" b="1" kern="0" noProof="0">
                <a:solidFill>
                  <a:schemeClr val="bg1"/>
                </a:solidFill>
                <a:latin typeface="Aptos" panose="020B0004020202020204" pitchFamily="34" charset="0"/>
              </a:rPr>
              <a:t>SECURITY &amp; COMPLIANCE</a:t>
            </a:r>
            <a:endParaRPr kumimoji="0" lang="en-US" sz="900" b="1" i="0" u="none" strike="noStrike" kern="0" cap="none" spc="0" normalizeH="0" baseline="0" noProof="0">
              <a:ln>
                <a:noFill/>
              </a:ln>
              <a:solidFill>
                <a:schemeClr val="bg1"/>
              </a:solidFill>
              <a:effectLst/>
              <a:uLnTx/>
              <a:uFillTx/>
              <a:latin typeface="Aptos" panose="020B0004020202020204" pitchFamily="34" charset="0"/>
            </a:endParaRPr>
          </a:p>
        </p:txBody>
      </p:sp>
      <p:sp>
        <p:nvSpPr>
          <p:cNvPr id="12" name="Flecha: pentágono 37">
            <a:extLst>
              <a:ext uri="{FF2B5EF4-FFF2-40B4-BE49-F238E27FC236}">
                <a16:creationId xmlns:a16="http://schemas.microsoft.com/office/drawing/2014/main" id="{73328109-DBB6-292D-7CD8-38374EE3E60F}"/>
              </a:ext>
            </a:extLst>
          </p:cNvPr>
          <p:cNvSpPr>
            <a:spLocks/>
          </p:cNvSpPr>
          <p:nvPr/>
        </p:nvSpPr>
        <p:spPr>
          <a:xfrm rot="16200000">
            <a:off x="3191498" y="4760100"/>
            <a:ext cx="1338608" cy="304678"/>
          </a:xfrm>
          <a:prstGeom prst="roundRect">
            <a:avLst>
              <a:gd name="adj" fmla="val 13781"/>
            </a:avLst>
          </a:prstGeom>
          <a:solidFill>
            <a:srgbClr val="3E8853"/>
          </a:solidFill>
          <a:ln>
            <a:noFill/>
          </a:ln>
        </p:spPr>
        <p:style>
          <a:lnRef idx="0">
            <a:scrgbClr r="0" g="0" b="0"/>
          </a:lnRef>
          <a:fillRef idx="0">
            <a:scrgbClr r="0" g="0" b="0"/>
          </a:fillRef>
          <a:effectRef idx="0">
            <a:scrgbClr r="0" g="0" b="0"/>
          </a:effectRef>
          <a:fontRef idx="minor">
            <a:schemeClr val="lt1"/>
          </a:fontRef>
        </p:style>
        <p:txBody>
          <a:bodyPr lIns="36000" tIns="72000" rIns="36000" bIns="72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lang="en-US" sz="900" b="1" kern="0" noProof="0">
                <a:solidFill>
                  <a:schemeClr val="bg1"/>
                </a:solidFill>
                <a:latin typeface="Aptos" panose="020B0004020202020204" pitchFamily="34" charset="0"/>
              </a:rPr>
              <a:t>STRATEGIC &amp; ENVIRONMENTAL</a:t>
            </a:r>
            <a:endParaRPr kumimoji="0" lang="en-US" sz="900" b="1" i="0" u="none" strike="noStrike" kern="0" cap="none" spc="0" normalizeH="0" baseline="0" noProof="0">
              <a:ln>
                <a:noFill/>
              </a:ln>
              <a:solidFill>
                <a:schemeClr val="bg1"/>
              </a:solidFill>
              <a:effectLst/>
              <a:uLnTx/>
              <a:uFillTx/>
              <a:latin typeface="Aptos" panose="020B0004020202020204" pitchFamily="34" charset="0"/>
            </a:endParaRPr>
          </a:p>
        </p:txBody>
      </p:sp>
    </p:spTree>
    <p:extLst>
      <p:ext uri="{BB962C8B-B14F-4D97-AF65-F5344CB8AC3E}">
        <p14:creationId xmlns:p14="http://schemas.microsoft.com/office/powerpoint/2010/main" val="40391407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B4BC4-C07C-4A4A-DB46-403A7CDD1DED}"/>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4B02EF0C-9195-FBB0-859D-9448959CC6D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4B02EF0C-9195-FBB0-859D-9448959CC6D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D25EE7D6-588F-97E3-AF6A-DD72983EEC6C}"/>
              </a:ext>
            </a:extLst>
          </p:cNvPr>
          <p:cNvSpPr>
            <a:spLocks noGrp="1"/>
          </p:cNvSpPr>
          <p:nvPr>
            <p:ph type="body" sz="quarter" idx="10"/>
          </p:nvPr>
        </p:nvSpPr>
        <p:spPr>
          <a:xfrm>
            <a:off x="465722" y="1937256"/>
            <a:ext cx="1270481" cy="1154688"/>
          </a:xfrm>
          <a:prstGeom prst="rect">
            <a:avLst/>
          </a:prstGeom>
        </p:spPr>
        <p:txBody>
          <a:bodyPr vert="horz" lIns="0" tIns="0" rIns="0" bIns="0" rtlCol="0" anchor="ctr"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marR="0" lvl="0" indent="0" fontAlgn="auto">
              <a:lnSpc>
                <a:spcPct val="100000"/>
              </a:lnSpc>
              <a:spcBef>
                <a:spcPts val="0"/>
              </a:spcBef>
              <a:spcAft>
                <a:spcPts val="0"/>
              </a:spcAft>
              <a:buClrTx/>
              <a:buSzTx/>
              <a:buNone/>
              <a:tabLst/>
            </a:pPr>
            <a:r>
              <a:rPr lang="en-US" sz="6400" noProof="0">
                <a:solidFill>
                  <a:srgbClr val="19A3FC"/>
                </a:solidFill>
              </a:rPr>
              <a:t>05</a:t>
            </a:r>
          </a:p>
        </p:txBody>
      </p:sp>
      <p:sp>
        <p:nvSpPr>
          <p:cNvPr id="3" name="Title 12">
            <a:extLst>
              <a:ext uri="{FF2B5EF4-FFF2-40B4-BE49-F238E27FC236}">
                <a16:creationId xmlns:a16="http://schemas.microsoft.com/office/drawing/2014/main" id="{C6B87CFA-D8B1-CACB-7E0F-3B8F0CCEBB28}"/>
              </a:ext>
            </a:extLst>
          </p:cNvPr>
          <p:cNvSpPr>
            <a:spLocks noGrp="1"/>
          </p:cNvSpPr>
          <p:nvPr>
            <p:ph type="title"/>
          </p:nvPr>
        </p:nvSpPr>
        <p:spPr>
          <a:xfrm>
            <a:off x="465722" y="3006923"/>
            <a:ext cx="11446876" cy="615553"/>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sz="3400" noProof="0">
                <a:solidFill>
                  <a:schemeClr val="bg1"/>
                </a:solidFill>
              </a:rPr>
              <a:t>Economic Proposal</a:t>
            </a:r>
          </a:p>
        </p:txBody>
      </p:sp>
      <p:sp>
        <p:nvSpPr>
          <p:cNvPr id="29" name="Title 12">
            <a:extLst>
              <a:ext uri="{FF2B5EF4-FFF2-40B4-BE49-F238E27FC236}">
                <a16:creationId xmlns:a16="http://schemas.microsoft.com/office/drawing/2014/main" id="{4B909E70-9370-76EB-F449-221EC03C9A8D}"/>
              </a:ext>
            </a:extLst>
          </p:cNvPr>
          <p:cNvSpPr txBox="1">
            <a:spLocks/>
          </p:cNvSpPr>
          <p:nvPr/>
        </p:nvSpPr>
        <p:spPr>
          <a:xfrm>
            <a:off x="465722" y="3692723"/>
            <a:ext cx="11446876" cy="400110"/>
          </a:xfrm>
          <a:prstGeom prst="rect">
            <a:avLst/>
          </a:prstGeom>
          <a:noFill/>
        </p:spPr>
        <p:txBody>
          <a:bodyPr wrap="square" lIns="0">
            <a:spAutoFit/>
          </a:bodyPr>
          <a:lstStyle>
            <a:lvl1pPr algn="ctr" defTabSz="914400" rtl="0" eaLnBrk="1" latinLnBrk="0" hangingPunct="1">
              <a:spcBef>
                <a:spcPct val="0"/>
              </a:spcBef>
              <a:buNone/>
              <a:defRPr kumimoji="0" lang="es-ES" sz="1600" b="0" i="0" u="none" strike="noStrike" kern="1200" cap="none" spc="0" normalizeH="0" baseline="0">
                <a:ln>
                  <a:noFill/>
                </a:ln>
                <a:solidFill>
                  <a:prstClr val="black"/>
                </a:solidFill>
                <a:effectLst/>
                <a:uLnTx/>
                <a:uFillTx/>
                <a:latin typeface="Aptos" panose="0211000402020202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ptos" panose="02110004020202020204"/>
                <a:ea typeface="+mn-ea"/>
                <a:cs typeface="+mn-cs"/>
              </a:rPr>
              <a:t>The required investment, based on the proposed methodology and activities for the assessment.</a:t>
            </a:r>
          </a:p>
        </p:txBody>
      </p:sp>
    </p:spTree>
    <p:extLst>
      <p:ext uri="{BB962C8B-B14F-4D97-AF65-F5344CB8AC3E}">
        <p14:creationId xmlns:p14="http://schemas.microsoft.com/office/powerpoint/2010/main" val="29598067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A8139-3812-6A40-E5F9-7C84C0245989}"/>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AB7EE2C-EAB5-9CD5-F205-585E8CF76CE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think-cell data - do not delete" hidden="1">
                        <a:extLst>
                          <a:ext uri="{FF2B5EF4-FFF2-40B4-BE49-F238E27FC236}">
                            <a16:creationId xmlns:a16="http://schemas.microsoft.com/office/drawing/2014/main" id="{DAB7EE2C-EAB5-9CD5-F205-585E8CF76CE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5">
            <a:extLst>
              <a:ext uri="{FF2B5EF4-FFF2-40B4-BE49-F238E27FC236}">
                <a16:creationId xmlns:a16="http://schemas.microsoft.com/office/drawing/2014/main" id="{B2E5B3F9-8532-1718-172C-1925B1E8552C}"/>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indent="0">
              <a:buNone/>
            </a:pPr>
            <a:r>
              <a:rPr lang="en-US" noProof="0"/>
              <a:t>Investment &amp; Commercial Considerations</a:t>
            </a:r>
            <a:endParaRPr lang="en-US" noProof="0">
              <a:latin typeface="Aptos" panose="020B0004020202020204" pitchFamily="34" charset="0"/>
            </a:endParaRPr>
          </a:p>
        </p:txBody>
      </p:sp>
      <p:sp>
        <p:nvSpPr>
          <p:cNvPr id="3" name="Title 12">
            <a:extLst>
              <a:ext uri="{FF2B5EF4-FFF2-40B4-BE49-F238E27FC236}">
                <a16:creationId xmlns:a16="http://schemas.microsoft.com/office/drawing/2014/main" id="{1D518CFD-EE64-CE08-5C12-D1C92ED7456F}"/>
              </a:ext>
            </a:extLst>
          </p:cNvPr>
          <p:cNvSpPr>
            <a:spLocks noGrp="1"/>
          </p:cNvSpPr>
          <p:nvPr>
            <p:ph type="title"/>
          </p:nvPr>
        </p:nvSpPr>
        <p:spPr>
          <a:xfrm>
            <a:off x="465722" y="794031"/>
            <a:ext cx="11446876" cy="584775"/>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t>The proposed investment covers the full assessment across the agreed scope, including framework tailoring, evidence collection, sovereignty scoring, dependency analysis and board-level recommendations.</a:t>
            </a:r>
            <a:endParaRPr lang="en-US" noProof="0">
              <a:latin typeface="Aptos" panose="020B0004020202020204" pitchFamily="34" charset="0"/>
            </a:endParaRPr>
          </a:p>
        </p:txBody>
      </p:sp>
      <p:graphicFrame>
        <p:nvGraphicFramePr>
          <p:cNvPr id="18" name="Tabla 17">
            <a:extLst>
              <a:ext uri="{FF2B5EF4-FFF2-40B4-BE49-F238E27FC236}">
                <a16:creationId xmlns:a16="http://schemas.microsoft.com/office/drawing/2014/main" id="{E53344ED-0994-3208-7324-5DDDB5284711}"/>
              </a:ext>
            </a:extLst>
          </p:cNvPr>
          <p:cNvGraphicFramePr>
            <a:graphicFrameLocks noGrp="1"/>
          </p:cNvGraphicFramePr>
          <p:nvPr>
            <p:extLst>
              <p:ext uri="{D42A27DB-BD31-4B8C-83A1-F6EECF244321}">
                <p14:modId xmlns:p14="http://schemas.microsoft.com/office/powerpoint/2010/main" val="1881861591"/>
              </p:ext>
            </p:extLst>
          </p:nvPr>
        </p:nvGraphicFramePr>
        <p:xfrm>
          <a:off x="2888343" y="1607852"/>
          <a:ext cx="6415314" cy="741680"/>
        </p:xfrm>
        <a:graphic>
          <a:graphicData uri="http://schemas.openxmlformats.org/drawingml/2006/table">
            <a:tbl>
              <a:tblPr firstRow="1" bandRow="1">
                <a:tableStyleId>{21E4AEA4-8DFA-4A89-87EB-49C32662AFE0}</a:tableStyleId>
              </a:tblPr>
              <a:tblGrid>
                <a:gridCol w="3588084">
                  <a:extLst>
                    <a:ext uri="{9D8B030D-6E8A-4147-A177-3AD203B41FA5}">
                      <a16:colId xmlns:a16="http://schemas.microsoft.com/office/drawing/2014/main" val="1912992132"/>
                    </a:ext>
                  </a:extLst>
                </a:gridCol>
                <a:gridCol w="2827230">
                  <a:extLst>
                    <a:ext uri="{9D8B030D-6E8A-4147-A177-3AD203B41FA5}">
                      <a16:colId xmlns:a16="http://schemas.microsoft.com/office/drawing/2014/main" val="3522945352"/>
                    </a:ext>
                  </a:extLst>
                </a:gridCol>
              </a:tblGrid>
              <a:tr h="370840">
                <a:tc>
                  <a:txBody>
                    <a:bodyPr/>
                    <a:lstStyle/>
                    <a:p>
                      <a:pPr algn="ctr"/>
                      <a:r>
                        <a:rPr lang="en-US" sz="1400" noProof="0">
                          <a:latin typeface="Aptos" panose="020B0004020202020204" pitchFamily="34" charset="0"/>
                        </a:rPr>
                        <a:t>Concept</a:t>
                      </a:r>
                    </a:p>
                  </a:txBody>
                  <a:tcPr anchor="ctr"/>
                </a:tc>
                <a:tc>
                  <a:txBody>
                    <a:bodyPr/>
                    <a:lstStyle/>
                    <a:p>
                      <a:pPr algn="ctr"/>
                      <a:r>
                        <a:rPr lang="en-US" sz="1400" noProof="0">
                          <a:latin typeface="Aptos" panose="020B0004020202020204" pitchFamily="34" charset="0"/>
                        </a:rPr>
                        <a:t>Amount</a:t>
                      </a:r>
                    </a:p>
                  </a:txBody>
                  <a:tcPr anchor="ctr"/>
                </a:tc>
                <a:extLst>
                  <a:ext uri="{0D108BD9-81ED-4DB2-BD59-A6C34878D82A}">
                    <a16:rowId xmlns:a16="http://schemas.microsoft.com/office/drawing/2014/main" val="785671092"/>
                  </a:ext>
                </a:extLst>
              </a:tr>
              <a:tr h="370840">
                <a:tc>
                  <a:txBody>
                    <a:bodyPr/>
                    <a:lstStyle/>
                    <a:p>
                      <a:r>
                        <a:rPr lang="en-US" sz="1400" noProof="0">
                          <a:latin typeface="Aptos" panose="020B0004020202020204" pitchFamily="34" charset="0"/>
                        </a:rPr>
                        <a:t>IT Sovereignty Assessment Fee (3-months)</a:t>
                      </a:r>
                    </a:p>
                  </a:txBody>
                  <a:tcPr anchor="ctr"/>
                </a:tc>
                <a:tc>
                  <a:txBody>
                    <a:bodyPr/>
                    <a:lstStyle/>
                    <a:p>
                      <a:pPr algn="ctr"/>
                      <a:r>
                        <a:rPr lang="en-US" sz="1400" noProof="0">
                          <a:latin typeface="Aptos" panose="020B0004020202020204" pitchFamily="34" charset="0"/>
                        </a:rPr>
                        <a:t>199.633 €</a:t>
                      </a:r>
                    </a:p>
                  </a:txBody>
                  <a:tcPr anchor="ctr"/>
                </a:tc>
                <a:extLst>
                  <a:ext uri="{0D108BD9-81ED-4DB2-BD59-A6C34878D82A}">
                    <a16:rowId xmlns:a16="http://schemas.microsoft.com/office/drawing/2014/main" val="2430098161"/>
                  </a:ext>
                </a:extLst>
              </a:tr>
            </a:tbl>
          </a:graphicData>
        </a:graphic>
      </p:graphicFrame>
      <p:sp>
        <p:nvSpPr>
          <p:cNvPr id="19" name="CuadroTexto 2">
            <a:extLst>
              <a:ext uri="{FF2B5EF4-FFF2-40B4-BE49-F238E27FC236}">
                <a16:creationId xmlns:a16="http://schemas.microsoft.com/office/drawing/2014/main" id="{3EEE230C-5F16-5191-6D1F-FB48C4CEA419}"/>
              </a:ext>
            </a:extLst>
          </p:cNvPr>
          <p:cNvSpPr txBox="1"/>
          <p:nvPr/>
        </p:nvSpPr>
        <p:spPr>
          <a:xfrm>
            <a:off x="465722" y="3060333"/>
            <a:ext cx="10353073" cy="3108543"/>
          </a:xfrm>
          <a:prstGeom prst="rect">
            <a:avLst/>
          </a:prstGeom>
          <a:noFill/>
        </p:spPr>
        <p:txBody>
          <a:bodyPr wrap="square" rtlCol="0">
            <a:spAutoFit/>
          </a:bodyPr>
          <a:lstStyle/>
          <a:p>
            <a:pPr marL="0" marR="0" lvl="0" indent="0" algn="l" defTabSz="914400" rtl="0" eaLnBrk="1" fontAlgn="auto" latinLnBrk="0" hangingPunct="1">
              <a:lnSpc>
                <a:spcPct val="100000"/>
              </a:lnSpc>
              <a:spcAft>
                <a:spcPts val="600"/>
              </a:spcAft>
              <a:buClr>
                <a:srgbClr val="6785C1"/>
              </a:buClr>
              <a:buSzTx/>
              <a:buFontTx/>
              <a:buNone/>
              <a:tabLst/>
              <a:defRPr/>
            </a:pPr>
            <a:r>
              <a:rPr kumimoji="0" lang="en-US" sz="1400" b="1" i="0" u="none" strike="noStrike" kern="1200" cap="none" spc="0" normalizeH="0" baseline="0" noProof="0">
                <a:ln>
                  <a:noFill/>
                </a:ln>
                <a:solidFill>
                  <a:srgbClr val="0072BC"/>
                </a:solidFill>
                <a:effectLst/>
                <a:uLnTx/>
                <a:uFillTx/>
                <a:latin typeface="Aptos" panose="020B0004020202020204" pitchFamily="34" charset="0"/>
              </a:rPr>
              <a:t>Considerations: </a:t>
            </a:r>
          </a:p>
          <a:p>
            <a:pPr marL="171450" marR="0" lvl="0" indent="-171450" algn="l" defTabSz="914400" rtl="0" eaLnBrk="1" fontAlgn="auto" latinLnBrk="0" hangingPunct="1">
              <a:lnSpc>
                <a:spcPct val="100000"/>
              </a:lnSpc>
              <a:spcAft>
                <a:spcPts val="600"/>
              </a:spcAft>
              <a:buClr>
                <a:srgbClr val="6785C1"/>
              </a:buClr>
              <a:buSzTx/>
              <a:buFont typeface="Arial" panose="020B0604020202020204" pitchFamily="34" charset="0"/>
              <a:buChar char="•"/>
              <a:tabLst/>
              <a:defRPr/>
            </a:pPr>
            <a:r>
              <a:rPr kumimoji="0" lang="en-US" sz="1200" i="0" u="none" strike="noStrike" kern="1200" cap="none" spc="0" normalizeH="0" baseline="0" noProof="0">
                <a:ln>
                  <a:noFill/>
                </a:ln>
                <a:effectLst/>
                <a:uLnTx/>
                <a:uFillTx/>
                <a:latin typeface="Aptos" panose="020B0004020202020204" pitchFamily="34" charset="0"/>
              </a:rPr>
              <a:t>This proposal shall remain valid for 30 business days from the date of submission.</a:t>
            </a:r>
          </a:p>
          <a:p>
            <a:pPr marL="171450" lvl="0" indent="-171450">
              <a:spcAft>
                <a:spcPts val="600"/>
              </a:spcAft>
              <a:buClr>
                <a:srgbClr val="6785C1"/>
              </a:buClr>
              <a:buFont typeface="Arial" panose="020B0604020202020204" pitchFamily="34" charset="0"/>
              <a:buChar char="•"/>
              <a:defRPr/>
            </a:pPr>
            <a:r>
              <a:rPr lang="en-US" sz="1200" noProof="0">
                <a:latin typeface="Aptos" panose="020B0004020202020204" pitchFamily="34" charset="0"/>
              </a:rPr>
              <a:t>The fees proposed by </a:t>
            </a:r>
            <a:r>
              <a:rPr lang="en-US" sz="1200" b="1" noProof="0">
                <a:solidFill>
                  <a:srgbClr val="0070C0"/>
                </a:solidFill>
                <a:latin typeface="Aptos" panose="020B0004020202020204" pitchFamily="34" charset="0"/>
              </a:rPr>
              <a:t>NTT DATA </a:t>
            </a:r>
            <a:r>
              <a:rPr lang="en-US" sz="1200" noProof="0">
                <a:latin typeface="Aptos" panose="020B0004020202020204" pitchFamily="34" charset="0"/>
              </a:rPr>
              <a:t>are provided on a fixed-price basis. The amounts indicated are exclusive of VAT, which shall be added as applicable.</a:t>
            </a:r>
          </a:p>
          <a:p>
            <a:pPr marL="171450" marR="0" lvl="0" indent="-171450" algn="l" defTabSz="914400" rtl="0" eaLnBrk="1" fontAlgn="auto" latinLnBrk="0" hangingPunct="1">
              <a:lnSpc>
                <a:spcPct val="100000"/>
              </a:lnSpc>
              <a:spcAft>
                <a:spcPts val="600"/>
              </a:spcAft>
              <a:buClr>
                <a:srgbClr val="6785C1"/>
              </a:buClr>
              <a:buSzTx/>
              <a:buFont typeface="Arial" panose="020B0604020202020204" pitchFamily="34" charset="0"/>
              <a:buChar char="•"/>
              <a:tabLst/>
              <a:defRPr/>
            </a:pPr>
            <a:r>
              <a:rPr lang="en-US" sz="1200" noProof="0">
                <a:latin typeface="Aptos" panose="020B0004020202020204" pitchFamily="34" charset="0"/>
              </a:rPr>
              <a:t>The following material and technical means shall be made available to </a:t>
            </a:r>
            <a:r>
              <a:rPr lang="en-US" sz="1200" b="1" noProof="0">
                <a:solidFill>
                  <a:srgbClr val="0070C0"/>
                </a:solidFill>
                <a:latin typeface="Aptos" panose="020B0004020202020204" pitchFamily="34" charset="0"/>
              </a:rPr>
              <a:t>NTT DATA </a:t>
            </a:r>
            <a:r>
              <a:rPr lang="en-US" sz="1200" noProof="0">
                <a:latin typeface="Aptos" panose="020B0004020202020204" pitchFamily="34" charset="0"/>
              </a:rPr>
              <a:t>personnel for the delivery of the services:</a:t>
            </a:r>
          </a:p>
          <a:p>
            <a:pPr marL="628650" lvl="1" indent="-171450">
              <a:spcAft>
                <a:spcPts val="600"/>
              </a:spcAft>
              <a:buClr>
                <a:srgbClr val="6785C1"/>
              </a:buClr>
              <a:buFont typeface="Arial" panose="020B0604020202020204" pitchFamily="34" charset="0"/>
              <a:buChar char="•"/>
              <a:defRPr/>
            </a:pPr>
            <a:r>
              <a:rPr lang="en-US" sz="1200" noProof="0">
                <a:latin typeface="Aptos" panose="020B0004020202020204" pitchFamily="34" charset="0"/>
              </a:rPr>
              <a:t>Access to all information and documentation from IAG required for the execution of the project.</a:t>
            </a:r>
          </a:p>
          <a:p>
            <a:pPr marL="628650" lvl="1" indent="-171450">
              <a:spcAft>
                <a:spcPts val="600"/>
              </a:spcAft>
              <a:buClr>
                <a:srgbClr val="6785C1"/>
              </a:buClr>
              <a:buFont typeface="Arial" panose="020B0604020202020204" pitchFamily="34" charset="0"/>
              <a:buChar char="•"/>
              <a:defRPr/>
            </a:pPr>
            <a:r>
              <a:rPr lang="en-US" sz="1200" noProof="0">
                <a:latin typeface="Aptos" panose="020B0004020202020204" pitchFamily="34" charset="0"/>
              </a:rPr>
              <a:t>Remote access to the systems required to perform the agreed activities.</a:t>
            </a:r>
          </a:p>
          <a:p>
            <a:pPr marL="171450" indent="-171450">
              <a:spcAft>
                <a:spcPts val="600"/>
              </a:spcAft>
              <a:buClr>
                <a:srgbClr val="6785C1"/>
              </a:buClr>
              <a:buFont typeface="Arial" panose="020B0604020202020204" pitchFamily="34" charset="0"/>
              <a:buChar char="•"/>
              <a:defRPr/>
            </a:pPr>
            <a:r>
              <a:rPr lang="en-US" sz="1200" noProof="0">
                <a:latin typeface="Aptos" panose="020B0004020202020204" pitchFamily="34" charset="0"/>
              </a:rPr>
              <a:t>Travel-related expenses (including accommodation, meals and transportation) are not included within the scope of this proposal. Should such expenses be required, they will be submitted for prior approval and subsequently invoiced by NTT DATA upon appropriate justification.</a:t>
            </a:r>
          </a:p>
          <a:p>
            <a:pPr marL="171450" indent="-171450">
              <a:spcAft>
                <a:spcPts val="600"/>
              </a:spcAft>
              <a:buClr>
                <a:srgbClr val="6785C1"/>
              </a:buClr>
              <a:buFont typeface="Arial" panose="020B0604020202020204" pitchFamily="34" charset="0"/>
              <a:buChar char="•"/>
              <a:defRPr/>
            </a:pPr>
            <a:r>
              <a:rPr lang="en-US" sz="1200" noProof="0">
                <a:latin typeface="Aptos" panose="020B0004020202020204" pitchFamily="34" charset="0"/>
              </a:rPr>
              <a:t>Service invoicing shall be carried out as follows:</a:t>
            </a:r>
          </a:p>
          <a:p>
            <a:pPr marL="628650" lvl="1" indent="-171450">
              <a:spcAft>
                <a:spcPts val="600"/>
              </a:spcAft>
              <a:buClr>
                <a:srgbClr val="6785C1"/>
              </a:buClr>
              <a:buFont typeface="Arial" panose="020B0604020202020204" pitchFamily="34" charset="0"/>
              <a:buChar char="•"/>
              <a:defRPr/>
            </a:pPr>
            <a:r>
              <a:rPr lang="en-US" sz="1200" noProof="0">
                <a:latin typeface="Aptos" panose="020B0004020202020204" pitchFamily="34" charset="0"/>
              </a:rPr>
              <a:t>50% of the total project fee upon project initiation.</a:t>
            </a:r>
          </a:p>
          <a:p>
            <a:pPr marL="628650" lvl="1" indent="-171450">
              <a:spcAft>
                <a:spcPts val="600"/>
              </a:spcAft>
              <a:buClr>
                <a:srgbClr val="6785C1"/>
              </a:buClr>
              <a:buFont typeface="Arial" panose="020B0604020202020204" pitchFamily="34" charset="0"/>
              <a:buChar char="•"/>
              <a:defRPr/>
            </a:pPr>
            <a:r>
              <a:rPr lang="en-US" sz="1200" noProof="0">
                <a:latin typeface="Aptos" panose="020B0004020202020204" pitchFamily="34" charset="0"/>
              </a:rPr>
              <a:t>The remaining 50% upon completion of the project.</a:t>
            </a:r>
          </a:p>
          <a:p>
            <a:pPr marL="171450" indent="-171450">
              <a:spcAft>
                <a:spcPts val="600"/>
              </a:spcAft>
              <a:buClr>
                <a:srgbClr val="6785C1"/>
              </a:buClr>
              <a:buFont typeface="Arial" panose="020B0604020202020204" pitchFamily="34" charset="0"/>
              <a:buChar char="•"/>
              <a:defRPr/>
            </a:pPr>
            <a:r>
              <a:rPr lang="en-US" sz="1200" noProof="0">
                <a:latin typeface="Aptos" panose="020B0004020202020204" pitchFamily="34" charset="0"/>
              </a:rPr>
              <a:t>Payment terms shall be 60 days from the invoice date.</a:t>
            </a:r>
            <a:endParaRPr kumimoji="0" lang="en-US" sz="1200" i="0" u="none" strike="noStrike" kern="1200" cap="none" spc="0" normalizeH="0" baseline="0" noProof="0">
              <a:ln>
                <a:noFill/>
              </a:ln>
              <a:effectLst/>
              <a:uLnTx/>
              <a:uFillTx/>
              <a:latin typeface="Aptos" panose="020B0004020202020204" pitchFamily="34" charset="0"/>
            </a:endParaRPr>
          </a:p>
        </p:txBody>
      </p:sp>
    </p:spTree>
    <p:extLst>
      <p:ext uri="{BB962C8B-B14F-4D97-AF65-F5344CB8AC3E}">
        <p14:creationId xmlns:p14="http://schemas.microsoft.com/office/powerpoint/2010/main" val="37703570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5">
            <a:extLst>
              <a:ext uri="{FF2B5EF4-FFF2-40B4-BE49-F238E27FC236}">
                <a16:creationId xmlns:a16="http://schemas.microsoft.com/office/drawing/2014/main" id="{03C64ED8-951B-82B7-2288-7F78001B82CE}"/>
              </a:ext>
            </a:extLst>
          </p:cNvPr>
          <p:cNvSpPr>
            <a:spLocks noGrp="1"/>
          </p:cNvSpPr>
          <p:nvPr>
            <p:ph type="body" sz="quarter" idx="10"/>
          </p:nvPr>
        </p:nvSpPr>
        <p:spPr>
          <a:xfrm>
            <a:off x="465722" y="442618"/>
            <a:ext cx="11446877" cy="338554"/>
          </a:xfrm>
          <a:prstGeom prst="rect">
            <a:avLst/>
          </a:prstGeom>
        </p:spPr>
        <p:txBody>
          <a:bodyPr vert="horz" lIns="0" tIns="0" rIns="0" bIns="0" rtlCol="0" anchor="t" anchorCtr="0">
            <a:noAutofit/>
          </a:bodyPr>
          <a:lstStyle>
            <a:lvl1pPr>
              <a:defRPr kumimoji="0" lang="en-US" sz="2400" b="1" i="0" u="none" strike="noStrike" cap="none" spc="0" normalizeH="0" baseline="0" smtClean="0">
                <a:ln>
                  <a:noFill/>
                </a:ln>
                <a:solidFill>
                  <a:prstClr val="black"/>
                </a:solidFill>
                <a:effectLst/>
                <a:uLnTx/>
                <a:uFillTx/>
                <a:latin typeface="Aptos" panose="02110004020202020204"/>
              </a:defRPr>
            </a:lvl1pPr>
            <a:lvl2pPr>
              <a:defRPr lang="en-US" sz="1800" smtClean="0"/>
            </a:lvl2pPr>
            <a:lvl3pPr>
              <a:defRPr lang="en-US" sz="1800" smtClean="0"/>
            </a:lvl3pPr>
            <a:lvl4pPr>
              <a:defRPr lang="en-US" sz="1800" smtClean="0"/>
            </a:lvl4pPr>
            <a:lvl5pPr>
              <a:defRPr lang="es-ES" sz="1800"/>
            </a:lvl5pPr>
          </a:lstStyle>
          <a:p>
            <a:pPr marL="0" indent="0">
              <a:buNone/>
            </a:pPr>
            <a:r>
              <a:rPr lang="en-US" noProof="0"/>
              <a:t>Investment &amp; Commercial Considerations</a:t>
            </a:r>
            <a:endParaRPr lang="en-US" noProof="0">
              <a:latin typeface="Aptos" panose="020B0004020202020204" pitchFamily="34" charset="0"/>
            </a:endParaRPr>
          </a:p>
        </p:txBody>
      </p:sp>
      <p:sp>
        <p:nvSpPr>
          <p:cNvPr id="6" name="Title 12">
            <a:extLst>
              <a:ext uri="{FF2B5EF4-FFF2-40B4-BE49-F238E27FC236}">
                <a16:creationId xmlns:a16="http://schemas.microsoft.com/office/drawing/2014/main" id="{D1921D94-9424-AFDF-C2F3-689324631977}"/>
              </a:ext>
            </a:extLst>
          </p:cNvPr>
          <p:cNvSpPr>
            <a:spLocks noGrp="1"/>
          </p:cNvSpPr>
          <p:nvPr>
            <p:ph type="title"/>
          </p:nvPr>
        </p:nvSpPr>
        <p:spPr>
          <a:xfrm>
            <a:off x="465722" y="794031"/>
            <a:ext cx="11446876" cy="338554"/>
          </a:xfrm>
          <a:prstGeom prst="rect">
            <a:avLst/>
          </a:prstGeom>
          <a:noFill/>
        </p:spPr>
        <p:txBody>
          <a:bodyPr wrap="square" lIns="0">
            <a:spAutoFit/>
          </a:bodyPr>
          <a:lstStyle>
            <a:lvl1pPr>
              <a:defRPr kumimoji="0" lang="es-ES" sz="1600" b="0" i="0" u="none" strike="noStrike" cap="none" spc="0" normalizeH="0" baseline="0">
                <a:ln>
                  <a:noFill/>
                </a:ln>
                <a:solidFill>
                  <a:prstClr val="black"/>
                </a:solidFill>
                <a:effectLst/>
                <a:uLnTx/>
                <a:uFillTx/>
                <a:latin typeface="Aptos" panose="02110004020202020204"/>
                <a:ea typeface="+mn-ea"/>
                <a:cs typeface="+mn-cs"/>
              </a:defRPr>
            </a:lvl1pPr>
          </a:lstStyle>
          <a:p>
            <a:pPr marL="0" marR="0" lvl="0" algn="l" fontAlgn="auto">
              <a:lnSpc>
                <a:spcPct val="100000"/>
              </a:lnSpc>
              <a:spcBef>
                <a:spcPts val="0"/>
              </a:spcBef>
              <a:spcAft>
                <a:spcPts val="0"/>
              </a:spcAft>
              <a:buClrTx/>
              <a:buSzTx/>
              <a:tabLst/>
            </a:pPr>
            <a:r>
              <a:rPr lang="en-US" noProof="0"/>
              <a:t>Commercial terms, delivery assumptions and client dependencies supporting the proposed assessment plan.</a:t>
            </a:r>
            <a:endParaRPr lang="en-US" noProof="0">
              <a:latin typeface="Aptos" panose="020B0004020202020204" pitchFamily="34" charset="0"/>
            </a:endParaRPr>
          </a:p>
        </p:txBody>
      </p:sp>
      <p:sp>
        <p:nvSpPr>
          <p:cNvPr id="7" name="CuadroTexto 2">
            <a:extLst>
              <a:ext uri="{FF2B5EF4-FFF2-40B4-BE49-F238E27FC236}">
                <a16:creationId xmlns:a16="http://schemas.microsoft.com/office/drawing/2014/main" id="{091E56AF-6D98-A7CC-98FE-E1C344577509}"/>
              </a:ext>
            </a:extLst>
          </p:cNvPr>
          <p:cNvSpPr txBox="1"/>
          <p:nvPr/>
        </p:nvSpPr>
        <p:spPr>
          <a:xfrm>
            <a:off x="465721" y="1314124"/>
            <a:ext cx="11257355" cy="49244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
                <a:srgbClr val="6785C1"/>
              </a:buClr>
              <a:buSzTx/>
              <a:buFontTx/>
              <a:buNone/>
              <a:tabLst/>
              <a:defRPr/>
            </a:pPr>
            <a:r>
              <a:rPr kumimoji="0" lang="en-US" sz="1400" b="1" i="0" u="none" strike="noStrike" kern="1200" cap="none" spc="0" normalizeH="0" baseline="0" noProof="0">
                <a:ln>
                  <a:noFill/>
                </a:ln>
                <a:solidFill>
                  <a:srgbClr val="0072BC"/>
                </a:solidFill>
                <a:effectLst/>
                <a:uLnTx/>
                <a:uFillTx/>
                <a:latin typeface="Aptos" panose="020B0004020202020204" pitchFamily="34" charset="0"/>
              </a:rPr>
              <a:t>Commercial Considerations: </a:t>
            </a:r>
          </a:p>
          <a:p>
            <a:pPr marL="171450" marR="0" lvl="0" indent="-171450" algn="l" defTabSz="914400" rtl="0" eaLnBrk="1" fontAlgn="auto" latinLnBrk="0" hangingPunct="1">
              <a:lnSpc>
                <a:spcPct val="100000"/>
              </a:lnSpc>
              <a:spcBef>
                <a:spcPts val="0"/>
              </a:spcBef>
              <a:spcAft>
                <a:spcPts val="600"/>
              </a:spcAft>
              <a:buClr>
                <a:srgbClr val="6785C1"/>
              </a:buClr>
              <a:buSzTx/>
              <a:buFont typeface="Arial" panose="020B0604020202020204" pitchFamily="34" charset="0"/>
              <a:buChar char="•"/>
              <a:tabLst/>
              <a:defRPr/>
            </a:pPr>
            <a:r>
              <a:rPr kumimoji="0" lang="en-US" sz="1200" b="1" i="0" u="none" strike="noStrike" kern="1200" cap="none" spc="0" normalizeH="0" baseline="0" noProof="0">
                <a:ln>
                  <a:noFill/>
                </a:ln>
                <a:effectLst/>
                <a:uLnTx/>
                <a:uFillTx/>
                <a:latin typeface="Aptos" panose="020B0004020202020204" pitchFamily="34" charset="0"/>
              </a:rPr>
              <a:t>The proposed delivery plan is dependent on the timely availability of IAG stakeholders</a:t>
            </a:r>
            <a:r>
              <a:rPr kumimoji="0" lang="en-US" sz="1200" i="0" u="none" strike="noStrike" kern="1200" cap="none" spc="0" normalizeH="0" baseline="0" noProof="0">
                <a:ln>
                  <a:noFill/>
                </a:ln>
                <a:effectLst/>
                <a:uLnTx/>
                <a:uFillTx/>
                <a:latin typeface="Aptos" panose="020B0004020202020204" pitchFamily="34" charset="0"/>
              </a:rPr>
              <a:t>, including application owners, platform teams, cybersecurity, data protection, procurement, supplier management and legal contacts.</a:t>
            </a:r>
          </a:p>
          <a:p>
            <a:pPr marL="171450" marR="0" lvl="0" indent="-171450" algn="l" defTabSz="914400" rtl="0" eaLnBrk="1" fontAlgn="auto" latinLnBrk="0" hangingPunct="1">
              <a:lnSpc>
                <a:spcPct val="100000"/>
              </a:lnSpc>
              <a:spcBef>
                <a:spcPts val="0"/>
              </a:spcBef>
              <a:spcAft>
                <a:spcPts val="600"/>
              </a:spcAft>
              <a:buClr>
                <a:srgbClr val="6785C1"/>
              </a:buClr>
              <a:buSzTx/>
              <a:buFont typeface="Arial" panose="020B0604020202020204" pitchFamily="34" charset="0"/>
              <a:buChar char="•"/>
              <a:tabLst/>
              <a:defRPr/>
            </a:pPr>
            <a:r>
              <a:rPr kumimoji="0" lang="en-US" sz="1200" b="1" i="0" u="none" strike="noStrike" kern="1200" cap="none" spc="0" normalizeH="0" baseline="0" noProof="0">
                <a:ln>
                  <a:noFill/>
                </a:ln>
                <a:effectLst/>
                <a:uLnTx/>
                <a:uFillTx/>
                <a:latin typeface="Aptos" panose="020B0004020202020204" pitchFamily="34" charset="0"/>
              </a:rPr>
              <a:t>IAG will provide complete, accurate and up-to-date information required for the assessment</a:t>
            </a:r>
            <a:r>
              <a:rPr kumimoji="0" lang="en-US" sz="1200" i="0" u="none" strike="noStrike" kern="1200" cap="none" spc="0" normalizeH="0" baseline="0" noProof="0">
                <a:ln>
                  <a:noFill/>
                </a:ln>
                <a:effectLst/>
                <a:uLnTx/>
                <a:uFillTx/>
                <a:latin typeface="Aptos" panose="020B0004020202020204" pitchFamily="34" charset="0"/>
              </a:rPr>
              <a:t>, including application inventories, architecture diagrams, data-flow maps, supplier documentation, contracts, DPAs, SLAs, cloud configuration evidence and relevant security/control documentation.</a:t>
            </a:r>
          </a:p>
          <a:p>
            <a:pPr marL="171450" marR="0" lvl="0" indent="-171450" algn="l" defTabSz="914400" rtl="0" eaLnBrk="1" fontAlgn="auto" latinLnBrk="0" hangingPunct="1">
              <a:lnSpc>
                <a:spcPct val="100000"/>
              </a:lnSpc>
              <a:spcBef>
                <a:spcPts val="0"/>
              </a:spcBef>
              <a:spcAft>
                <a:spcPts val="600"/>
              </a:spcAft>
              <a:buClr>
                <a:srgbClr val="6785C1"/>
              </a:buClr>
              <a:buSzTx/>
              <a:buFont typeface="Arial" panose="020B0604020202020204" pitchFamily="34" charset="0"/>
              <a:buChar char="•"/>
              <a:tabLst/>
              <a:defRPr/>
            </a:pPr>
            <a:r>
              <a:rPr kumimoji="0" lang="en-US" sz="1200" b="1" i="0" u="none" strike="noStrike" kern="1200" cap="none" spc="0" normalizeH="0" baseline="0" noProof="0">
                <a:ln>
                  <a:noFill/>
                </a:ln>
                <a:effectLst/>
                <a:uLnTx/>
                <a:uFillTx/>
                <a:latin typeface="Aptos" panose="020B0004020202020204" pitchFamily="34" charset="0"/>
              </a:rPr>
              <a:t>Evidence, clarifications and stakeholder feedback should be provided within the agreed response times</a:t>
            </a:r>
            <a:r>
              <a:rPr kumimoji="0" lang="en-US" sz="1200" i="0" u="none" strike="noStrike" kern="1200" cap="none" spc="0" normalizeH="0" baseline="0" noProof="0">
                <a:ln>
                  <a:noFill/>
                </a:ln>
                <a:effectLst/>
                <a:uLnTx/>
                <a:uFillTx/>
                <a:latin typeface="Aptos" panose="020B0004020202020204" pitchFamily="34" charset="0"/>
              </a:rPr>
              <a:t>. Delays, incomplete documentation or limited access may impact the assessment depth, prioritization accuracy and/or delivery timeline.</a:t>
            </a:r>
          </a:p>
          <a:p>
            <a:pPr marL="171450" marR="0" lvl="0" indent="-171450" algn="l" defTabSz="914400" rtl="0" eaLnBrk="1" fontAlgn="auto" latinLnBrk="0" hangingPunct="1">
              <a:lnSpc>
                <a:spcPct val="100000"/>
              </a:lnSpc>
              <a:spcBef>
                <a:spcPts val="0"/>
              </a:spcBef>
              <a:spcAft>
                <a:spcPts val="600"/>
              </a:spcAft>
              <a:buClr>
                <a:srgbClr val="6785C1"/>
              </a:buClr>
              <a:buSzTx/>
              <a:buFont typeface="Arial" panose="020B0604020202020204" pitchFamily="34" charset="0"/>
              <a:buChar char="•"/>
              <a:tabLst/>
              <a:defRPr/>
            </a:pPr>
            <a:r>
              <a:rPr kumimoji="0" lang="en-US" sz="1200" b="1" i="0" u="none" strike="noStrike" kern="1200" cap="none" spc="0" normalizeH="0" baseline="0" noProof="0">
                <a:ln>
                  <a:noFill/>
                </a:ln>
                <a:effectLst/>
                <a:uLnTx/>
                <a:uFillTx/>
                <a:latin typeface="Aptos" panose="020B0004020202020204" pitchFamily="34" charset="0"/>
              </a:rPr>
              <a:t>IAG will facilitate the required access to repositories, documentation sources, systems and collaboration tools</a:t>
            </a:r>
            <a:r>
              <a:rPr kumimoji="0" lang="en-US" sz="1200" i="0" u="none" strike="noStrike" kern="1200" cap="none" spc="0" normalizeH="0" baseline="0" noProof="0">
                <a:ln>
                  <a:noFill/>
                </a:ln>
                <a:effectLst/>
                <a:uLnTx/>
                <a:uFillTx/>
                <a:latin typeface="Aptos" panose="020B0004020202020204" pitchFamily="34" charset="0"/>
              </a:rPr>
              <a:t>, subject to IAG’s internal security, confidentiality and data protection policies.</a:t>
            </a:r>
          </a:p>
          <a:p>
            <a:pPr marL="171450" marR="0" lvl="0" indent="-171450" algn="l" defTabSz="914400" rtl="0" eaLnBrk="1" fontAlgn="auto" latinLnBrk="0" hangingPunct="1">
              <a:lnSpc>
                <a:spcPct val="100000"/>
              </a:lnSpc>
              <a:spcBef>
                <a:spcPts val="0"/>
              </a:spcBef>
              <a:spcAft>
                <a:spcPts val="600"/>
              </a:spcAft>
              <a:buClr>
                <a:srgbClr val="6785C1"/>
              </a:buClr>
              <a:buSzTx/>
              <a:buFont typeface="Arial" panose="020B0604020202020204" pitchFamily="34" charset="0"/>
              <a:buChar char="•"/>
              <a:tabLst/>
              <a:defRPr/>
            </a:pPr>
            <a:r>
              <a:rPr kumimoji="0" lang="en-US" sz="1200" b="1" i="0" u="none" strike="noStrike" kern="1200" cap="none" spc="0" normalizeH="0" baseline="0" noProof="0">
                <a:ln>
                  <a:noFill/>
                </a:ln>
                <a:effectLst/>
                <a:uLnTx/>
                <a:uFillTx/>
                <a:latin typeface="Aptos" panose="020B0004020202020204" pitchFamily="34" charset="0"/>
              </a:rPr>
              <a:t>Assessment conclusions, SEAL ratings and recommendations will be evidence-based</a:t>
            </a:r>
            <a:r>
              <a:rPr kumimoji="0" lang="en-US" sz="1200" i="0" u="none" strike="noStrike" kern="1200" cap="none" spc="0" normalizeH="0" baseline="0" noProof="0">
                <a:ln>
                  <a:noFill/>
                </a:ln>
                <a:effectLst/>
                <a:uLnTx/>
                <a:uFillTx/>
                <a:latin typeface="Aptos" panose="020B0004020202020204" pitchFamily="34" charset="0"/>
              </a:rPr>
              <a:t>, relying on the information made available, stakeholder interviews and agreed assumptions, and will be validated with IAG before final reporting.</a:t>
            </a:r>
          </a:p>
          <a:p>
            <a:pPr marL="171450" marR="0" lvl="0" indent="-171450" algn="l" defTabSz="914400" rtl="0" eaLnBrk="1" fontAlgn="auto" latinLnBrk="0" hangingPunct="1">
              <a:lnSpc>
                <a:spcPct val="100000"/>
              </a:lnSpc>
              <a:spcBef>
                <a:spcPts val="0"/>
              </a:spcBef>
              <a:spcAft>
                <a:spcPts val="600"/>
              </a:spcAft>
              <a:buClr>
                <a:srgbClr val="6785C1"/>
              </a:buClr>
              <a:buSzTx/>
              <a:buFont typeface="Arial" panose="020B0604020202020204" pitchFamily="34" charset="0"/>
              <a:buChar char="•"/>
              <a:tabLst/>
              <a:defRPr/>
            </a:pPr>
            <a:r>
              <a:rPr kumimoji="0" lang="en-US" sz="1200" b="1" i="0" u="none" strike="noStrike" kern="1200" cap="none" spc="0" normalizeH="0" baseline="0" noProof="0">
                <a:ln>
                  <a:noFill/>
                </a:ln>
                <a:effectLst/>
                <a:uLnTx/>
                <a:uFillTx/>
                <a:latin typeface="Aptos" panose="020B0004020202020204" pitchFamily="34" charset="0"/>
              </a:rPr>
              <a:t>NTT DATA may use secure, private and controlled AI capabilities as an assessment accelerator</a:t>
            </a:r>
            <a:r>
              <a:rPr kumimoji="0" lang="en-US" sz="1200" i="0" u="none" strike="noStrike" kern="1200" cap="none" spc="0" normalizeH="0" baseline="0" noProof="0">
                <a:ln>
                  <a:noFill/>
                </a:ln>
                <a:effectLst/>
                <a:uLnTx/>
                <a:uFillTx/>
                <a:latin typeface="Aptos" panose="020B0004020202020204" pitchFamily="34" charset="0"/>
              </a:rPr>
              <a:t>, supporting evidence classification, pattern detection, traceability and scoring preparation. AI will not make autonomous decisions; all outputs will remain subject to NTT DATA expert review and IAG validation.</a:t>
            </a:r>
          </a:p>
          <a:p>
            <a:pPr marL="171450" marR="0" lvl="0" indent="-171450" algn="l" defTabSz="914400" rtl="0" eaLnBrk="1" fontAlgn="auto" latinLnBrk="0" hangingPunct="1">
              <a:lnSpc>
                <a:spcPct val="100000"/>
              </a:lnSpc>
              <a:spcBef>
                <a:spcPts val="0"/>
              </a:spcBef>
              <a:spcAft>
                <a:spcPts val="600"/>
              </a:spcAft>
              <a:buClr>
                <a:srgbClr val="6785C1"/>
              </a:buClr>
              <a:buSzTx/>
              <a:buFont typeface="Arial" panose="020B0604020202020204" pitchFamily="34" charset="0"/>
              <a:buChar char="•"/>
              <a:tabLst/>
              <a:defRPr/>
            </a:pPr>
            <a:r>
              <a:rPr kumimoji="0" lang="en-US" sz="1200" b="1" i="0" u="none" strike="noStrike" kern="1200" cap="none" spc="0" normalizeH="0" baseline="0" noProof="0">
                <a:ln>
                  <a:noFill/>
                </a:ln>
                <a:effectLst/>
                <a:uLnTx/>
                <a:uFillTx/>
                <a:latin typeface="Aptos" panose="020B0004020202020204" pitchFamily="34" charset="0"/>
              </a:rPr>
              <a:t>The scope is limited to the agreed IT Sovereignty baseline assessment</a:t>
            </a:r>
            <a:r>
              <a:rPr kumimoji="0" lang="en-US" sz="1200" i="0" u="none" strike="noStrike" kern="1200" cap="none" spc="0" normalizeH="0" baseline="0" noProof="0">
                <a:ln>
                  <a:noFill/>
                </a:ln>
                <a:effectLst/>
                <a:uLnTx/>
                <a:uFillTx/>
                <a:latin typeface="Aptos" panose="020B0004020202020204" pitchFamily="34" charset="0"/>
              </a:rPr>
              <a:t> for the selected applications, suppliers, platforms, contracts and data domains. Additional systems, deeper supplier reviews, remediation design or implementation activities would require separate agreement.</a:t>
            </a:r>
          </a:p>
          <a:p>
            <a:pPr marL="171450" marR="0" lvl="0" indent="-171450" algn="l" defTabSz="914400" rtl="0" eaLnBrk="1" fontAlgn="auto" latinLnBrk="0" hangingPunct="1">
              <a:lnSpc>
                <a:spcPct val="100000"/>
              </a:lnSpc>
              <a:spcBef>
                <a:spcPts val="0"/>
              </a:spcBef>
              <a:spcAft>
                <a:spcPts val="600"/>
              </a:spcAft>
              <a:buClr>
                <a:srgbClr val="6785C1"/>
              </a:buClr>
              <a:buSzTx/>
              <a:buFont typeface="Arial" panose="020B0604020202020204" pitchFamily="34" charset="0"/>
              <a:buChar char="•"/>
              <a:tabLst/>
              <a:defRPr/>
            </a:pPr>
            <a:r>
              <a:rPr kumimoji="0" lang="en-US" sz="1200" b="1" i="0" u="none" strike="noStrike" kern="1200" cap="none" spc="0" normalizeH="0" baseline="0" noProof="0">
                <a:ln>
                  <a:noFill/>
                </a:ln>
                <a:effectLst/>
                <a:uLnTx/>
                <a:uFillTx/>
                <a:latin typeface="Aptos" panose="020B0004020202020204" pitchFamily="34" charset="0"/>
              </a:rPr>
              <a:t>Legal and regulatory aspects will be assessed from an IT sovereignty risk perspective</a:t>
            </a:r>
            <a:r>
              <a:rPr kumimoji="0" lang="en-US" sz="1200" i="0" u="none" strike="noStrike" kern="1200" cap="none" spc="0" normalizeH="0" baseline="0" noProof="0">
                <a:ln>
                  <a:noFill/>
                </a:ln>
                <a:effectLst/>
                <a:uLnTx/>
                <a:uFillTx/>
                <a:latin typeface="Aptos" panose="020B0004020202020204" pitchFamily="34" charset="0"/>
              </a:rPr>
              <a:t>. Formal legal advice, legal opinions or detailed contractual negotiation support are excluded unless agreed as a dedicated workstream.</a:t>
            </a:r>
          </a:p>
          <a:p>
            <a:pPr marL="171450" marR="0" lvl="0" indent="-171450" algn="l" defTabSz="914400" rtl="0" eaLnBrk="1" fontAlgn="auto" latinLnBrk="0" hangingPunct="1">
              <a:lnSpc>
                <a:spcPct val="100000"/>
              </a:lnSpc>
              <a:spcBef>
                <a:spcPts val="0"/>
              </a:spcBef>
              <a:spcAft>
                <a:spcPts val="600"/>
              </a:spcAft>
              <a:buClr>
                <a:srgbClr val="6785C1"/>
              </a:buClr>
              <a:buSzTx/>
              <a:buFont typeface="Arial" panose="020B0604020202020204" pitchFamily="34" charset="0"/>
              <a:buChar char="•"/>
              <a:tabLst/>
              <a:defRPr/>
            </a:pPr>
            <a:r>
              <a:rPr kumimoji="0" lang="en-US" sz="1200" b="1" i="0" u="none" strike="noStrike" kern="1200" cap="none" spc="0" normalizeH="0" baseline="0" noProof="0">
                <a:ln>
                  <a:noFill/>
                </a:ln>
                <a:effectLst/>
                <a:uLnTx/>
                <a:uFillTx/>
                <a:latin typeface="Aptos" panose="020B0004020202020204" pitchFamily="34" charset="0"/>
              </a:rPr>
              <a:t>The assessment is a diagnostic and prioritization exercise</a:t>
            </a:r>
            <a:r>
              <a:rPr kumimoji="0" lang="en-US" sz="1200" i="0" u="none" strike="noStrike" kern="1200" cap="none" spc="0" normalizeH="0" baseline="0" noProof="0">
                <a:ln>
                  <a:noFill/>
                </a:ln>
                <a:effectLst/>
                <a:uLnTx/>
                <a:uFillTx/>
                <a:latin typeface="Aptos" panose="020B0004020202020204" pitchFamily="34" charset="0"/>
              </a:rPr>
              <a:t>, and does not constitute a regulatory certification, external audit opinion or formal compliance attestation.</a:t>
            </a:r>
          </a:p>
          <a:p>
            <a:pPr marL="171450" marR="0" lvl="0" indent="-171450" algn="l" defTabSz="914400" rtl="0" eaLnBrk="1" fontAlgn="auto" latinLnBrk="0" hangingPunct="1">
              <a:lnSpc>
                <a:spcPct val="100000"/>
              </a:lnSpc>
              <a:spcBef>
                <a:spcPts val="0"/>
              </a:spcBef>
              <a:spcAft>
                <a:spcPts val="600"/>
              </a:spcAft>
              <a:buClr>
                <a:srgbClr val="6785C1"/>
              </a:buClr>
              <a:buSzTx/>
              <a:buFont typeface="Arial" panose="020B0604020202020204" pitchFamily="34" charset="0"/>
              <a:buChar char="•"/>
              <a:tabLst/>
              <a:defRPr/>
            </a:pPr>
            <a:r>
              <a:rPr kumimoji="0" lang="en-US" sz="1200" b="1" i="0" u="none" strike="noStrike" kern="1200" cap="none" spc="0" normalizeH="0" baseline="0" noProof="0">
                <a:ln>
                  <a:noFill/>
                </a:ln>
                <a:effectLst/>
                <a:uLnTx/>
                <a:uFillTx/>
                <a:latin typeface="Aptos" panose="020B0004020202020204" pitchFamily="34" charset="0"/>
              </a:rPr>
              <a:t>Any material change in scope, assumptions, stakeholder availability, access constraints or required analysis depth may require replanning and, where applicable, commercial reassessment</a:t>
            </a:r>
            <a:r>
              <a:rPr kumimoji="0" lang="en-US" sz="1200" i="0" u="none" strike="noStrike" kern="1200" cap="none" spc="0" normalizeH="0" baseline="0" noProof="0">
                <a:ln>
                  <a:noFill/>
                </a:ln>
                <a:effectLst/>
                <a:uLnTx/>
                <a:uFillTx/>
                <a:latin typeface="Aptos" panose="020B0004020202020204" pitchFamily="34" charset="0"/>
              </a:rPr>
              <a:t>.</a:t>
            </a:r>
          </a:p>
        </p:txBody>
      </p:sp>
    </p:spTree>
    <p:extLst>
      <p:ext uri="{BB962C8B-B14F-4D97-AF65-F5344CB8AC3E}">
        <p14:creationId xmlns:p14="http://schemas.microsoft.com/office/powerpoint/2010/main" val="15313743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D66BD-0888-08B3-873B-93AE9A4D972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192A7F1-C5C4-93D5-0A65-0575C6F82AB7}"/>
              </a:ext>
            </a:extLst>
          </p:cNvPr>
          <p:cNvSpPr>
            <a:spLocks noGrp="1"/>
          </p:cNvSpPr>
          <p:nvPr>
            <p:ph type="body" sz="quarter" idx="16"/>
          </p:nvPr>
        </p:nvSpPr>
        <p:spPr/>
        <p:txBody>
          <a:bodyPr/>
          <a:lstStyle/>
          <a:p>
            <a:endParaRPr lang="en-US" noProof="0"/>
          </a:p>
        </p:txBody>
      </p:sp>
      <p:sp>
        <p:nvSpPr>
          <p:cNvPr id="3" name="Text Placeholder 2">
            <a:extLst>
              <a:ext uri="{FF2B5EF4-FFF2-40B4-BE49-F238E27FC236}">
                <a16:creationId xmlns:a16="http://schemas.microsoft.com/office/drawing/2014/main" id="{422B91BB-17F6-77AF-7AD5-911BAB148879}"/>
              </a:ext>
            </a:extLst>
          </p:cNvPr>
          <p:cNvSpPr>
            <a:spLocks noGrp="1"/>
          </p:cNvSpPr>
          <p:nvPr>
            <p:ph type="body" sz="quarter" idx="17"/>
          </p:nvPr>
        </p:nvSpPr>
        <p:spPr/>
        <p:txBody>
          <a:bodyPr/>
          <a:lstStyle/>
          <a:p>
            <a:endParaRPr lang="en-US" noProof="0"/>
          </a:p>
        </p:txBody>
      </p:sp>
    </p:spTree>
    <p:extLst>
      <p:ext uri="{BB962C8B-B14F-4D97-AF65-F5344CB8AC3E}">
        <p14:creationId xmlns:p14="http://schemas.microsoft.com/office/powerpoint/2010/main" val="12359593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NTT DATA LIGHT ">
  <a:themeElements>
    <a:clrScheme name="NTT 2023 Final">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_Arial">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solidFill>
            <a:schemeClr val="accent2"/>
          </a:solidFill>
        </a:ln>
      </a:spPr>
      <a:bodyPr lIns="36000" tIns="36000" rIns="36000" bIns="36000" rtlCol="0" anchor="ctr"/>
      <a:lstStyle>
        <a:defPPr algn="ctr">
          <a:lnSpc>
            <a:spcPct val="110000"/>
          </a:lnSpc>
          <a:spcBef>
            <a:spcPts val="600"/>
          </a:spcBef>
          <a:defRPr dirty="0" err="1"/>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oAutofit/>
      </a:bodyPr>
      <a:lstStyle>
        <a:defPPr algn="l">
          <a:defRPr dirty="0"/>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NTT_DATA_Global_Template.potx" id="{E7359134-6A7F-4870-8C68-196F2A9FF1FF}" vid="{AB93FA09-13EB-469A-ACE5-0B3FC3C6F11D}"/>
    </a:ext>
  </a:extLst>
</a:theme>
</file>

<file path=ppt/theme/theme3.xml><?xml version="1.0" encoding="utf-8"?>
<a:theme xmlns:a="http://schemas.openxmlformats.org/drawingml/2006/main" name="1_Office Theme">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69A8C9-88D6-ED44-803B-363A16614E1A}">
  <we:reference id="WA200010001" version="1.0.0.1" store="Omex" storeType="OMEX"/>
  <we:alternateReferences>
    <we:reference id="WA200010001" version="1.0.0.1" store="WA200010001" storeType="OMEX"/>
  </we:alternateReferences>
  <we:properties>
    <we:property name="claude.fileId" value="&quot;052594fb-dadd-4807-9644-c84dad087756&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2AB417272E754283DFFBC4AFBFF494" ma:contentTypeVersion="13" ma:contentTypeDescription="Create a new document." ma:contentTypeScope="" ma:versionID="27eb9284841ea70bbdf329451aea6ec7">
  <xsd:schema xmlns:xsd="http://www.w3.org/2001/XMLSchema" xmlns:xs="http://www.w3.org/2001/XMLSchema" xmlns:p="http://schemas.microsoft.com/office/2006/metadata/properties" xmlns:ns2="798dc04b-cf6c-412a-962c-a66386d69497" xmlns:ns3="b64628bd-523b-49fc-a6c6-6ec39b14a608" targetNamespace="http://schemas.microsoft.com/office/2006/metadata/properties" ma:root="true" ma:fieldsID="1ce78bcd228f0fef2e8dbe9454687ef7" ns2:_="" ns3:_="">
    <xsd:import namespace="798dc04b-cf6c-412a-962c-a66386d69497"/>
    <xsd:import namespace="b64628bd-523b-49fc-a6c6-6ec39b14a60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98dc04b-cf6c-412a-962c-a66386d69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d85e823d-31db-440c-980d-283f89df7c2e"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64628bd-523b-49fc-a6c6-6ec39b14a608"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c87e9b4c-fc3d-4cb0-a247-1d48559649cb}" ma:internalName="TaxCatchAll" ma:showField="CatchAllData" ma:web="b64628bd-523b-49fc-a6c6-6ec39b14a60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98dc04b-cf6c-412a-962c-a66386d69497">
      <Terms xmlns="http://schemas.microsoft.com/office/infopath/2007/PartnerControls"/>
    </lcf76f155ced4ddcb4097134ff3c332f>
    <TaxCatchAll xmlns="b64628bd-523b-49fc-a6c6-6ec39b14a608" xsi:nil="true"/>
  </documentManagement>
</p:properties>
</file>

<file path=customXml/itemProps1.xml><?xml version="1.0" encoding="utf-8"?>
<ds:datastoreItem xmlns:ds="http://schemas.openxmlformats.org/officeDocument/2006/customXml" ds:itemID="{34A64763-6782-41B2-9BBA-B114180C0CA2}">
  <ds:schemaRefs>
    <ds:schemaRef ds:uri="http://schemas.microsoft.com/sharepoint/v3/contenttype/forms"/>
  </ds:schemaRefs>
</ds:datastoreItem>
</file>

<file path=customXml/itemProps2.xml><?xml version="1.0" encoding="utf-8"?>
<ds:datastoreItem xmlns:ds="http://schemas.openxmlformats.org/officeDocument/2006/customXml" ds:itemID="{9E5415DB-9079-43D1-8F6E-107A7BE2AAA7}">
  <ds:schemaRefs>
    <ds:schemaRef ds:uri="798dc04b-cf6c-412a-962c-a66386d69497"/>
    <ds:schemaRef ds:uri="b64628bd-523b-49fc-a6c6-6ec39b14a60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1155C17-011F-4694-A4F0-FD8285927719}">
  <ds:schemaRefs>
    <ds:schemaRef ds:uri="798dc04b-cf6c-412a-962c-a66386d69497"/>
    <ds:schemaRef ds:uri="b64628bd-523b-49fc-a6c6-6ec39b14a60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3048dc87-43f0-4100-9acb-ae1971c79395}" enabled="0" method="" siteId="{3048dc87-43f0-4100-9acb-ae1971c79395}" removed="1"/>
</clbl:labelList>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36</Slides>
  <Notes>4</Notes>
  <HiddenSlides>0</HiddenSlides>
  <ScaleCrop>false</ScaleCrop>
  <HeadingPairs>
    <vt:vector size="4" baseType="variant">
      <vt:variant>
        <vt:lpstr>Theme</vt:lpstr>
      </vt:variant>
      <vt:variant>
        <vt:i4>3</vt:i4>
      </vt:variant>
      <vt:variant>
        <vt:lpstr>Slide Titles</vt:lpstr>
      </vt:variant>
      <vt:variant>
        <vt:i4>36</vt:i4>
      </vt:variant>
    </vt:vector>
  </HeadingPairs>
  <TitlesOfParts>
    <vt:vector size="39" baseType="lpstr">
      <vt:lpstr>Office Theme</vt:lpstr>
      <vt:lpstr>1_NTT DATA LIGHT </vt:lpstr>
      <vt:lpstr>1_Office Theme</vt:lpstr>
      <vt:lpstr>PowerPoint Presentation</vt:lpstr>
      <vt:lpstr>PowerPoint Presentation</vt:lpstr>
      <vt:lpstr>Context &amp; Scope</vt:lpstr>
      <vt:lpstr>PowerPoint Presentation</vt:lpstr>
      <vt:lpstr>PowerPoint Presentation</vt:lpstr>
      <vt:lpstr>Understanding dependencies, prioritizing risks and establishing a sustainable sovereignty governance model.</vt:lpstr>
      <vt:lpstr>PowerPoint Presentation</vt:lpstr>
      <vt:lpstr>Our Approach</vt:lpstr>
      <vt:lpstr>A common model to assess digital sovereignty based on Commission initiatives such as IGREF’s Trusted Cloud Referential v2, Gaia-X policy rules and architecture, and the European Cybersecurity Certification Framework.</vt:lpstr>
      <vt:lpstr>The approach deliberately separates breadth from depth: combining a full critical application coverage classification with a targeted detailed assessment model only to the highest-exposure applications where sovereignty risk is material.</vt:lpstr>
      <vt:lpstr>A structured, declarative and owner-led screening intake to capture the minimum information needed for a consistent application-level triage by sovereignty exposure to confirm which Tier 1 applications move to the following deep-dive assessment.</vt:lpstr>
      <vt:lpstr>NTT DATA’s IT Sovereignty Assessment Model (aligned with the Commission’s Sovereignty Framework and SEAL assurance model) is used to evaluate an organization's level of control, dependency and resilience across 5 domains that together provide a complete view of sovereignty posture:</vt:lpstr>
      <vt:lpstr>Each domain is broken down into assessment dimensions and key criteria. The DATA domain evolves into Data &amp; AI Sovereignty, spanning data, model and governance sovereignty.</vt:lpstr>
      <vt:lpstr>Each domain is broken down into assessment dimensions and key criteria to evaluate the organization’s control, dependency and resilience posture.</vt:lpstr>
      <vt:lpstr>Each domain is broken down into assessment dimensions and key criteria to evaluate the organization’s control, dependency and resilience posture.</vt:lpstr>
      <vt:lpstr>Each domain is broken down into assessment dimensions and key criteria to evaluate the organization’s control, dependency and resilience posture.</vt:lpstr>
      <vt:lpstr>Each domain is broken down into assessment dimensions and key criteria to evaluate the organization’s control, dependency and resilience posture.</vt:lpstr>
      <vt:lpstr>Project Execution Methodology</vt:lpstr>
      <vt:lpstr>NTT DATA proposes a pragmatic, evidence-led and AI-assisted approach to help IAG understand where sovereignty exposure is material, what is already under control, and which actions should be prioritized to reduce risk without unnecessary disruption.</vt:lpstr>
      <vt:lpstr>The methodology is designed to provide an evidence-based view of IAG’s current sovereignty posture, progressing from scope definition to baseline assessment and roadmap decisions in a structured 3-month plan.</vt:lpstr>
      <vt:lpstr>Phase 1 - Systems Scope &amp; Risk Clustering</vt:lpstr>
      <vt:lpstr>Phase 1 - Systems Scope &amp; Risk Clustering</vt:lpstr>
      <vt:lpstr>Phase 1 - Systems Scope &amp; Risk Clustering</vt:lpstr>
      <vt:lpstr>Phase 2 - Information &amp; Documentation Discovery</vt:lpstr>
      <vt:lpstr>Phase 2 - Information &amp; Documentation Discovery</vt:lpstr>
      <vt:lpstr>Phase 3 - Sovereignty Maturity Report Generation</vt:lpstr>
      <vt:lpstr>Phase 3 - Sovereignty Maturity Report Generation</vt:lpstr>
      <vt:lpstr>Phase 3 - Sovereignty Maturity Report Generation</vt:lpstr>
      <vt:lpstr>AI will be used as a controlled accelerator across the assessment lifecycle: supporting evidence classification, pattern detection, traceability, scoring preparation and consolidation of findings. All conclusions, SEAL ratings and recommendations remain under NTT DATA expert review and IAG stakeholder validation.</vt:lpstr>
      <vt:lpstr>Project Plan &amp; Delivery Team</vt:lpstr>
      <vt:lpstr>The project plan* has been structured in 3 main phases, designed to obtain a board-ready IT Sovereignty report after three months of work (by end of September).</vt:lpstr>
      <vt:lpstr>A group of multidisciplinary profiles with extensive technical expertise have been selected to lead the evaluation of each of the critical domains of the assessment:</vt:lpstr>
      <vt:lpstr>Economic Proposal</vt:lpstr>
      <vt:lpstr>The proposed investment covers the full assessment across the agreed scope, including framework tailoring, evidence collection, sovereignty scoring, dependency analysis and board-level recommendations.</vt:lpstr>
      <vt:lpstr>Commercial terms, delivery assumptions and client dependencies supporting the proposed assessment plan.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IAG IT Sovereignty Proposal</dc:title>
  <dc:subject>PptxGenJS Presentation</dc:subject>
  <dc:creator>NTT DATA</dc:creator>
  <cp:revision>1</cp:revision>
  <cp:lastPrinted>2026-06-19T10:39:43Z</cp:lastPrinted>
  <dcterms:created xsi:type="dcterms:W3CDTF">2026-06-17T08:29:04Z</dcterms:created>
  <dcterms:modified xsi:type="dcterms:W3CDTF">2026-06-25T08:05:28Z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0x010100122AB417272E754283DFFBC4AFBFF494</vt:lpwstr>
  </property>
  <property fmtid="{D5CDD505-2E9C-101B-9397-08002B2CF9AE}" pid="3" name="MediaServiceImageTags">
    <vt:lpwstr/>
  </property>
</Properties>
</file>